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384" r:id="rId3"/>
    <p:sldId id="385" r:id="rId4"/>
    <p:sldId id="386" r:id="rId5"/>
    <p:sldId id="387" r:id="rId6"/>
    <p:sldId id="388" r:id="rId7"/>
    <p:sldId id="406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84"/>
            <p14:sldId id="385"/>
            <p14:sldId id="386"/>
            <p14:sldId id="387"/>
            <p14:sldId id="388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F349B3-A543-3C4B-8CD8-9D0D03D996E1}" v="1" dt="2025-06-04T20:11:21.833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6301"/>
  </p:normalViewPr>
  <p:slideViewPr>
    <p:cSldViewPr snapToGrid="0">
      <p:cViewPr varScale="1">
        <p:scale>
          <a:sx n="139" d="100"/>
          <a:sy n="139" d="100"/>
        </p:scale>
        <p:origin x="1288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2DF349B3-A543-3C4B-8CD8-9D0D03D996E1}"/>
    <pc:docChg chg="custSel delSld modSld modSection">
      <pc:chgData name="Aditya Hare Krishna" userId="de62b921b3c41f8c" providerId="LiveId" clId="{2DF349B3-A543-3C4B-8CD8-9D0D03D996E1}" dt="2025-06-04T20:11:21.827" v="96"/>
      <pc:docMkLst>
        <pc:docMk/>
      </pc:docMkLst>
      <pc:sldChg chg="modSp mod">
        <pc:chgData name="Aditya Hare Krishna" userId="de62b921b3c41f8c" providerId="LiveId" clId="{2DF349B3-A543-3C4B-8CD8-9D0D03D996E1}" dt="2025-06-04T20:00:24.939" v="95" actId="20577"/>
        <pc:sldMkLst>
          <pc:docMk/>
          <pc:sldMk cId="0" sldId="256"/>
        </pc:sldMkLst>
        <pc:spChg chg="mod">
          <ac:chgData name="Aditya Hare Krishna" userId="de62b921b3c41f8c" providerId="LiveId" clId="{2DF349B3-A543-3C4B-8CD8-9D0D03D996E1}" dt="2025-06-01T09:50:31.969" v="1" actId="20577"/>
          <ac:spMkLst>
            <pc:docMk/>
            <pc:sldMk cId="0" sldId="256"/>
            <ac:spMk id="2" creationId="{C21A405D-2B87-16FA-8928-EA0708856279}"/>
          </ac:spMkLst>
        </pc:spChg>
        <pc:spChg chg="mod">
          <ac:chgData name="Aditya Hare Krishna" userId="de62b921b3c41f8c" providerId="LiveId" clId="{2DF349B3-A543-3C4B-8CD8-9D0D03D996E1}" dt="2025-06-04T20:00:24.939" v="95" actId="20577"/>
          <ac:spMkLst>
            <pc:docMk/>
            <pc:sldMk cId="0" sldId="256"/>
            <ac:spMk id="3" creationId="{5DC188CA-4D7D-E262-B106-EDBD543BEBB5}"/>
          </ac:spMkLst>
        </pc:spChg>
      </pc:sldChg>
      <pc:sldChg chg="del">
        <pc:chgData name="Aditya Hare Krishna" userId="de62b921b3c41f8c" providerId="LiveId" clId="{2DF349B3-A543-3C4B-8CD8-9D0D03D996E1}" dt="2025-06-01T09:52:35.038" v="62" actId="2696"/>
        <pc:sldMkLst>
          <pc:docMk/>
          <pc:sldMk cId="1166388192" sldId="267"/>
        </pc:sldMkLst>
      </pc:sldChg>
      <pc:sldChg chg="del">
        <pc:chgData name="Aditya Hare Krishna" userId="de62b921b3c41f8c" providerId="LiveId" clId="{2DF349B3-A543-3C4B-8CD8-9D0D03D996E1}" dt="2025-06-01T09:52:16.360" v="49" actId="2696"/>
        <pc:sldMkLst>
          <pc:docMk/>
          <pc:sldMk cId="4207356068" sldId="376"/>
        </pc:sldMkLst>
      </pc:sldChg>
      <pc:sldChg chg="del">
        <pc:chgData name="Aditya Hare Krishna" userId="de62b921b3c41f8c" providerId="LiveId" clId="{2DF349B3-A543-3C4B-8CD8-9D0D03D996E1}" dt="2025-06-01T09:52:16.888" v="50" actId="2696"/>
        <pc:sldMkLst>
          <pc:docMk/>
          <pc:sldMk cId="2571856783" sldId="377"/>
        </pc:sldMkLst>
      </pc:sldChg>
      <pc:sldChg chg="del">
        <pc:chgData name="Aditya Hare Krishna" userId="de62b921b3c41f8c" providerId="LiveId" clId="{2DF349B3-A543-3C4B-8CD8-9D0D03D996E1}" dt="2025-06-01T09:52:17.315" v="51" actId="2696"/>
        <pc:sldMkLst>
          <pc:docMk/>
          <pc:sldMk cId="2215872997" sldId="378"/>
        </pc:sldMkLst>
      </pc:sldChg>
      <pc:sldChg chg="del">
        <pc:chgData name="Aditya Hare Krishna" userId="de62b921b3c41f8c" providerId="LiveId" clId="{2DF349B3-A543-3C4B-8CD8-9D0D03D996E1}" dt="2025-06-01T09:52:17.818" v="52" actId="2696"/>
        <pc:sldMkLst>
          <pc:docMk/>
          <pc:sldMk cId="2893977648" sldId="379"/>
        </pc:sldMkLst>
      </pc:sldChg>
      <pc:sldChg chg="del">
        <pc:chgData name="Aditya Hare Krishna" userId="de62b921b3c41f8c" providerId="LiveId" clId="{2DF349B3-A543-3C4B-8CD8-9D0D03D996E1}" dt="2025-06-01T09:52:18.333" v="53" actId="2696"/>
        <pc:sldMkLst>
          <pc:docMk/>
          <pc:sldMk cId="3209904635" sldId="380"/>
        </pc:sldMkLst>
      </pc:sldChg>
      <pc:sldChg chg="del">
        <pc:chgData name="Aditya Hare Krishna" userId="de62b921b3c41f8c" providerId="LiveId" clId="{2DF349B3-A543-3C4B-8CD8-9D0D03D996E1}" dt="2025-06-01T09:52:18.771" v="54" actId="2696"/>
        <pc:sldMkLst>
          <pc:docMk/>
          <pc:sldMk cId="3905918851" sldId="381"/>
        </pc:sldMkLst>
      </pc:sldChg>
      <pc:sldChg chg="del">
        <pc:chgData name="Aditya Hare Krishna" userId="de62b921b3c41f8c" providerId="LiveId" clId="{2DF349B3-A543-3C4B-8CD8-9D0D03D996E1}" dt="2025-06-01T09:52:19.212" v="55" actId="2696"/>
        <pc:sldMkLst>
          <pc:docMk/>
          <pc:sldMk cId="145753118" sldId="382"/>
        </pc:sldMkLst>
      </pc:sldChg>
      <pc:sldChg chg="del">
        <pc:chgData name="Aditya Hare Krishna" userId="de62b921b3c41f8c" providerId="LiveId" clId="{2DF349B3-A543-3C4B-8CD8-9D0D03D996E1}" dt="2025-06-01T09:52:19.770" v="56" actId="2696"/>
        <pc:sldMkLst>
          <pc:docMk/>
          <pc:sldMk cId="284494889" sldId="383"/>
        </pc:sldMkLst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2613472973" sldId="384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2613472973" sldId="384"/>
            <ac:inkMk id="4" creationId="{057CE585-4406-C093-B0E2-5B2C8DB7872C}"/>
          </ac:inkMkLst>
        </pc:inkChg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2992922394" sldId="385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2992922394" sldId="385"/>
            <ac:inkMk id="4" creationId="{37C097B5-9429-C33D-8AA4-DE42A5F0619C}"/>
          </ac:inkMkLst>
        </pc:inkChg>
      </pc:sldChg>
      <pc:sldChg chg="addSp modSp mod">
        <pc:chgData name="Aditya Hare Krishna" userId="de62b921b3c41f8c" providerId="LiveId" clId="{2DF349B3-A543-3C4B-8CD8-9D0D03D996E1}" dt="2025-06-04T20:11:21.827" v="96"/>
        <pc:sldMkLst>
          <pc:docMk/>
          <pc:sldMk cId="51605605" sldId="386"/>
        </pc:sldMkLst>
        <pc:picChg chg="mod">
          <ac:chgData name="Aditya Hare Krishna" userId="de62b921b3c41f8c" providerId="LiveId" clId="{2DF349B3-A543-3C4B-8CD8-9D0D03D996E1}" dt="2025-06-04T19:58:33.582" v="72" actId="14100"/>
          <ac:picMkLst>
            <pc:docMk/>
            <pc:sldMk cId="51605605" sldId="386"/>
            <ac:picMk id="6" creationId="{255F13B6-5EFE-E0D4-D478-754500DA119E}"/>
          </ac:picMkLst>
        </pc:picChg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51605605" sldId="386"/>
            <ac:inkMk id="4" creationId="{D9382E80-1378-4508-C484-CCF4779FC16D}"/>
          </ac:inkMkLst>
        </pc:inkChg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3402557363" sldId="387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3402557363" sldId="387"/>
            <ac:inkMk id="3" creationId="{7C924230-57B9-47B0-FC04-4114ACAC7CF4}"/>
          </ac:inkMkLst>
        </pc:inkChg>
      </pc:sldChg>
      <pc:sldChg chg="addSp">
        <pc:chgData name="Aditya Hare Krishna" userId="de62b921b3c41f8c" providerId="LiveId" clId="{2DF349B3-A543-3C4B-8CD8-9D0D03D996E1}" dt="2025-06-04T20:11:21.827" v="96"/>
        <pc:sldMkLst>
          <pc:docMk/>
          <pc:sldMk cId="1208571489" sldId="388"/>
        </pc:sldMkLst>
        <pc:inkChg chg="add">
          <ac:chgData name="Aditya Hare Krishna" userId="de62b921b3c41f8c" providerId="LiveId" clId="{2DF349B3-A543-3C4B-8CD8-9D0D03D996E1}" dt="2025-06-04T20:11:21.827" v="96"/>
          <ac:inkMkLst>
            <pc:docMk/>
            <pc:sldMk cId="1208571489" sldId="388"/>
            <ac:inkMk id="3" creationId="{40A7F8E0-1419-E091-08B2-6F4A2A36A2D5}"/>
          </ac:inkMkLst>
        </pc:inkChg>
      </pc:sldChg>
      <pc:sldChg chg="delSp modSp del mod">
        <pc:chgData name="Aditya Hare Krishna" userId="de62b921b3c41f8c" providerId="LiveId" clId="{2DF349B3-A543-3C4B-8CD8-9D0D03D996E1}" dt="2025-06-04T19:59:50.226" v="87" actId="2696"/>
        <pc:sldMkLst>
          <pc:docMk/>
          <pc:sldMk cId="678092626" sldId="389"/>
        </pc:sldMkLst>
        <pc:spChg chg="mod">
          <ac:chgData name="Aditya Hare Krishna" userId="de62b921b3c41f8c" providerId="LiveId" clId="{2DF349B3-A543-3C4B-8CD8-9D0D03D996E1}" dt="2025-06-04T19:59:35.901" v="85" actId="14100"/>
          <ac:spMkLst>
            <pc:docMk/>
            <pc:sldMk cId="678092626" sldId="389"/>
            <ac:spMk id="2" creationId="{CD52A607-6754-2149-4A6C-142310A4AA2E}"/>
          </ac:spMkLst>
        </pc:spChg>
        <pc:spChg chg="del">
          <ac:chgData name="Aditya Hare Krishna" userId="de62b921b3c41f8c" providerId="LiveId" clId="{2DF349B3-A543-3C4B-8CD8-9D0D03D996E1}" dt="2025-06-04T19:59:05.952" v="74" actId="478"/>
          <ac:spMkLst>
            <pc:docMk/>
            <pc:sldMk cId="678092626" sldId="389"/>
            <ac:spMk id="5" creationId="{EBB439F4-A406-25CF-7F2C-9CF7B3D40B3D}"/>
          </ac:spMkLst>
        </pc:spChg>
        <pc:spChg chg="del">
          <ac:chgData name="Aditya Hare Krishna" userId="de62b921b3c41f8c" providerId="LiveId" clId="{2DF349B3-A543-3C4B-8CD8-9D0D03D996E1}" dt="2025-06-04T19:59:08.114" v="75" actId="478"/>
          <ac:spMkLst>
            <pc:docMk/>
            <pc:sldMk cId="678092626" sldId="389"/>
            <ac:spMk id="9" creationId="{E24B98CE-6247-0C11-01C4-E405E487AE6C}"/>
          </ac:spMkLst>
        </pc:spChg>
        <pc:spChg chg="mod">
          <ac:chgData name="Aditya Hare Krishna" userId="de62b921b3c41f8c" providerId="LiveId" clId="{2DF349B3-A543-3C4B-8CD8-9D0D03D996E1}" dt="2025-06-04T19:59:39.703" v="86" actId="1076"/>
          <ac:spMkLst>
            <pc:docMk/>
            <pc:sldMk cId="678092626" sldId="389"/>
            <ac:spMk id="11" creationId="{52BD078B-9C2C-18E8-F39F-FD869CB0BDEE}"/>
          </ac:spMkLst>
        </pc:spChg>
        <pc:picChg chg="del">
          <ac:chgData name="Aditya Hare Krishna" userId="de62b921b3c41f8c" providerId="LiveId" clId="{2DF349B3-A543-3C4B-8CD8-9D0D03D996E1}" dt="2025-06-04T19:59:04.285" v="73" actId="478"/>
          <ac:picMkLst>
            <pc:docMk/>
            <pc:sldMk cId="678092626" sldId="389"/>
            <ac:picMk id="3" creationId="{58E585D0-2A28-D005-BC1F-53A3D429A7B4}"/>
          </ac:picMkLst>
        </pc:picChg>
        <pc:picChg chg="mod">
          <ac:chgData name="Aditya Hare Krishna" userId="de62b921b3c41f8c" providerId="LiveId" clId="{2DF349B3-A543-3C4B-8CD8-9D0D03D996E1}" dt="2025-06-04T19:59:19.767" v="82" actId="1076"/>
          <ac:picMkLst>
            <pc:docMk/>
            <pc:sldMk cId="678092626" sldId="389"/>
            <ac:picMk id="4" creationId="{6C9C2875-94DB-B36A-F520-8E2D0850D3AE}"/>
          </ac:picMkLst>
        </pc:picChg>
        <pc:picChg chg="del">
          <ac:chgData name="Aditya Hare Krishna" userId="de62b921b3c41f8c" providerId="LiveId" clId="{2DF349B3-A543-3C4B-8CD8-9D0D03D996E1}" dt="2025-06-04T19:59:08.773" v="76" actId="478"/>
          <ac:picMkLst>
            <pc:docMk/>
            <pc:sldMk cId="678092626" sldId="389"/>
            <ac:picMk id="7" creationId="{DA3DADEE-EE29-095A-63A6-16E4929E3D68}"/>
          </ac:picMkLst>
        </pc:picChg>
      </pc:sldChg>
      <pc:sldChg chg="del">
        <pc:chgData name="Aditya Hare Krishna" userId="de62b921b3c41f8c" providerId="LiveId" clId="{2DF349B3-A543-3C4B-8CD8-9D0D03D996E1}" dt="2025-06-04T20:00:04.822" v="88" actId="2696"/>
        <pc:sldMkLst>
          <pc:docMk/>
          <pc:sldMk cId="2174026277" sldId="390"/>
        </pc:sldMkLst>
      </pc:sldChg>
      <pc:sldChg chg="del">
        <pc:chgData name="Aditya Hare Krishna" userId="de62b921b3c41f8c" providerId="LiveId" clId="{2DF349B3-A543-3C4B-8CD8-9D0D03D996E1}" dt="2025-06-01T09:52:32.495" v="57" actId="2696"/>
        <pc:sldMkLst>
          <pc:docMk/>
          <pc:sldMk cId="3913522295" sldId="391"/>
        </pc:sldMkLst>
      </pc:sldChg>
      <pc:sldChg chg="del">
        <pc:chgData name="Aditya Hare Krishna" userId="de62b921b3c41f8c" providerId="LiveId" clId="{2DF349B3-A543-3C4B-8CD8-9D0D03D996E1}" dt="2025-06-01T09:52:33.028" v="58" actId="2696"/>
        <pc:sldMkLst>
          <pc:docMk/>
          <pc:sldMk cId="997865555" sldId="392"/>
        </pc:sldMkLst>
      </pc:sldChg>
      <pc:sldChg chg="del">
        <pc:chgData name="Aditya Hare Krishna" userId="de62b921b3c41f8c" providerId="LiveId" clId="{2DF349B3-A543-3C4B-8CD8-9D0D03D996E1}" dt="2025-06-01T09:52:33.818" v="59" actId="2696"/>
        <pc:sldMkLst>
          <pc:docMk/>
          <pc:sldMk cId="2765797870" sldId="393"/>
        </pc:sldMkLst>
      </pc:sldChg>
      <pc:sldChg chg="del">
        <pc:chgData name="Aditya Hare Krishna" userId="de62b921b3c41f8c" providerId="LiveId" clId="{2DF349B3-A543-3C4B-8CD8-9D0D03D996E1}" dt="2025-06-01T09:52:34.565" v="60" actId="2696"/>
        <pc:sldMkLst>
          <pc:docMk/>
          <pc:sldMk cId="3630520415" sldId="394"/>
        </pc:sldMkLst>
      </pc:sldChg>
      <pc:sldChg chg="del">
        <pc:chgData name="Aditya Hare Krishna" userId="de62b921b3c41f8c" providerId="LiveId" clId="{2DF349B3-A543-3C4B-8CD8-9D0D03D996E1}" dt="2025-06-01T09:52:34.815" v="61" actId="2696"/>
        <pc:sldMkLst>
          <pc:docMk/>
          <pc:sldMk cId="3644085703" sldId="395"/>
        </pc:sldMkLst>
      </pc:sldChg>
      <pc:sldChg chg="del">
        <pc:chgData name="Aditya Hare Krishna" userId="de62b921b3c41f8c" providerId="LiveId" clId="{2DF349B3-A543-3C4B-8CD8-9D0D03D996E1}" dt="2025-06-01T09:52:35.309" v="63" actId="2696"/>
        <pc:sldMkLst>
          <pc:docMk/>
          <pc:sldMk cId="3786203373" sldId="396"/>
        </pc:sldMkLst>
      </pc:sldChg>
      <pc:sldChg chg="del">
        <pc:chgData name="Aditya Hare Krishna" userId="de62b921b3c41f8c" providerId="LiveId" clId="{2DF349B3-A543-3C4B-8CD8-9D0D03D996E1}" dt="2025-06-01T09:52:35.580" v="64" actId="2696"/>
        <pc:sldMkLst>
          <pc:docMk/>
          <pc:sldMk cId="4096204979" sldId="397"/>
        </pc:sldMkLst>
      </pc:sldChg>
      <pc:sldChg chg="del">
        <pc:chgData name="Aditya Hare Krishna" userId="de62b921b3c41f8c" providerId="LiveId" clId="{2DF349B3-A543-3C4B-8CD8-9D0D03D996E1}" dt="2025-06-01T09:52:36.253" v="65" actId="2696"/>
        <pc:sldMkLst>
          <pc:docMk/>
          <pc:sldMk cId="308628110" sldId="398"/>
        </pc:sldMkLst>
      </pc:sldChg>
      <pc:sldChg chg="del">
        <pc:chgData name="Aditya Hare Krishna" userId="de62b921b3c41f8c" providerId="LiveId" clId="{2DF349B3-A543-3C4B-8CD8-9D0D03D996E1}" dt="2025-06-01T09:52:36.740" v="66" actId="2696"/>
        <pc:sldMkLst>
          <pc:docMk/>
          <pc:sldMk cId="14932342" sldId="399"/>
        </pc:sldMkLst>
      </pc:sldChg>
      <pc:sldChg chg="del">
        <pc:chgData name="Aditya Hare Krishna" userId="de62b921b3c41f8c" providerId="LiveId" clId="{2DF349B3-A543-3C4B-8CD8-9D0D03D996E1}" dt="2025-06-01T09:52:37.302" v="67" actId="2696"/>
        <pc:sldMkLst>
          <pc:docMk/>
          <pc:sldMk cId="3488525552" sldId="400"/>
        </pc:sldMkLst>
      </pc:sldChg>
      <pc:sldChg chg="del">
        <pc:chgData name="Aditya Hare Krishna" userId="de62b921b3c41f8c" providerId="LiveId" clId="{2DF349B3-A543-3C4B-8CD8-9D0D03D996E1}" dt="2025-06-01T09:52:37.870" v="68" actId="2696"/>
        <pc:sldMkLst>
          <pc:docMk/>
          <pc:sldMk cId="3588566722" sldId="401"/>
        </pc:sldMkLst>
      </pc:sldChg>
      <pc:sldChg chg="del">
        <pc:chgData name="Aditya Hare Krishna" userId="de62b921b3c41f8c" providerId="LiveId" clId="{2DF349B3-A543-3C4B-8CD8-9D0D03D996E1}" dt="2025-06-01T09:52:38.844" v="69" actId="2696"/>
        <pc:sldMkLst>
          <pc:docMk/>
          <pc:sldMk cId="3937249085" sldId="402"/>
        </pc:sldMkLst>
      </pc:sldChg>
      <pc:sldChg chg="del">
        <pc:chgData name="Aditya Hare Krishna" userId="de62b921b3c41f8c" providerId="LiveId" clId="{2DF349B3-A543-3C4B-8CD8-9D0D03D996E1}" dt="2025-06-01T09:52:40.391" v="70" actId="2696"/>
        <pc:sldMkLst>
          <pc:docMk/>
          <pc:sldMk cId="2201031619" sldId="403"/>
        </pc:sldMkLst>
      </pc:sldChg>
      <pc:sldChg chg="del">
        <pc:chgData name="Aditya Hare Krishna" userId="de62b921b3c41f8c" providerId="LiveId" clId="{2DF349B3-A543-3C4B-8CD8-9D0D03D996E1}" dt="2025-06-01T09:52:41.261" v="71" actId="2696"/>
        <pc:sldMkLst>
          <pc:docMk/>
          <pc:sldMk cId="1653301337" sldId="40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20:02:15.51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4159 4837 15191,'-15'-1'1187,"1"0"-1165,14 1-22,17 6 11,2-2 1,4 0-1,2 0 0,3-1 1,2 0-746,-2-1 0,1 0 0,1 0 0,0-1 737,5 1 1,0-2 0,0 0 3,1 0 1,1 0-1,-3 0-4,-8 0 1,-1 0 0,0 0-162,0 0 1,0 0 0,0-1 164,1 1 1,0 0 0,0 0-8,1 0 0,-1-1 0,1 1 7,1 0 1,-1 0-1,2 0-10,1 0 0,2 0 1,1 0-1,-2 0-1,1 1 0,0-1 1,0 1-371,-1-1 0,2 1 0,-1-1 1,-2 1 376,0 0 1,-3 0 0,1 0-4,0 0 0,-1 0 0,0 0-165,0-1 1,0 1 0,-1-1 168,0 0 0,-1 1 0,0-1-4,10 1 0,2-1 7,-6 0 1,2 1-1,-1-1-7,0 1 0,0 0 0,0 0-4,5-1 0,0 1 1,-2 0 3,-8 0 0,-2 0 0,-1-1 0,5 1 0,-3 0 1211,3-1-1199,-4 0 1031,-5 0-1043,0 0 2229,-9 0-1960,-2 0 1087,-7 0-1143,-2 0-3490,-9 1 2457,0 1 1,-1-1 0,3 0 0</inkml:trace>
  <inkml:trace contextRef="#ctx0" brushRef="#br0" timeOffset="1665">7616 4820 12434,'29'-2'611,"-11"1"0,2 1-555,10 0 0,2 1-23,5-1 1,-1 1-1380,-4 0 1,0 0 1367,3 0 1,-1 0 44,-6 0 0,0 0-33,2 0 0,1 0 5,1 0 0,2 1-45,-2-1 1,2 0 0,2 0 42,0 1 0,0-1 1,3 1-13,-4-1 0,2 0 0,0 1 1,-1-1-215,-7 1 0,-1-1 0,0 0 0,0 0 204,8 0 0,1 1 0,-3-1 7,3 1 1,0-1-187,-1 0 0,1 1 1,1-1 182,-9-1 1,-1 1 0,2-1-1,0 1 17,6-1 1,2 1 0,0 0 0,-2-1-97,3 0 0,-3 1 1,0-1 74,-2 0 0,0 0 0,-3 1 13,1-1 0,-1 0-17,-1 0 0,1 0 199,-2 0 1,2 0-185,-4 0 0,2 0 0,1 0-8,0 0 1,1 0 0,1 0-120,-4 0 0,1 0 0,0 0 0,-1 0 101,1 0 0,0 0 0,-2 0 0,11 0 0,-3 0 6,-11 0 0,-1 0 16,11-1 0,3-1-13,-12 1 0,1 0 0,1 0 50,7-1 1,1-1 0,-1 1-27,-6 0 1,-1 1 0,0-1 11,11-1 0,-2 0-1,-12 1 1,-1 1 22,0-1 1,-1 0-29,-3 1 0,0-1 620,4 1 1,0-1-537,11-1 141,-3 1-242,-16 1 2203,-12 1-2438,-3 0-2442,-5 4 2655,-4 4 0,1-2 0,0 0 0</inkml:trace>
  <inkml:trace contextRef="#ctx0" brushRef="#br0" timeOffset="2766">13451 4840 10485,'1'-5'1008,"0"1"-515,14 3 0,7 2-280,4-1-146,3 1 0,3 0 39,1 0 1,-1 0-1667,-3 1 0,0-1 1571,-2 0 0,1 0 0,0-1 0,6 1 1,3-1 102,-8 0 1,2 0 0,2 0 0,0 0-44,-4-1 1,0 0 0,2 0 0,0 0 0,3 0-342,-3 0 0,1 0 0,2 0 0,1 0 0,0 0 0,0 0 0,-2 0 0,-1-1 277,1 1 1,-2 0-1,0-1 1,-1 1 0,1-1-1,1 1-21,4-1 0,1 0 0,0 1 0,1-1 0,-2 0 0,0 1 16,-2-1 0,0 1 0,-1 0 1,0 0-1,-2 0 9,1 0 0,-1-1 1,-1 1-1,2 0-5,0 0 1,0 0 0,1 0 0,1 0 0,-1 0 1,0 0 1,0-1 0,0 1 0,-1 0 0,-1 1-311,1-1 1,-2 0 0,0 0-1,2 0 302,-2 1 0,3-1 0,0 0 0,-2 0 0,-1 0 15,6 1 0,-2-1 0,-1 1-15,0-1 0,-1 1 0,0 0 7,-2 0 1,0-1-1,0 1 126,-3 0 1,0 0 0,1 0-116,5 0 1,1 0 0,-2 0 9,2 0 0,0-1-6,-7 1 1,1 0-1,-2 0 0,-2-1 1,-1 1 66,-2 0 1,-1 0-28,0-1 0,-2 1 1917,13-1-1598,-2 0 1254,-13 0-1254,-3 0 2436,-12 1-2862,0 0-867,-6 0-2365,-11 1 2849,-11 2 1,8-1 0,0 1 0</inkml:trace>
  <inkml:trace contextRef="#ctx0" brushRef="#br0" timeOffset="4280">17173 4121 10705,'30'-11'160,"0"-1"0,0 1 0,0-1 0,-1 2 0,0-1 0,0 1 0,-2 1-168,1 2 1,-3 1 0,2 1-428,2-1 1,0-1 0,0 1 236,2-1 0,-1 1 1,3-1-623,1-1 1,2 0 0,0-1 0,-2 1 732,2-1 0,-1 0 1,-1 0-1,0 0 1,0 1-1,-5 0 1,-9 2-1,-1 0 0</inkml:trace>
  <inkml:trace contextRef="#ctx0" brushRef="#br0" timeOffset="4550">18220 3667 14339,'22'24'97,"0"1"0,-6-6 0,1-1-92,6-2 1,-1 0-17,2 4 22,-5 9 34,-12 0-34,-14-9 0,-5-1-34,0-3 1,-2-1-599,-11 1 1,-2 0-635,4-3 0,1-1 1255,-2 0 0,3 0 0,-5 2 0,8-4 0</inkml:trace>
  <inkml:trace contextRef="#ctx0" brushRef="#br0" timeOffset="5497">18838 3545 12479,'-17'-19'1053,"1"-1"0,1 2 1,2 3-461,6 9-211,2-1 122,0 1 78,1 2-660,2 3 78,1 9 56,6 9-45,4 14-443,-2-11 0,0 2 437,1 1 1,0 3 1,-2-1 1,0 2-1,-1 0-3,-1 2 0,-1 0 0,0 1-4,0 4 0,0 1 0,-1-2 0,-2 5 0,-1-3 0,0-9 0,-1-4 22,-1-7 112,0-7 1,1-5-23,-2-4 12,-3-7 88,-6-17-200,5 0-18,3 6 0,2-1-16,1-8 22,7 1 842,2 3-954,14-1-235,9 8-91,-7 7 1,1 1 246,-4 3 1,0 0 50,1 0 0,-1-2 106,0-3 1,-2-2 33,8-12 22,-11 7 0,0-1-10,-1-14 94,-7 8 1,-2-1 262,-2 1 1,0 0-163,-2 1 1,0 1 263,-5-10-146,-2 20-113,-1 7-391,3 6 179,-1 12 0,3 11 0,1 8 0,0-2 0,0 3 0,-1 1-279,0 0 0,0 1 0,0 0 0,0 1-80,1 0 0,-1 0 1,1 0-1,0-2-71,-2 1 1,-1-1 0,4-3-1210,7 6 1,3-7 818,9-11 1,3-8 0,-8-10 0</inkml:trace>
  <inkml:trace contextRef="#ctx0" brushRef="#br0" timeOffset="5864">19337 3773 12031,'18'6'89,"0"0"1,12 2 884,-11-25 573,-11-1-337,-3-13-773,-13 11-123,-9 6-23,-4 10-156,-3 6-12,-4 8-56,-4 9-1271,16-6 0,0 3 1204,-1 1 0,2 2-649,-3 11 0,2 1 649,6-8 0,2 1-82,-2 6 1,4 0 70,11 6-146,7-7-980,7-12 0,3-4 302,-2-5 0,0-2-804,10 2 1,1-3 1334,-6-6 0,-2-1 0,4 1 1,-5-3-1</inkml:trace>
  <inkml:trace contextRef="#ctx0" brushRef="#br0" timeOffset="6263">19699 3775 16131,'-34'5'250,"0"0"1,6-3-1,3 5-211,4 17 1,5 4-40,6-9 0,4 0-23,1 2 1,2-2 22,10 4 179,10-14 56,3-8 135,14-14-207,-14 3 0,1-2-12,3-4 0,0-1-22,-5 3 0,-2 2 95,5-6-224,-16 14 0,-4 3-124,-2 1 113,2 4-280,1 4-1704,5 10-179,1-3-1103,4 3 3270,0-9 0,-5-6 0,-1-1 0</inkml:trace>
  <inkml:trace contextRef="#ctx0" brushRef="#br0" timeOffset="6497">19984 3570 12658,'0'-26'1092,"0"1"0,0 3 0,0 1 506,0-10-1026,-1 12-561,-3 15-11,-2 16 56,-5 17-913,4-5 0,0 2 868,-1 5 0,0 4-11,3-7 0,0 3 0,-1 1 0,2 1-14,0 2 0,0 0 0,1 1 0,0 1-381,0-2 1,0 1-1,0 1 1,1-2-1,-1-1-386,2 1 1,0-2 0,0-1 0,0-2-296,0 5 1,1-2-1,0-5 1076,0-6 0,1-5 0,-1 3 0,1-11 0</inkml:trace>
  <inkml:trace contextRef="#ctx0" brushRef="#br0" timeOffset="6783">19933 3744 13021,'31'-9'164,"1"-1"0,-3 3 0,-1 4 94,5 14-146,-12 2 0,0 1-11,6 9-90,-11-8 1,-3 0 525,-4 6-448,-4-1 240,-6-1 52,-22 5-353,3-11 0,-3-1-807,-10 3 1,-2-1-861,5-3 1,0-2 1268,3-2 0,4-2 0,5-2 0,7-2 0</inkml:trace>
  <inkml:trace contextRef="#ctx0" brushRef="#br0" timeOffset="7598">20794 3543 14439,'25'16'213,"-5"8"-219,-14 8 1,-5 6-304,1-13 1,-2 0 0,0 0 323,-1 4 0,-2 0 0,1-2 24,0 3 1,-1-4 83,-5 7 859,6-25 94,2-5 40,0-4-948,0-8 23,0-7-74,3-3 1,1-3-50,4-11-109,-1 10 0,1 1 41,4-5-23,0 8-10,-4 7-135,0 6 123,-2 22 0,0 13-23,-3 6-22,-2-16 1,0 0-224,1 4-23,0-5-34,2-5 667,1-6-297,2-4 101,3-7-11,3-7 206,-1-4 1,0-2 17,9-12-430,-6 7 0,-1 0 386,7-8 21,-10 13 0,0 0-123,3-4-380,2 8 212,-9 20 0,2 12-56,-2 10-292,-2 4-78,-4-15 0,0 1-11,0 1 1,-1-1-69,0 0 1,0 0-1135,2 2 1,1 0 818,5 2 1,-2-3 0,1-18 0</inkml:trace>
  <inkml:trace contextRef="#ctx0" brushRef="#br0" timeOffset="8699">21356 3768 12277,'0'-4'1356,"0"0"-1199,0 4-123,14 16-23,3-10 67,4 10 12,-2-17 346,-7-11 864,-5-8-448,0-8-594,-9 6-45,-5 3-101,-5 11-56,-4 3-56,-3 6 11,-3 8-11,0 6-28,7 3 0,2 3-79,3 0 1,2 2-175,-1 0 1,2-1-151,3-3 0,5-1-600,7 2-1087,25-5 947,-8-10 0,2-3 409,0-1 0,1-3 63,2-1 0,-2-3 699,-9-1 0,-1-1 549,14-10 314,-4-2-12,-3 0-44,-4-1 145,-3-1 987,2-9-1256,-6 8-33,0-7 470,-7 6-55,-3 8-572,0 2-493,-4 8-79,0 6 79,0 6 357,0 2-301,-2 10-11,-2 4 11,-2 4 224,1 0-157,0-1-77,1-3-12,1-5 156,1-5 392,1-7-33,0-2 247,1-3-650,2-4-135,6-10-22,9-6-34,5-3 22,-2 7-66,-1 9 55,-9 8-44,3 3-1,-1 2-33,-1 3-33,0-1 22,-1 0 67,-1-3 56,-1-2 0,-1-2 11,1-1 45,1 0 22,7-4 23,0-3-23,3-1-66,-8 2-24,-6 4-21,-4 2 22,1 0-1,2 4-10,2 1 0,2 3-113,3 2-22,-3-3-22,2 0 78,0-5 112,0-2 90,12-10-45,2-6-34,2-2 12,-1-1 11,-11 9-12,-2 2-33,-3 3-22,-1 3-57,-1 1 57,0 1-23,1 3-168,2 7-1355,-1 10 234,1 3-716,-2 3-303,-1-7 2353,10 2 0,-10-10 0,5-1 0</inkml:trace>
  <inkml:trace contextRef="#ctx0" brushRef="#br0" timeOffset="9780">22407 3698 15045,'-8'-36'2789,"0"8"-2755,2 24-34,1 2-11,-1 8 11,-2 5 0,-3 20 0,4-6 0,0 8-235,5-13-191,2-5-11,2-3-34,2-3 68,4-6 381,8-3 55,3-13 46,-1-1 167,-2-9 180,-9 2 481,-4-14-503,-7 6-191,1 10 0,-2 1 201,-9-5-190,-3 5-168,2 5-11,2 5-45,3 4-134,4 3 67,3 5 11,1 4 11,2 6-112,18 8 90,0-6 39,-1-7 0,2-1-51,14-4 46,3-2 22,0-3 16,-11-3 1,0-1 10,-4 0 1,-1 1 28,-1-2 0,-2 0-23,1 1-22,-15 4-67,-3 1 22,0 2 45,0 5 12,0 5-12,0 4-12,0 1 1,0 1-224,0-2-79,2-3-34,3-3 192,3-3 156,4-4 78,10-4 79,4-12 78,-8 3 1,-1-2-113,-3-1 0,-1 0 39,0-3 1,0 1 95,3-8-57,0 0-33,-1 3-134,-3 4-23,-3 5-11,-4 7-67,-3 2-146,-2 3 191,2 5-79,-2 5-235,2 9-157,-1 5-12,2-4 1,3 0 134,4-2 1,4 0-550,3 1 0,2-2 728,-1-6 1,1-4 190,14-2 90,-15-11 335,-1-2 259,-3-6 0,0-2-90,-3-2 268,2-9-683,-4 5 45,1-5 203,-5 13-427,-2 5-11,-2 4-258,-1 5 269,0 8-23,-7 27 23,5-4 0,1 5-604,0-2 0,0 3 0,0 0 634,1-4 0,1-1 0,0 1-23,1 1 1,0 1-1,0-4-1,-2 1 0,-1-2-135,-2-4 0,-2-2 129,-2-4 0,-1-2 56,-13 6 23,-1-11 156,1-7 392,1-6-234,-1-9-46,2-5 11,0-10-369,10 2 0,4-3-796,7-4 0,8-1-286,6 2 1,5 0 0,1 1 727,0 3 1,2 2 0,0 2 0,-1 3 0,0 1 0,-2 3 0,-4 4 0,1-1 0</inkml:trace>
  <inkml:trace contextRef="#ctx0" brushRef="#br0" timeOffset="10781">21749 3649 10328,'0'-3'2980,"0"0"-1815,0 3-1199,0-6 146,0 19 12,0-3-68,0 21-23,0-1 34,0 0-11,0 1-21,0-4-2,0 0 35,0-12 1040,1-1-245,2-12-191,10-16-44,9-13-398,-7 7 0,0-3-79,1 1 0,-1 0-123,-4 6 0,0 1-62,1-3-122,-7 12 144,-3 7-10,3 5 11,0 5-146,6 12 23,-3-4-102,3 3 24,-4-11 200,0-3 12,-1-5 124,8-2-68,-2-7 67,7-4 470,5-14-352,-11 11 1,1 0 94,11-13-191,-4 4-100,-12 13-45,-3 4-34,0 3-33,5 8-269,5 15-650,2 2 162,-8-5 1,0 0-2454,6 9 3202,1 1 1,-7-13 0,-1-4 0</inkml:trace>
  <inkml:trace contextRef="#ctx0" brushRef="#br0" timeOffset="11713">18409 2903 13341,'-22'-1'422,"-1"0"0,-4 5 0,1 4-422,8 5 0,2 2-11,-1 2 0,3 2-338,3 3 0,4 0 349,3 12 102,12-11 1,4 0-148,3-2 0,2 0-174,8 3 1,3-2 218,-2-3 0,-1-3 58,-7-5 0,-2-1-36,1 5 46,-13-8 66,-8-3 546,-7 1-231,-23-1-377,9-2 1,-2-1-73,0 1 0,0-1-251,0-1 1,1 0 194,-5 0-1928,7-5 1984,22-8 0,-3 5 0,15-5 0</inkml:trace>
  <inkml:trace contextRef="#ctx0" brushRef="#br0" timeOffset="12146">18755 3028 15594,'-22'-2'63,"0"0"1,-4 6-1,2 7-63,8 6 0,3 4-34,-1 2 1,2 0-34,-3 10 56,15-13 11,5-15 179,12-4-22,12-15-23,-9 5 0,0-2-27,-2-1 0,-2 0 27,0 0 1,-2 1 201,-1-1-79,-5 6-22,-4 3-302,-2 2 45,3 10-247,5 8-538,2 2-459,4 1-919,-1-9 2185,6-5 0,-11-3 0,3-3 0</inkml:trace>
  <inkml:trace contextRef="#ctx0" brushRef="#br0" timeOffset="12531">18937 3042 14283,'-3'-33'2801,"0"8"-2879,0 27 78,0 7 33,6 9-10,2 6-12,2-5 0,1 0-90,1 0 1,1 0-326,3 0 1,-1-2 280,6 5 123,-4-14 146,-9-8-34,-1-6 303,-1-4 77,0-8-144,0-3 459,-1-12-337,-2 1-403,-2 1 23,0 9-68,0 13-201,0 5 90,11 6-471,12 9-326,2 0-134,7 6-178,-10-7-2079,10-1 1421,-6-4-160,9-1 2016,-7-6 0,-12 2 0,-2-1 0</inkml:trace>
  <inkml:trace contextRef="#ctx0" brushRef="#br0" timeOffset="12980">19338 3022 15415,'0'-32'884,"-1"6"-928,-1 26-24,0-1 12,1 1-179,-1 0 235,6 0 11,-2 0 180,4 0-102,-5-2 91,-1 0-68,0-3-11,-1 2 22,-7 0 168,-5 1-246,-2 2-34,0 5-11,4 3 0,3 13 0,2 4-672,9 7 33,7-7 23,9-5-549,7-9-1065,4-3 739,6-3 1491,-8-4 0,0-1 0,-1 0 0,10-1 0</inkml:trace>
  <inkml:trace contextRef="#ctx0" brushRef="#br0" timeOffset="13367">19637 2991 12277,'-7'-24'1092,"0"0"0,2 4 0,-2 4-402,-14 6-409,4 9-259,1 7 23,0 5-45,2 10 0,1 5-62,9-7 1,1 1-1104,2 14 693,7-3 36,7-15 212,4-13 0,11-13 257,-13 0 1,0-4 201,4-7 0,0-3-360,-5 2 0,0-1 421,-2-2 1,0-1-39,-5 6 0,0 0-34,0-1 0,-1 0 28,-1-1 0,-1 1-28,0 1 0,-2 1 337,1-14-91,-2 11-470,-1 10-78,-1 14 78,0 14 0,1 15-34,-1-12 1,1 3-586,1 12 1,3 3-312,1-12 0,1 0 0,2-1 822,3 3 0,3 1 0,-1-4 0,-1 1 0,1-4 1,2-9-1,0 0 0</inkml:trace>
  <inkml:trace contextRef="#ctx0" brushRef="#br0" timeOffset="13881">20282 2850 17106,'-11'17'0,"-1"0"0,-6 14-44,20-14-57,3-2-493,12-3 459,0-6 135,7-2 11,-5-9 12,-1-3 55,0-6-33,3-8 135,-4 3-35,-3 2-212,-8 8-90,-5 8 135,-1 7 22,0 1-34,0 7-45,0 0-89,0 1-268,0-1 413,3-7 247,2 0 112,4-10-111,3-2 66,11-10-101,1 2-156,7 1-34,-11 5 0,-4 8 0,-6 2-202,-2 2-560,-1 3-1221,-3 1-1294,-2-1 2961,-1 0 1,-1-4 0,0-1 0</inkml:trace>
  <inkml:trace contextRef="#ctx0" brushRef="#br0" timeOffset="14080">20422 2523 14182,'-4'-1'381,"1"0"-2913,3 1 2532,25 26 0,-18-20 0,18 20 0</inkml:trace>
  <inkml:trace contextRef="#ctx0" brushRef="#br0" timeOffset="18413">9517 6788 10013,'8'30'2376,"5"-2"-1765,-5-5 0,2-1 55,5-8 1,1-4-96,17-1-749,-12-11 0,2-4 379,-2-2 1,2-3-60,3-4 0,2-3 0,1 0-103,-6 2 0,1-1 1,1 0-1,0-1-233,-1 1 1,2 0 0,0-2 0,0 1 0,-1 0-536,6-4 1,0-1 0,-1 1 0,-2 2 728,3-2 0,-2 1 0,-2 2 0,2-1 0,-5 3 0,-5 5 0</inkml:trace>
  <inkml:trace contextRef="#ctx0" brushRef="#br0" timeOffset="21381">13747 7870 15482,'3'33'1804,"14"-7"-874,20-31-684,-8-4 1,1-3-1103,-2 0 0,-1-2 872,3-4 1,-2-2-17,-7 5 0,1-2-643,-2 2 1,2-1 0,1-1 642,2-5 0,0-2 0,-1 2 0,3 1 0,-2 0 0,-3-1 0,1 0 0</inkml:trace>
  <inkml:trace contextRef="#ctx0" brushRef="#br0" timeOffset="26347">4735 9365 13969,'-3'0'1871,"1"0"-1754,24-2 1,14-2-2166,1 1 2052,-10 1 0,4-1 0,-1 1 7,-2 1 0,-2 0-11,3 0 0,0 1 11,1 0 0,0 0 0,-1 0 1,0 0 55,-2 0 0,-1 0 281,-2 0 0,-1 1-314,0-1 0,0 0 403,6 0-67,-5 0 1633,-15 0-1689,-7 0-785,-1 0-2173,1 0-633,0 0 2894,1 0 0,-1 0 0,0 0 0</inkml:trace>
  <inkml:trace contextRef="#ctx0" brushRef="#br0" timeOffset="27931">7331 9312 13555,'31'-3'-826,"1"0"1,1 0-1,0 1-813,-4 2 1,1 2 982,3 2 1,-2-1-1,5 2 1,-7 1 0</inkml:trace>
  <inkml:trace contextRef="#ctx0" brushRef="#br0" timeOffset="28146">8374 9404 11784,'26'-7'-547,"0"-1"1,2 0 0,-2 3 0,-4 2 0,-1 2 0</inkml:trace>
  <inkml:trace contextRef="#ctx0" brushRef="#br0" timeOffset="28432">9471 9377 13296,'22'-2'-820,"1"0"1,7 0 0,-19 1 0</inkml:trace>
  <inkml:trace contextRef="#ctx0" brushRef="#br0" timeOffset="28664">10301 9394 13409,'-3'0'-3277,"0"0"2838,3 0 0,0 0 0</inkml:trace>
  <inkml:trace contextRef="#ctx0" brushRef="#br0" timeOffset="30880">4444 10438 10700,'27'3'-363,"0"-1"0,0 1 0,0-1 0,1 0 0,-1 0 363,8-2 0,-2 0 0,-12 0 0,-2 0 0,16 0 0</inkml:trace>
  <inkml:trace contextRef="#ctx0" brushRef="#br0" timeOffset="33199">5133 9357 8938,'6'0'1019,"0"1"-727,-6-1-79,28 16 851,-7-8-778,1 3 0,5-1 78,5-5 0,1-2-166,-5-1 0,1 0-135,-2 0 1,2-1-1,-1 0-662,6-1 0,-2 0 644,3 0 0,0 0-23,0 0 1,2 0-1,-10-1 0,2 0 1,1-1-1,0 0-19,2 0 0,1-1 0,0 0 0,2 0-1,-2 0 0,2-1 0,1-1 1,-1 1-1,-1 0-448,1-1 1,-1 1 0,0 0-1,-1-1 446,-2 0 0,1 0 0,-2 0 0,-2 1 0,-1 0 0,-2 0 0,-1 0 0,12-1 0,-1 1 0,-2-1 0,0 2-166,-6 1 0,1 1 0,0 0 169,-1-1 1,1 2 0,1-1-4,7 0 0,2 1 0,-2 0 0,-7 0 0,-1 0 0,0 0-247,-1 0 1,0 0 0,-1 0 240,-1 0 1,0 0 10,6 1 1,1 0 265,4 1 1,1 1-269,-6-1 1,1 1 0,-1-1-8,-5 1 0,-1 0 1,-1 0-25,11 1 0,-3 0 28,-12 0 0,-1 0 22,0 1 1,1 0-23,1 0 0,1 0 722,10 2 0,1 1-767,-4-2 0,-1 1 39,8 2 1,0 0 94,-12-2 1,0 1-16,1-1 0,-1 1-69,-4-2 1,0-1-6,-1 0 0,0-1 971,12 3-982,-8-2 565,-5-1-577,17 5 90,-11-2-204,-3-1 0,-1-1 126,4 1 413,-1 0-414,-6-3 188,-4-1-209,0 0-34,-7 0-57,1-1 310,-6-1-1509,0 2-1954,-9 1 2636,0 1 1,-1-1-1,3-1 1</inkml:trace>
  <inkml:trace contextRef="#ctx0" brushRef="#br0" timeOffset="33413">8008 9509 15314,'24'-1'-421,"0"0"1,13 0-1081,-4 1-774,-11 0 2275,3-2 0,-12 1 0,1-1 0</inkml:trace>
  <inkml:trace contextRef="#ctx0" brushRef="#br0" timeOffset="33580">8203 9430 15448,'-16'-2'-112,"3"6"112,12 10-751,1 6-2526,0 2 3264,0 0 0,0-9 1,0-4-1</inkml:trace>
  <inkml:trace contextRef="#ctx0" brushRef="#br0" timeOffset="34199">9430 10234 14574,'37'2'154,"0"0"1,1 1 0,0-1 0,0 0-1,-2-1-154,-7-2 0,-1 1 0,2-2-478,1 1 0,2-1 0,1 0 0,-1 0 506,-3 0 0,0 0 0,-1 0 0,1 0 137,4-1 0,0 0 0,-1 0 1,-3 1-39,-1-1 0,-3 1 0,-1-1 125,1 1 0,-4-1 859,-2-1-662,-8 1 184,-3 1-521,-5 0-101,-1 1-3288,-2 1 3499,0 7 1,-1-5 0,0 5 0</inkml:trace>
  <inkml:trace contextRef="#ctx0" brushRef="#br0" timeOffset="36431">15054 10288 12176,'32'0'635,"1"-1"0,1 1 0,1 0-529,1 0 1,1 0-1200,-8 0 1,1 0 0,1 0 878,3-1 1,1 0 0,3 0 216,-10 0 1,3 0 0,0-1 0,2 1 0,1-1 0,0 0 20,0 1 0,0-2 0,1 1 0,1 0 0,0-1 0,2 1 0,1-1-168,-8 1 1,2 0-1,0 0 1,2 0-1,0 0 1,0 0-1,0 0 1,0 0-1,0-1 1,-1 1-1,0 0 165,3 0 0,-1 0 0,0-1 1,0 1-1,0 0 0,0 0 0,-1 0 1,1-1-1,1 1-79,-3 0 0,0 1 0,1-1 0,0 0 1,0 0-1,0 0 0,0 1 0,-2-1 1,0 0-1,-1 1 75,5-1 1,-1 1-1,-2-1 1,0 1 0,0 0-1,0 0 1,0-1-179,0 1 1,0 0-1,0 0 1,0 1-1,-1-1 1,1 0-1,-1 0 166,5 0 1,-1 1 0,0-1-1,0 0 1,0 1 0,2-1-17,-6 1 1,0 0 0,2-1 0,-1 1 0,1 0 0,0-1 0,-2 1 0,0 0 28,6 0 1,-1 0 0,-1 0 0,0-1-1,-1 1 1,1 0 29,0 0 1,0 0 0,0 0 0,0 0 0,-3 0 0,-3 0-49,11 0 0,-4 0 0,-6 0 620,-5 0 0,-7 0-440,-10-1 2336,-4-1-1720,-3-1 1756,-1 0-2496,-2 2 2479,0-1-3800,-6 2-1828,-5-1 3093,-11 4 0,9-2 0,0 3 0</inkml:trace>
  <inkml:trace contextRef="#ctx0" brushRef="#br0" timeOffset="100965">5949 3827 15919,'14'24'818,"3"-6"-549,1-16-12,6-2 34,6-2-61,-2-7 0,2-2-141,-6-1 1,2-1 0,0-1-910,-1-1 1,2-1 0,0-2 0,-2 2 698,5-4 1,-2 0 0,-1 0 131,0 0 0,-1 0 1,-2 1 449,-1 1 0,-1 0-456,3-2 1,0 0 352,-5 4 1,0 0-359,0-1 0,0 1 12,3-4-1,-12 11 67,-6 5 124,-4 4-3479,0 0 2645,-5 1 0,4-1 1,-4 0-1</inkml:trace>
  <inkml:trace contextRef="#ctx0" brushRef="#br0" timeOffset="103364">17986 2628 12300,'-26'6'362,"0"-1"0,3 1 1,1 4-251,5 8 0,2 3-792,4-5 0,0 1 719,-3 7 1,1-1-29,6-5 0,0 0-85,-4 17 113,6-16 1,0 2 217,-1 11 1,1 3-12,2-7 1,1 0 0,0 3-748,0-2 1,0 2-1,1 0 1,0-1 548,1 5 1,1-1-1,1-1-18,-1 2 0,1-1 0,1-2-219,3 4 0,1 0 252,1-2 1,0 2-1,2 2-21,-2-9 0,1 1 0,0 0 0,0 1-278,0-1 0,1 2 0,0 0 0,1 0 1,-1-1 254,0 0 1,1 0 0,0-1 0,0-1-15,0 0 1,0-1-1,0 0 1,0-2-133,0-1 1,0-2-1,1 0 127,1 0 0,-1-1 0,2 0 11,0 0 0,1 0 1,0-1-9,2 0 1,0-1 0,2 0-4,0 1 0,1-1 0,3 0-205,4 0 1,4 1-1,2-1 1,1-1-343,-7-6 1,1 0 0,2-1 0,0-1 0,0 0 0,0 0 353,2 1 1,0-1 0,1 1 0,-1-1 0,-1-1 0,-1-1 0,7 2 0,0-2 0,-3 0 0,-3-3 0,5-1 0,0 0 0</inkml:trace>
  <inkml:trace contextRef="#ctx0" brushRef="#br0" timeOffset="104447">23697 2931 12568,'-2'-4'1200,"1"1"155,1 3-750,17 22-426,-3 0-129,0-1 1,0 4-401,-4-2 1,0 2-1,-1-1 507,2 7 1,-1 2-521,-1-3 0,0 2 0,-1-1 433,-2-4 1,-2-2 0,0 2-26,0 1 0,-1 2 0,-1-1-12,1 1 1,-1 1 0,-2 1 27,-1 2 1,-1 3-1,-2 0 1,0 0-47,-1-7 1,0 0 0,0 0 0,-1 0-1,0 0-15,1 0 0,-1 0 0,0 1 0,0-2 0,-1 0-478,-1 4 0,-2-1 0,1-1 1,0-2 477,1-3 0,0-1 0,1-2-6,-4 11 1,1-1-86,1-2 0,-1-1-3,2-6 1,-1 0 0,0 0-395,-3 5 1,0 0-107,1-2 1,0-2 593,-3 1 665,10-20-587,4-5 2769,0-1-2141,0-5 2520,0-2-2789,0-2 327,0 2-439,0 4 247,0 2-2051,-1 0-1798,-7-2 2457,-1 0 1,-1-1 0,4 3 0</inkml:trace>
  <inkml:trace contextRef="#ctx0" brushRef="#br0" timeOffset="114117">9628 8560 9812,'1'5'3276,"0"-1"-1969,-1-4-971,6 0-134,9 0-157,3 0-45,8-2 11,-6 1 0,2-2-11,-1 1-11,10-1 11,-8 0 0,6 0-45,-10 2-12,0-1 35,0 0-112,0-1-34,-2 1 123,10-2-280,1-1-123,8 0 135,-9 1 99,-3 0 169,-8 1 34,2 2 11,2-1 0,6 1 0,-4 0-34,4-1 12,-9 0 22,-1 0 56,-1 1-45,6 0-11,-1 0-11,8 0 11,-6 1 22,5 0-22,-5 0-11,4 0-258,-6 0-89,6 0 358,-8 0 123,3 0-100,-1 1 10,2 0-33,-4 0-11,0 1 0,-5 0 11,-4 0 0,4 2 112,2 0-45,5 2-45,4 0-22,11 2 0,-8-2-71,0-1 0,7 2 1,-5-2 2,3 1 57,-7-2 0,4 2 0,-8-3 11,-10-3 0,-1 0-23,-2 0 23,1 0 12,1 0-1,1-1-11,-1 1 56,11-1 818,-1 1-795,12 0-46,-3 0 1,0 1-34,-4-1-79,-3 3-201,-5 0 280,1 1 135,0 2 178,6 0-290,4 0-23,-8-2 0,-1-1-67,6 2-293,4-1 248,-13-1 112,-1-1 382,2 1-348,7 0-23,-7-1-45,5 1-89,-10-3 89,-2 0 1,-1 0 10,1 0 12,-2 0 11,2 0 0,-3 0-22,0 0 22,3 0 56,12 0-56,-2 0 11,11 0-33,-8 0 22,-2 0-80,-4 0-144,0 0-78,3 0 268,5 0 12,-4 0 0,-3 0 22,-6 0-23,-1-1 12,1 0 0,1-1-23,0 1 34,6 0-33,0-1-12,-1 0-224,-3 0 135,-2 0-46,14-1 136,2 1 32,4-3-77,-10 3-203,-4-2 236,-10 1 56,5 0 0,3 0 505,7-1-505,0 1-203,6-1 58,-12 2 145,6-1 129,-5 2 0,1 1-314,0-1 0,0 0-913,4 1 0,0 0-1155,10 0 2253,-8 0 0,-4 0-526,1 0 526,-5 0 0,-8 0 0,-6 0 0</inkml:trace>
  <inkml:trace contextRef="#ctx0" brushRef="#br0" timeOffset="117617">18154 8984 18496,'2'4'-11,"0"1"0,-3 3 11,1 3 11,0 3 45,5 7-56,1-6 11,6 3 34,2-8 11,16 0-40,-8-7 1,2-1-6,9-1 1,2-2-420,-5-2 0,0 0 408,1-2 0,-1-2 0,-10 0 0,0-1 28,7-4 0,0-1 0,-4 0 0,1 0-12,3-4 1,-1 0-12,-4 2 1,-3 0 6,7-6 32,-7 6-44,-9 6 56,-2 1 112,-4 1 1153,-1 0-1108,-3 3-90,0 0 34,0 0-34,0 2-33,0-1 11,0 1-146,0 0-2745,-4-1-487,-11 1 2723,-10 0 1,8 2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20:04:50.8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4032 4943 13074,'37'3'92,"0"-1"1,-10 0-1,-1 0 1,1-1-82,0 1 0,-1-1 0,1 0-1104,3 1 1,1-1 0,1 1 911,1-1 0,2 0 0,-1 0 229,2 0 1,1 1 0,0-1-148,-9 0 0,1-1 0,1 1 0,-1 0 104,1-1 1,0 1 0,-1-1-1,1 1 9,1-1 0,-1 1 0,0-1 0,0 0-14,0 0 0,0 1 0,0-1 0,-1 0 0,-1 1 0,0-1 0,0 0 0,1 0-23,5 0 1,2 1 0,-1-1 0,0 0-269,-3 0 0,-1 0 0,0 0 0,1 0-529,4 0 1,2 0 0,-2 0 0,-2 0 350,0 0 1,-2 0 0,-2 0 0,0 0 0,-4 0 0,-4 0 0</inkml:trace>
  <inkml:trace contextRef="#ctx0" brushRef="#br0" timeOffset="431">7352 4918 12490,'-4'-1'381,"1"0"44,33-4-229,-3 3 1,5-1-782,-5 0 1,3 1 0,1-1 0,2 0 756,-1 1 1,1-1-1,2 1 1,0-1 0,1 0-541,-1 1 1,0 0 0,1-1 0,1 1 0,-2 0 0,0 0 367,2-1 0,0 1 0,-1 0 0,0-1 0,0 1 0,0 0 0,0 0 0,0 0 0,-1 0 0,-2 1 26,-3-1 1,-2 1 0,0 0 0,2 0-594,1 1 0,1-1 0,2 1 0,-1 0 0,1-1 567,1 1 0,1-1 0,0 1 0,-1 0 0,-2 0 0,0 0 0,-2 0 0,-1 0 0,0 0 0,3 0 0,1 0 0,-1 0 0</inkml:trace>
  <inkml:trace contextRef="#ctx0" brushRef="#br0" timeOffset="902">10512 5008 14462,'33'-2'209,"1"-1"0,0 1 0,0 0 0,1 0 1,0 1-1,1 0-1029,0 0 1,0 1 0,0 0 0,2-1 613,-5 1 1,1-1 0,1 0 0,-1 1-1,-1-1 304,1-1 0,-1 1 0,0 0 0,1-1-53,0 1 0,2-1 0,-1 1 0,0-1-120,0 1 1,0-1 0,1 1-1,1-1 80,-5 1 1,1 0 0,1-1-1,1 1 1,0 0 0,-1 0-20,-1 0 1,0 1 0,0-1 0,0 0 0,0 1 0,1-1-296,-1 0 0,0 1 0,1-1 0,0 0 1,-1 1-1,0-1 0,-3 1-347,4 0 1,-2 0-1,-1 0 1,-1 0 0,0 1 559,1-1 0,-1 1 0,-1-1 0,-6 1 0,-2 0 0,-4 0 0,8 2 0</inkml:trace>
  <inkml:trace contextRef="#ctx0" brushRef="#br0" timeOffset="1950">13779 4856 16282,'34'3'92,"-1"1"0,1 0 0,-1-1 0,1 1 0,-1-1 0,0 0 0,1-1 0,-2 0 0,0-1-912,1-2 1,-2-1 0,1 0 0,0-1 446,3 0 1,1 0-1,0-1 1,1 1 374,-7 0 0,0-1 0,1 1 1,0-1-1,2 1-56,-3-1 0,2 1 0,0-1 1,1 1-1,0-1 0,0 1 0,-1-1-70,3 1 1,0 0 0,0 1 0,-1-1 0,1 0 0,1 1-346,-3-1 1,1 1 0,1-1 0,0 1 0,-1 0 0,-2 0 0,-1 0 140,3 1 0,-2 0 0,-1 0 1,-2 1-1,-2 0 0,3 0 1,-3 0-1,-4 0 0,9 1 1</inkml:trace>
  <inkml:trace contextRef="#ctx0" brushRef="#br0" timeOffset="3148">16508 4959 10966,'37'-1'293,"0"-1"1,-10 2 0,2-1-1,0 0 1,1 0-14,4 0 0,-1 0 0,3 0 1,1 0-750,-7 0 1,1 0 0,2 0 0,0 0 0,1 0 0,-1 0 0,-1 0 287,3-1 0,0 1 1,-1 0-1,1 0 0,-1 0 1,2-1 64,-3 1 1,1 0-1,0 0 1,1 0-1,-1 0 1,-1-1 0,0 1 153,4 0 0,-1 0 0,0-1 0,0 1 0,4 0 1,-8 0 0,2 1 0,2-1 1,0 0-1,0 1 0,1-1 0,0 0 1,0 1-19,-3-1 0,0 1 0,0-1 0,0 1 0,0-1 1,1 1-1,0-1 0,1 1 0,0-1-45,-1 1 0,0-1 1,1 1-1,1-1 0,0 1 1,0 0-1,0-1 1,0 1-1,-1 0 0,-1-1 1,-1 1 34,2-1 0,-1 1 0,-1 0 0,0-1 1,-1 1-1,0 0 0,0-1 0,0 1 0,0 0-135,1-1 0,1 1 0,-1 0 0,1-1 0,-2 1 0,0-1 0,-2 1 0,0 0 133,5-1 0,-1 1 0,-2-1 0,-1 0 0,1 1-3,-1-1 1,-1 1 0,1-1 0,-1 0 0,-1 1-7,6-1 0,-1 0 0,-1 0 0,2 1 156,-5-1 1,1 0 0,0 0 0,-1 1 0,-1-1-163,0 0 1,-1 1-1,-1 0 1,0-1-1088,8 0 1,-2 0 0,-4 0 978,-5 0 1,-6-1 0,-9 1 0,-10-1 0</inkml:trace>
  <inkml:trace contextRef="#ctx0" brushRef="#br0" timeOffset="8900">3646 6864 12748,'-33'8'545,"-1"-1"0,3 1 0,5 0-533,10 7 21,2 3-33,3 2 0,1 5 23,3 4-12,1 5-193,3-14 1,0 0 281,0 1 1,1 1 56,-1 1 1,1 1 133,-1 11 0,1 3-161,1-11 1,0 1 0,1 0-467,-1 0 0,0 0 0,1 0 395,-1 0 1,1-1 0,1-1 12,-2 3 1,2-1-28,-1 1 1,0 0-2,1 1 1,2 1-254,0-2 1,2 2 0,0-1 230,2 5 1,1 0-21,0-8 1,1 3 0,1 0 0,-1-4-448,5 5 0,1-2 434,-2-5 0,2 1 0,1-3-51,5 0 0,1-4-414,4-1 0,3-1-415,3-3 0,4-1-196,-9-6 0,2 0 1,0-2 1086,6-1 0,1 0 0,-3-1 0,-2-1 0,-2 0 0,-1-1 0,-1 0 0</inkml:trace>
  <inkml:trace contextRef="#ctx0" brushRef="#br0" timeOffset="9804">20814 7046 13207,'29'10'386,"-1"-1"1,1 0 0,-3 4-1,0 3 1,0 2 0,-4 3-127,-3 3 1,-3 4-1,-1 2 1,-1 0-1081,1 0 1,0 0 0,-1 1 0,-3 1 608,0 3 1,-3 1-1,-2 1 1,-3 1 212,-4-3 0,-3 1 1,-2 0-1,0 0 0,0-2-47,0 3 0,-1-2 1,0 0-1,-2 2-232,0-6 1,0 1 0,-1 2-1,-1-1 1,0-1 0,-1-2-544,-3 6 1,0-3 0,-2-1 0,0 1 524,-1 0 1,-2 0 0,1-2 0,1-2 0,3-4 0,1-2 0,0-1 0,-5 3 0,1 1 0</inkml:trace>
  <inkml:trace contextRef="#ctx0" brushRef="#br0" timeOffset="10482">9592 7216 15650,'30'-16'-656,"1"1"1,-8 2-1,3-2 1,0 0 0,-1 0 478,2-1 1,-2-1 0,1 1 0,-1-1 0,1 1-1,-3 1 1,-4 3 0,-1-1 0</inkml:trace>
  <inkml:trace contextRef="#ctx0" brushRef="#br0" timeOffset="10800">10510 7228 16457,'27'-19'-274,"-1"0"1,1-1 0,-1 1 0,3-2 0,-1 1 0,-1 1 0,-3 4 0,0 1 0,-3 2 0,-4 3 0,-1 0 0</inkml:trace>
  <inkml:trace contextRef="#ctx0" brushRef="#br0" timeOffset="11149">12337 7170 17543,'-4'2'942,"2"-1"-942,16-15 0,10-7-1446,-7 8 0,1-1 1042,5-4 1,3-2-1,0 1-868,5-2 1,1 2 1271,1 3 0,2 0 0,-5 2 0,-6 2 0,-2 1 0,9-1 0,-1-1 0</inkml:trace>
  <inkml:trace contextRef="#ctx0" brushRef="#br0" timeOffset="11535">15513 6953 19482,'28'-14'-310,"1"0"1,-1 0 0,1 0-1,0 0 1,-1-2 0,-2 1 0,-1 2-1,7 1 1,0 1 0</inkml:trace>
  <inkml:trace contextRef="#ctx0" brushRef="#br0" timeOffset="11965">18794 7200 19494,'30'-18'-482,"0"0"0,0 0 0,1 1 0,-1-1 1,0 2-612,-3 2 1,-2 1 0,1 1 682,3-2 0,-1 0 1,-2 1-1,-1 1 1,-2 1-1,-4 1 0,0 1 1</inkml:trace>
  <inkml:trace contextRef="#ctx0" brushRef="#br0" timeOffset="16381">5294 13606 16804,'26'-7'51,"-1"1"1,1 0-1,0-1 1,1 1 0,1 1-52,1 1 0,2 0 0,1 0 0,1 2-656,-4-1 1,1 2-1,1-1 1,-1 1 0,1-1-1,0 0 1,0 0-1,0 0 1,0 1 0,0-1 290,8 2 1,0-1 0,-1 1 0,-6 0 0,-1 0 0,-5 0 0,-4 0 0,-1 0 0</inkml:trace>
  <inkml:trace contextRef="#ctx0" brushRef="#br0" timeOffset="18832">9906 8016 9084,'-5'-5'1905,"1"1"-953,4 4 1546,0 0-1892,-7-8 77,4 5-100,-4-5-437,6 7-1,1 1-156,4-2 11,10-1 11,2-1-11,7-1 0,-5 2 12,-3 1-12,-1 0 0,-4 0 0,-3 1 11,-2 0 90,-3 1-539,0 0-1265,-7 0 1703,2 4 0,-3-3 0,5 2 0</inkml:trace>
  <inkml:trace contextRef="#ctx0" brushRef="#br0" timeOffset="19382">10791 7989 13521,'0'-5'1636,"0"1"-942,0 4-649,40-5-134,-20 3-1058,7-1 0,0 0-2130,0 0 2488,2 0 0,-13 1 1,-3 1-1</inkml:trace>
  <inkml:trace contextRef="#ctx0" brushRef="#br0" timeOffset="20201">14179 7935 19650,'-2'-4'-348,"0"0"-178,9 4-1088,6-2 1614,8-2 0,1 0 0,-2 0 0,14-4 0</inkml:trace>
  <inkml:trace contextRef="#ctx0" brushRef="#br0" timeOffset="21081">17187 7935 14316,'-1'-3'785,"0"1"-68,1 2-717,40-1-672,-10 0-967,2 1 1,2-1 1257,-10 1 0,-3 0 0,5 0 1,-6 0-1</inkml:trace>
  <inkml:trace contextRef="#ctx0" brushRef="#br0" timeOffset="28632">12595 10780 11930,'3'-7'381,"-1"0"-258,-1 8 269,0 6-34,0 5 2,-1 25-215,-4-3-230,1-8 0,-1 1 146,-5 5 1,0 0-392,2-8 0,0 1 336,-2 7 0,1-1-6,4-10 0,2-1 5,1 5 1,4 0 10,8-3 1,2-2 5,-1 0 1,1-2-23,7-6 0,1-4-45,1-4 1,0-2-35,11-5 56,-12 0 1,-2-1 22,6-9 11,-10 1 1,-1-1 44,12-14-28,-12 10 0,0-1 28,3-7 354,-4 4-130,-8 8 1148,-1 3-700,-2 4-582,-2 2-180,0 3 34,0 12 269,0 4-179,0 15-45,0-5 0,0 2-40,1 3 1,-1-1-570,1 2 0,1-1 530,-1-3 0,2-1-615,5 9-307,3-1-2321,4-3 2863,4-4 1,-8-13 0,0-5 0</inkml:trace>
  <inkml:trace contextRef="#ctx0" brushRef="#br0" timeOffset="30131">13790 11150 11056,'-7'21'452,"0"0"0,1 0 0,0-1-128,0 12-77,3-3-68,1-5-56,1-5 12,1-7 78,3-4 369,1-5 259,6-5-583,-1-7-79,5-6-67,-2-4 90,5-9-113,-2 6-89,-1 2-11,-4 10-23,-2 9 23,3 6 0,3 5 5,-1 2 1,1 2-102,3 1 1,1-1-376,5 3 0,1-1-359,0-5 1,0-3 471,12 2 346,-8-15 23,-15-3 325,-3-17 874,-5-11-936,-4 17 1,-1 0-57,-2-2 1,-2 0 285,-6-8-90,-4 4-134,-3 4 246,-5 3-436,4 9-303,1 6-1132,9 19-762,8-1-818,9 7 2936,6-12 0,-5-6 0,0-3 0</inkml:trace>
  <inkml:trace contextRef="#ctx0" brushRef="#br0" timeOffset="30532">14258 10938 12031,'-1'-5'2050,"1"0"-1445,0 5-380,-7 56-203,6-28 0,0 1-502,-1-1 1,0 3 0,0-3 484,1 7 1,2-4-6,-1-10 0,1-2 344,3 15-299,1-15 437,2-6-45,3-22-135,4-13-268,2-1 1127,2-3-1161,-6 14 0,4 5-45,0 7 23,0 5 11,-2 6-45,-3 2-236,-1 2-514,1-2-954,0 0-279,1-3 2039,5-3 0,-9-3 0,2-3 0</inkml:trace>
  <inkml:trace contextRef="#ctx0" brushRef="#br0" timeOffset="30699">14566 11143 13476,'9'5'448,"-2"6"-493,-5 8 1,-1 4-1595,0-3 1,0 1 1482,-1-1 0,0-1 0,0 4 0,0-17 0</inkml:trace>
  <inkml:trace contextRef="#ctx0" brushRef="#br0" timeOffset="30902">14466 10959 10977,'20'-1'0,"0"0"0,12 0 0</inkml:trace>
  <inkml:trace contextRef="#ctx0" brushRef="#br0" timeOffset="31116">14726 10868 16479,'2'27'128,"0"0"1,-1-1 0,1 2 0,0-1-107,-1 3 1,1 0-743,0-3 1,-1 2-1,1-2 720,0 3 0,-1-1-112,1-2 0,0 0 45,-1-4 0,0 0-2129,2 13-1081,-2-12 3016,1-9 0,-2-9 0,1-3 0</inkml:trace>
  <inkml:trace contextRef="#ctx0" brushRef="#br0" timeOffset="31301">14681 11101 15079,'30'0'-1093,"-1"1"1,-6-1 0,-1 1 790,2 2 0,-2 1 1,-4-1-1,-4 0 0</inkml:trace>
  <inkml:trace contextRef="#ctx0" brushRef="#br0" timeOffset="31649">14978 11199 11145,'24'-13'399,"0"0"1,-1 1 0,-5 1 138,-9-1 963,-1-3-189,-4 0-764,-1 0-32,-7 2-12,-2 6 123,-7 0-491,3 4-136,-3 2 0,-2 17-12,1 13 1,6-11 0,2 1-204,0 2 0,3-1-43,1 10-122,4-3-853,6-4-2044,16-4 2777,0-10 0,-2-3 0,-11-6 0</inkml:trace>
  <inkml:trace contextRef="#ctx0" brushRef="#br0" timeOffset="32099">15315 10995 16064,'-24'8'134,"-1"0"1,2 0 0,6 2-124,13 10 0,1 4-11,4-1-11,15 8-230,-4-16 0,1-1 62,1 0 0,2 0-191,14 7-717,-1-5 1087,-9-5 0,2 2 11,-13-7 291,-5-2 1054,-6-1-1064,-6-1-292,-6-1 0,-7 0-112,-1-1-493,-2 0-2672,-1-2 2858,11-5 0,1 4 0,12-3 0</inkml:trace>
  <inkml:trace contextRef="#ctx0" brushRef="#br0" timeOffset="32365">15622 10766 14148,'0'25'721,"1"0"0,-1 3 0,-1 1-223,0 2 1,-1 2-1459,1-7 0,0 0 0,-1 1 975,1 3 0,-1 0 0,1 1 3,0 1 1,0 1 0,0 0-19,0 1 0,0 0 0,-1 1-53,-1-3 1,0 2-1,-1-1 1,0 0-908,-2 4 0,0-1 0,-1-1 261,0-2 1,0 0 0,0-3-765,-3-1 1,1-7 1462,1-9 0,4-8 0,3-4 0</inkml:trace>
  <inkml:trace contextRef="#ctx0" brushRef="#br0" timeOffset="32701">15565 11188 12557,'8'-29'1092,"0"0"0,-2 5 0,3 5-760,7 11-298,3 7-34,7 1 0,3 4-51,-7 3 1,1 2-29,-4 3 1,0 2 61,0 0 0,-2 0-151,4 14 146,-15-9 22,-4-3 45,-3-1 22,-5-4 0,-2-4 34,-16 1-67,5-5-34,-8 1-56,9-4-493,3 1-1154,4-1-1574,6-4 2505,9-1 0,-2 0 0,5 1 0</inkml:trace>
  <inkml:trace contextRef="#ctx0" brushRef="#br0" timeOffset="33116">16091 11068 15538,'6'-34'2510,"-11"9"-2476,-8 22 10,-9 9-32,4 6-7,5 3 1,0 3 5,1 3 0,1 1-28,0 5 1,1-1 4,4-6 1,1-1-67,5 9 44,6-20-34,14-4 125,7-10-57,1 3 0,-4-5 0,-12 5 11,-2 2-44,-1 1 33,1 0 0,0 2-46,6 4-312,-5 0-359,3 3-2196,2-6-292,-2 0 3205,6-3 0,-10 0 0,-3-1 0</inkml:trace>
  <inkml:trace contextRef="#ctx0" brushRef="#br0" timeOffset="33365">16465 11006 17218,'-23'-1'138,"0"1"0,1 0 1,2 5-11,5 16 1,5 5-118,2-3 1,1 2-18,-3 5 1,2 0-1,6-7 0,3-1-318,9 4-752,4-13 1,4-3-651,17 1 87,-9-6 1,0-3 1566,-4-6 1,-2-1-1,5 1 1,-7-4 0</inkml:trace>
  <inkml:trace contextRef="#ctx0" brushRef="#br0" timeOffset="33732">16692 11083 15381,'1'-12'-146,"2"3"-370,8 11-211,5-2 402,7 1 325,-6-4 11,-4-1 34,-6-2 727,-2-4 764,-2-1-505,-8-3-718,-1 4-134,-5 3-89,-1 5-12,-8 3-78,4 6 0,-6 5-11,2 17-23,13-12 1,1 1-62,-1 0 0,2 0-533,6 17-806,11-13-1569,9-5-274,9-6 2457,6-5 1,-15-4 0,-4-2 0</inkml:trace>
  <inkml:trace contextRef="#ctx0" brushRef="#br0" timeOffset="34016">17101 10987 18070,'-19'0'-11,"0"1"0,-10 1 11,29 28-34,6-8-123,4 0-11,6-2 67,4 2-11,3-1 112,-4-4 0,0 0-78,7 8-258,-9-9 0,-5 0-2941,-14 8 0,-18-9 2965,0-5 0,0-3 0,-5-1 1,1-2-1</inkml:trace>
  <inkml:trace contextRef="#ctx0" brushRef="#br0" timeOffset="34632">13137 11725 14103,'-6'12'728,"19"-1"-582,12-7 0,10-4-802,-8 1 1,3 0-1,4 0 1,1-1 0,1 0 520,-3-1 0,2 0 1,1-1-1,1 0 0,0 0 1,0 0-1,0 1-50,-3-1 0,0 1 1,-1 0-1,1 0 1,1 0-1,-1 0 1,1 0-1,0-1 192,-1 0 1,1 0-1,0 0 1,0 0-1,1 0 1,-1-1-1,0 1 1,-2 0 0,0 0-86,2 0 0,-2 0 0,0 1 0,0-1 0,-1 1 0,0-1 1,0 1 78,1-1 1,0 1-1,0 0 1,0 0 0,0 0-1,-1-1 1,1 2-187,4-2 1,1 2 0,-1-1 0,0 0 0,0 0-1,0 1 192,-1-1 1,0 1-1,-1-1 1,1 1 0,-1-1-1,0 1-7,-2 0 1,-1 0-1,0-1 1,1 1-1,-1 0 1,2 0 0,-2 0 1,2 0-1,0 0 1,0 0 0,0 0-1,-1 0 1,-1 0-2,6 0 0,0 0 0,-1 0 0,-1 0 0,0 0 0,-2 0 0,0 0 0,-1 0 0,-1 0 0,-3 0 0,6 0 0,-4 0 0,-5 0 1118,1-1-692,-14 1 1845,-8-1-1296,-4 1 2301,-1-1-1702,0-1 1296,1 0-2803,-1 1-11,3 0-11,0 1-34,-1-1 0,0 0-11,-1-1-1523,-1-1-1754,-11-4 2457,-8-4 1,4 5 0,-2-1 0</inkml:trace>
  <inkml:trace contextRef="#ctx0" brushRef="#br0" timeOffset="54650">6308 12542 10541,'6'30'655,"1"0"0,-1 0 1,1-3-1,-1 0 0,0-4 956,-1-3 0,0-2-1454,4 10-34,-2-16-11,-1-4-56,-1-2-22,1-3 67,1-2 100,9 0-100,9-13 23,3-1-91,-10 1 1,0-3 22,9-7 0,1-2-747,-4 3 1,2 0 708,-2 1 1,2-2 0,0 1 10,-5 4 1,1 1 0,1-1-19,1-1 0,2-2 1,1 1-1,0-1-739,-1 2 0,1-1 0,0 1 0,-1-1 733,0 1 1,0-1 0,0 1-1,-1 1-1,3-3 0,-1 2 0,-3 1-120,-4 2 1,-2 2 227,9-8 0,-5 4 79,-7 3 875,-3 3-943,-2 3 3153,-3 2-2832,-2 1 123,-2 2-399,-1-1 0,1 1-22,-3 2 33,1 0-381,-1-1-470,0 2-1199,2-2-1406,0 2 3208,1 0 0,-1 0 1,-1 0-1</inkml:trace>
  <inkml:trace contextRef="#ctx0" brushRef="#br0" timeOffset="58450">11782 9537 13361,'36'-4'168,"0"0"0,0 1 0,0-1 0,0 1 0,1-1 0,-1 1 0,0-1 0,2 0 0,1 1 0,0-1 0,0 0 0,-3 1 1,-1-1-1,-3 2-988,3-1 1,-3 0 0,-1 0 0,0 1 481,0 0 1,0-1 0,1 1 0,2 0 346,-2 0 0,3 0 0,0 1 0,0-1 0,-2 1 143,5-1 1,-1 1-1,0-1 1,-1 1-114,1-1 0,1 1 1,-2-1-1,-3 1 80,-4 0 1,-2 0-1,-5 0 340,9-1 825,-27 1-1025,-2-1-199,-2 0-1876,4 1 1562,-3 8 254,3 3 0,-3-1 0,1 0 0</inkml:trace>
  <inkml:trace contextRef="#ctx0" brushRef="#br0" timeOffset="59316">16234 9497 13476,'4'-4'1355,"32"-1"-1034,-14 4 1,4 1-1,3 0-977,-1 0 1,3-1-1,2 1 1,1 0 0,-1-1 247,-1 1 1,1-1 0,-1 1 0,1 0 0,1-1 253,-1 1 1,0 0 0,1-1-1,1 1 1,-2 0 0,-1-1 173,2 1 0,-3-1 0,1 0 0,0 1 0,3-1-53,-2 1 1,1 0 0,1-1 0,1 1 0,1 0 0,0-1-1,-1 1 98,-2 0 1,-1 0 0,0 0 0,1 0 0,0-1 0,0 1 0,1 0 0,1 0-130,-3 0 1,1 0-1,0 0 1,1 0 0,1 1-1,-1-1 1,0 0 0,-1 0-1,0 0 1,-2 0 74,7 0 0,-1 0 0,0 0 1,-2 0-1,0 0 0,0 0 0,0 0-8,2 1 1,1-1 0,-1 0 0,0 0 0,-3 0 0,-2 0-2,2 0 1,-4 0 0,0 0 0,-1 0 229,7 0 0,-2 0 0,0 0-232,-6 0 0,-1 0 0,0 0 15,-2 0 0,0 0 0,-2 0 652,0-1 0,-2 0-622,15-1 0,-23-1 2110,-9 1-1807,4-1 2813,-3 0-3060,2 1 1241,-3-1-950,-1 2-27,-2-1 28,-2 1-786,0 0-2340,-5 0-544,-10 0 2457,-15 1 1,11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20:06:04.87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6197 4868 13039,'33'-2'219,"0"-1"1,0 0 0,-1 1-1,0-1 1,-2 1-58,2-1 1,-1 0-1244,2 1 1,1-1 1169,1 1 1,1 0-62,-1 0 0,2 0 2,-2 1 0,3 0 0,1 1 42,-6-1 1,0 1 0,2 0 0,1 0-497,-6 0 0,2-1 0,1 1 0,0 0 0,0 0 1,-1 0 465,1 0 1,-1 0-1,0 0 1,0 0-1,0 0 5,1 0 0,0 0 0,0 0 0,-2 0 1,-1 0 135,6 0 1,-2 0 0,1 0-137,-3 0 1,1 0 0,-1 0 0,0-1-148,5 1 1,-2-1 0,0 0 117,1 0 1,-1 1 0,-3-1-8,-2 0 0,-5 0 359,-3 0 714,-19 1 81,-3 0 973,-9 0-4222,-3 6-1193,-12 2 2920,1 8 0,8-7 1,4-2-1</inkml:trace>
  <inkml:trace contextRef="#ctx0" brushRef="#br0" timeOffset="1653">10206 4763 15639,'26'-2'174,"1"0"1,-1 0 0,2 0 0,0 0 0,0 0-149,-2 0 0,0 0 0,2 0-845,6-1 0,4 0 0,0-1 1,-2 1 846,-5 0 0,-2 0 0,0 0 0,2 0-259,1 0 0,1 0 1,1-1-1,0 1 0,0 0 311,-1 0 1,0 0 0,-1 0 0,0 0-1,-2 1-44,0-1 1,-2 1-1,-1 0 1,2 0-12,4 0 0,2-1 0,-2 1 1,-3 0 181,6 1 1,-5 0-186,-4 0 1,-3 1-76,-4-1 1,-1 1 52,7 0 1346,-8 0-1346,-6 1 2088,-5 2-2962,-3 3-1497,-3 3 2371,-4 2 0,2-4 0,-2-1 0</inkml:trace>
  <inkml:trace contextRef="#ctx0" brushRef="#br0" timeOffset="13500">5648 6979 17006,'-5'-13'392,"8"2"-325,12 9-45,4 1 1,2 1-12,17-1-632,-10 0 1,1 1 631,-3 0 0,1 0 0,4 0 1,1 0-7,3-1 1,3 0-12,-8-1 1,3 1-1,0-1 1,2 0 5,-6 0 0,1 0 0,1-1 0,1 1 0,0 0-463,1-1 0,2 1 0,0 0 0,1-1 0,-1 1 0,-2 0 465,2 0 0,-2 0 0,0 0 1,0 0-1,-1 0-2,0 1 0,-1-1 0,1 1 0,-2 0 0,-1 0-265,6 0 0,-2 1 0,2 0 259,0-1 0,2 1 1,1 0-1,0 0-1,-8 0 0,-1 0 1,1 0-1,1 0 1,0 0-159,5 0 1,2 1 0,0-1 0,0 0 0,-1 1 168,-1-1 1,-1 0-1,0 0 1,-1 1-1,-1-1-183,1 0 0,-2 1 0,-1-1 0,0 1 179,8-1 0,-1 0 0,-2 1 0,-10-1 0,-2 0 0,2 0 446,8 0 0,1 0 0,1 0-454,0-1 1,-1 0-1,2-1 8,-4 1 0,1-1 0,0 0 0,-2 0-4,1 0 0,-1-1 1,-2 0-1,-2 0 0,-1 0 1,-2-1 3,-4 1 0,-1 0 502,16-3-1332,-17 3-2447,-4 0 2489,-16 7 1,0-3 0,-2 2 0</inkml:trace>
  <inkml:trace contextRef="#ctx0" brushRef="#br0" timeOffset="17335">2910 7728 11817,'17'33'2063,"-2"-6"-1761,-8-22 494,4-2-124,7-3-448,0-6 0,1-3-152,-1 2 1,1-1-403,5-6 0,1-1 425,-5 2 0,-1 1-90,1-1 1,-1-1 11,-2 2 0,1 0 11,0-3 0,0 1-28,11-10-191,-14 12 1,0 1-1659,4-1-1428,1 6 2855,-4 5 0,-6 1 1,-1 0-1</inkml:trace>
  <inkml:trace contextRef="#ctx0" brushRef="#br0" timeOffset="18051">4854 7576 11336,'0'-5'1479,"0"2"-1087,0 3-212,0 32 268,4-1-90,2-5 0,2 0 158,5-8 0,2-4 156,17 2-359,-12-12 1,0-5-390,17-7 283,-17 1 1,1-1-35,1-3 1,0-1 100,7-8 1,1-1-62,-1 1 0,-1-1-185,-1 0 0,-1 0 0,0 0 0,-1 2-28,-1 0-11,3-3-740,-8 10-2526,-6 4 2457,-3 2 1,-5 5 0,-4 1 0</inkml:trace>
  <inkml:trace contextRef="#ctx0" brushRef="#br0" timeOffset="21567">6905 7615 14933,'-2'13'1602,"3"-2"-1445,4 3-56,2-4-12,-1 0 1,1-1 67,2 0-12,4-1 158,11-3-135,1-6-23,10-8-171,-18 2 0,1-3 149,10-7 0,1-2-45,1-1 1,1 0-29,-1-1 1,-1 1-34,-4 2 0,-1 0 11,-4 3 0,-2 1-28,8-6 11,3-3 0,-13 10-22,1 0 11,-5 5 11,-3 1 0,-5 5 154,-4 1-1039,1 1-2403,1 0 2457,1 5 1,0-4 0,-1 4 0</inkml:trace>
  <inkml:trace contextRef="#ctx0" brushRef="#br0" timeOffset="30886">10390 7989 12501,'-5'2'931,"1"-2"626,4 0-1512,-2 4 0,-6 14-23,-6 12-33,1 2 11,1-1-56,9-15 45,1-3-68,2-6-45,0-3 226,4-2-1,0-5-23,4-3-33,-2-4-45,-1 0 101,-1 1-34,-2 4 123,-1 2 45,-1 1-268,0 11 44,-3 2-11,0 9 0,-2 0-45,2 0-33,0-5-325,2-3 201,1-6 269,1-8 12,1-6 178,1-8-33,-1-1 515,0-8 91,0 5-337,-2 3-482,0 9-11,0 6-135,0 2 12,0 6 157,-1 4-12,1 0 45,0-2 124,0-6 470,0-2-168,0-3-392,0-4-34,0-4-67,0-2-1109,0-2-662,0 7-1506,2 1 2726,0 7 1,-1 0 0,1 1 0</inkml:trace>
  <inkml:trace contextRef="#ctx0" brushRef="#br0" timeOffset="42655">13869 8438 16201,'35'-13'7,"0"0"1,-2 1 0,0 1-675,2 4 0,-1 1-336,-9 2 1,-1 0-637,7-1 1,-3 1 1168,3-1 1,-14 3 0,-7 1 0</inkml:trace>
  <inkml:trace contextRef="#ctx0" brushRef="#br0" timeOffset="46703">3461 8452 11661,'29'-3'825,"0"-1"1,0 1-1,0 0-780,-6 0 0,0 0-447,2 0 1,1 0 406,-1 1 1,0 1-6,1-1 0,-1 2 72,0-1 1,0 1-34,0 0 1,2 0-22,-2 1 1,2 1 0,-1 0-19,6 0 0,0 0-225,-4 1 1,1 0 0,0 0 231,2 0 1,1-1 0,-1 1-293,5 0 1,0-1 284,-5 0 0,2 0 0,-3-1 5,1 0 1,-2-1-1,6 0 1,-1 0 5,-10 0 0,-1 0 185,-1 0 1,-3 0 956,-5 0-502,-11 0 677,-3 0-3177,2 0-515,2 0 2364,5 0 0,-5 0 0,2 0 0</inkml:trace>
  <inkml:trace contextRef="#ctx0" brushRef="#br0" timeOffset="47920">6443 8431 14675,'30'-1'343,"1"0"1,-1 1 0,0 0-322,-8-1 1,0 2-548,3-1 1,0 0 535,0 0 0,1 0-477,-1 0 0,0 0 466,-1 0 0,-1 0 0,0 0 0,-2 0 248,-2 0 1,1 0-249,2 0 0,0 0 0,6 0-23,2 0 46,-18 0 737,-2 0-99,-5 0 758,-1 0-1878,-3 0-2197,0 0 2656,3 0 0,-2 0 0,1 0 0</inkml:trace>
  <inkml:trace contextRef="#ctx0" brushRef="#br0" timeOffset="55351">17090 3599 13285,'-19'29'390,"1"0"1,0-1 0,-1 1-1,3-1 1,-1-1 0,1 0-1,5-1-334,4 0 0,4-1 0,0 0-1149,0 0 1,-1 0 0,2-1 1115,-2 11 1,2-1 4,0-3 0,1-1 505,0-5 1,3 0-534,6 0 0,2-2-34,7 3 28,-3-13 1,3-3 5,8-7 0,0-6 627,-2-6-582,-5-5 146,-4-6 940,-7-12 1896,-16-3-2887,-3 13 0,-4 0-140,1 6 0,-2 1-230,-8 2 1,-2 3-870,-2 3-458,-7 7 1557,17 17 0,8-8 0,5 7 0</inkml:trace>
  <inkml:trace contextRef="#ctx0" brushRef="#br0" timeOffset="56169">17969 3635 15112,'1'36'183,"-1"0"1,0 0 0,0-7 0,0-1 0,1 0-184,-1-2 0,1 1 0,-1-2-447,0 2 0,0 0-1192,1 7 1,-1-2 1367,0-9 1,0-1 0,0-1-1,0-2 1,0-7 0</inkml:trace>
  <inkml:trace contextRef="#ctx0" brushRef="#br0" timeOffset="56686">17796 3894 17006,'18'-13'-38,"0"0"1,1 1 0,0 4 14,1 8 1,-1 2-29,1 1 1,0 2-85,6 5 1,0 3-370,-9-3 0,0 1 397,4 3 1,-3 1 7,4 11 99,-9-8 136,0 2-181,-6-11 34,-1-3-101,0-3 424,6-1-334,5-14 120,2 0-64,2-12-12,-6 3 1,-2-3 33,-3-1 235,-4-11 662,-10-1-505,-5 3-56,-7 8-112,-4 15-89,-12 4-191,-2 10-45,14 4 0,3 3 0,-5 11-168,11 10-280,22-5-257,10-2 111,-2-13 0,3-1-985,4-2 1,2-2 284,3-2 1,0-1 1338,4-1 0,-3-1 0,-13-1 0,-1 0 0,11 0 0</inkml:trace>
  <inkml:trace contextRef="#ctx0" brushRef="#br0" timeOffset="56989">18966 3485 19684,'-5'26'33,"-1"-1"1,1-3 0,1 0-34,4 11 0,0 2-548,1-9 1,0 0 390,0-2 0,1 0-269,1-1 0,0-1-140,2-2 0,0-1-2308,8 13 2874,8-5 0,-11-14 0,4-3 0</inkml:trace>
  <inkml:trace contextRef="#ctx0" brushRef="#br0" timeOffset="57451">19339 3432 17857,'-7'23'0,"0"1"0,1-5 0,2 0 5,2 6 1,2 1-28,5 10-197,1-12 1,3-1-309,10 9 387,-5-13 0,2-2-96,5-4 1,2-3 190,-1 0 1,1-2 49,-2 0 1,0-1-6,13 2 45,-24-6-34,-1 0 460,-7-2-258,-1 0 44,-5 1-44,-4 1-134,-8 1-57,-8 2-22,-6 0-101,-5 0-1412,6-3 1,-1-1 1512,-2-2 0,1 0 0,6 1 0,2-1 0,-13-2 0</inkml:trace>
  <inkml:trace contextRef="#ctx0" brushRef="#br0" timeOffset="57637">19353 3386 17017,'26'-10'-27,"0"0"0,0 0 0,-2 1 0,-1 0 0,2 3-1066,2 3 1,0 3 0,-1 0 545,-3 2 1,-1 0 0,11-2 0,-6 1 0,-15 3 0</inkml:trace>
  <inkml:trace contextRef="#ctx0" brushRef="#br0" timeOffset="58071">16880 4620 14820,'27'-12'145,"-1"1"1,1 0 0,-1 0 0,2 0 0,1 2-966,1 1 1,4 1 0,-1 0 0,0 0-1,-5 1 1,0 1 0,0-1 0,2 0 491,2 0 0,3 0 0,1 0 1,-3 0-1,-4 1 0,8-2 1,-4 1-1,-4 1 0,0 0 1</inkml:trace>
  <inkml:trace contextRef="#ctx0" brushRef="#br0" timeOffset="58351">19271 4143 19347,'26'-6'-119,"1"1"0,-1-1 1,0 0-1,1 0 1,-2 1-667,9 0 1,1-1 561,-2-1 1,2 0 0,-4 1 0,-8 1-1,0 1 1,7-4 0,-1 1 0</inkml:trace>
  <inkml:trace contextRef="#ctx0" brushRef="#br0" timeOffset="62270">6672 9259 12322,'3'-2'1148,"16"-3"1,6-1-903,5 1-1030,4-1 1,2 0 828,-10 3 0,1 1-45,2 0 0,1 0 16,2 0 1,0 1-458,3 0 1,0 0 440,1 0 0,2 1-286,-12 0 1,2 0 0,-1 0 311,3 0 0,0 0 1,1 0 6,3 0 1,0 0 0,1-1-8,1 1 0,2 0 0,0-1-360,-9 1 0,1-1 0,1 1 1,1-1 340,-3 0 1,2 0-1,1 0 1,1 0-1,-1-1 1,1 1-16,0 0 1,0-1-1,1 1 1,-1-1-1,1 1 1,1-1-29,-1 1 1,0 0 0,1-1 0,1 1 0,-1-1 0,-2 1-1,0 0-192,3-1 0,0 1 1,-2-1-1,0 1 1,-2 0 179,3 0 0,-1 0 0,-2 1 0,-3-1-148,8 1 0,-3 0 215,-5 0 1,0 0-1,1 0-23,-2 0 1,1 0-1,-1 0-164,3 0 0,0 0 0,-2 0 117,3 0 1,-4 0 6,10-1 1077,-24 0-1011,3-2 1451,-3-2-2862,-2 1 1965,-6 2 0,-5 1 1,-1 2-1</inkml:trace>
  <inkml:trace contextRef="#ctx0" brushRef="#br0" timeOffset="65154">6600 10835 15594,'0'4'313,"0"0"696,37 3-763,-2-5-850,-13 1 1,3 0 0,3-1 664,-2-2 1,3-1 0,0 0 0,0 0-679,3-1 0,-1-1 1,2 0 616,0 1 0,1-1 0,1-1 0,-1 0-84,1-1 0,0 0 0,-1-1 0,-1 0-223,1 1 1,-2 0 0,1 0-95,-4 1 0,2-1 1,-1 1-1,-3 1-1238,8 0 1,-4 1 1490,-1 1 1,-3 0 0,4 1 0,-9 0 0</inkml:trace>
  <inkml:trace contextRef="#ctx0" brushRef="#br0" timeOffset="65617">9361 10944 12624,'-2'2'830,"0"-1"-438,2-1-291,49 6-1313,-29-5 0,3-1 1212,5 1 0,5-1 0,-1-2-922,-5 0 1,0-1-1,0-1 268,3-1 1,0-1 0,1 0 653,2 0 0,-1-1 0,-2 1 0,-1 0 0,-3 1 0,-5 1 0,0-1 0</inkml:trace>
  <inkml:trace contextRef="#ctx0" brushRef="#br0" timeOffset="66450">10697 10807 14227,'27'-6'-632,"-1"1"1,-1 0 0,1 1 631,5 0 0,-2 2 0,-1-1 0,-8 1 0,-1 0 0</inkml:trace>
  <inkml:trace contextRef="#ctx0" brushRef="#br0" timeOffset="66855">11456 10726 15426,'30'-6'-410,"0"1"0,1-1 1,-2 1-1,1-1 1,-6 2-1,2 2 0,-4-1 1</inkml:trace>
  <inkml:trace contextRef="#ctx0" brushRef="#br0" timeOffset="67351">13046 10784 10081,'32'0'607,"0"-1"1,-2-1 0,2 0 0,-1-2-541,-1 1 1,-1-1-1,0-1-736,2 1 0,-1-1 0,0 0 676,-2 0 0,-1 0 1,-2 1-8,1 0 0,0 0-1401,6 0 1,0 1 1485,-10 1 1,-1 0 0,0 0 0,-3 2 0,-6 0 0</inkml:trace>
  <inkml:trace contextRef="#ctx0" brushRef="#br0" timeOffset="67753">15790 10818 15527,'31'-3'94,"-1"0"0,1 0 1,-1 0-1,3 0 1,0 0-1,1 0 0,-2 1-914,-3 0 1,-1 1 0,0 1 0,0-1 477,0 0 0,1 1 1,0-1-1,-3 1-327,1-1 0,-1 1 1,-1-1 721,12 0 1,-2 0 0,-13 1 0,-3-1 0,9-1 0</inkml:trace>
  <inkml:trace contextRef="#ctx0" brushRef="#br0" timeOffset="74418">12195 9971 16983,'30'12'265,"-1"0"0,-1 0 0,1-4-85,4-12 0,-1-5-1140,-5 3 1,1-1 966,-3-1 0,1-2 1,-1 1 20,5-4 0,1 0-47,0-1 0,3-1 1,0-1-802,-4 1 1,0 0 0,0 0 0,1-1 620,1 0 1,0 0 0,0 0-1,-3 0 1,2 0 0,-1 1 0,-5 1-1,-4 2 1,0 0 0</inkml:trace>
  <inkml:trace contextRef="#ctx0" brushRef="#br0" timeOffset="77417">5674 6347 11425,'17'-5'0,"-2"0"0</inkml:trace>
  <inkml:trace contextRef="#ctx0" brushRef="#br0" timeOffset="77734">5938 6283 11101,'-4'-1'380,"0"0"-1340,4 1 0,0 0 1</inkml:trace>
  <inkml:trace contextRef="#ctx0" brushRef="#br0" timeOffset="78119">6254 6302 5734,'0'0'0</inkml:trace>
  <inkml:trace contextRef="#ctx0" brushRef="#br0" timeOffset="78634">6543 6363 11033,'0'-6'-1165,"0"2"1165,0 4 0,0 0 0</inkml:trace>
  <inkml:trace contextRef="#ctx0" brushRef="#br0" timeOffset="79018">6716 6340 11134,'-5'-1'347,"1"-1"-1440,4 2 1,0 0 0</inkml:trace>
  <inkml:trace contextRef="#ctx0" brushRef="#br0" timeOffset="79419">6929 6335 11739,'-4'0'460,"2"0"-1553,2 0 1,0 0 0</inkml:trace>
  <inkml:trace contextRef="#ctx0" brushRef="#br0" timeOffset="80136">7379 6373 11852,'-4'-2'2711,"1"0"-2387,3 2-828,-6-2-2773,5 1 2457,4 4 1,-1-1 0,7 3 0</inkml:trace>
  <inkml:trace contextRef="#ctx0" brushRef="#br0" timeOffset="80518">7553 6401 7526,'-5'0'-489,"2"0"0,3 0 0</inkml:trace>
  <inkml:trace contextRef="#ctx0" brushRef="#br0" timeOffset="80968">7787 6342 9196,'0'0'0</inkml:trace>
  <inkml:trace contextRef="#ctx0" brushRef="#br0" timeOffset="81405">8029 6303 10675,'-4'0'0,"1"-1"0</inkml:trace>
  <inkml:trace contextRef="#ctx0" brushRef="#br0" timeOffset="81855">8314 6322 7717,'0'0'0</inkml:trace>
  <inkml:trace contextRef="#ctx0" brushRef="#br0" timeOffset="82217">8585 6316 10821,'0'0'0</inkml:trace>
  <inkml:trace contextRef="#ctx0" brushRef="#br0" timeOffset="85021">18055 4661 17196,'-1'32'22,"-1"1"1,0-2-1,1-1-252,2 1 1,1 0-914,0-8 0,0 0 146,1 6 0,1 0 1054,2-7 1,0-2 0,-1 1 0,2 0-1</inkml:trace>
  <inkml:trace contextRef="#ctx0" brushRef="#br0" timeOffset="85451">18197 4702 17174,'18'-20'3,"-1"1"1,3 2 0,2 4-21,-1 8 0,1 4-232,-1 1 0,-2 3 204,5 4 111,-4 7-323,-5 5 33,-5 16 213,-7-4 50,-4-10 1,-4 1-35,-6 3 1,-4-2-1,3-5 1,-1-2-73,-4 5 1,0-1 245,-2-1 393,5-6-449,10-4 45,30-4-168,4-6 0,4-1-97,-10 0 0,1-1 0,1 0-529,5-2 1,2 0 0,-2 0-53,4-3 1,-2-1 677,-5 2 0,-1 0 0,-2 0 0,-4 1 0,-3 1 0,3-1 0,-1 0 0</inkml:trace>
  <inkml:trace contextRef="#ctx0" brushRef="#br0" timeOffset="85951">17748 4940 16882,'-22'-1'907,"-1"-1"1,-4-1 0,0-2-477,7-2 1,1-2-169,-6-3 0,1 0-235,6 1 1,1 0 83,-11-11-112,15 7-34,1-1 12,4 2-68,2-1-34,2 2-1108,2-3-101,1 7-662,1 2-1282,0 8 2760,0 6 0,1-2 0,-1 0 1</inkml:trace>
  <inkml:trace contextRef="#ctx0" brushRef="#br0" timeOffset="86318">17232 4964 13600,'-4'-1'2902,"1"0"-2421,1-25-66,5 9-236,-1-2 0,2-2 101,4 3 1,1 1 21,8-10-173,-8 10 0,1 0 341,3-13-156,-5 10 34,0-7-136,-6 16-122,0-1-34,-2 7-56,0 3-56,0 1-67,4 1 89,16 3-84,-1 3 1,3 0-830,9 3 1,2 1-535,-1 0 1,1 0-159,2 0 1,-1 0 1491,-6-3 0,-2-1 1,6 2-1,-7-3 0</inkml:trace>
  <inkml:trace contextRef="#ctx0" brushRef="#br0" timeOffset="86801">18822 4759 18440,'10'-17'571,"3"-2"-347,7-5-101,0-2 6,-4 6 1,-1-1-119,0 0 0,-1-1 22,3-4 1,-2 0-34,-4 7 0,-3 1-22,3-7-1043,-9 14-728,-1 6 700,-1 3 1,0 2 0</inkml:trace>
  <inkml:trace contextRef="#ctx0" brushRef="#br0" timeOffset="87154">18849 4461 17992,'10'-22'45,"3"5"-29,6 10 1,1 3-5,5-1 100,9-2 11,-22 6 34,-5 0 78,-3 1-67,-2 0-11,0 0 22,2 0-67,1 4-79,3 2 23,0 6-44,0 3-12,0 3 11,0 4-11,-2 3-549,0 4-1322,-4 4-1406,0 2 2457,-2 2 1,0-15 0,0-6 0</inkml:trace>
  <inkml:trace contextRef="#ctx0" brushRef="#br0" timeOffset="89317">19701 10371 18765,'29'-3'224,"0"1"0,-2 0 0,4 1 0,4 0 0,2 0 0,2 0-171,-9 1 1,2-1 0,2 1 0,0-1 0,2 1 0,1 0-1,1 0 1,0 0 0,0 0 0,1 0-289,-6 0 1,1 1 0,1-1 0,0 0 0,1 1 0,0 0 0,1-1 0,-1 1 0,1 0 0,-1-1 0,1 1 0,-1 0 0,-1-1 0,0 1 90,3 0 1,-1 0-1,0-1 1,-1 1-1,0 0 1,1-1-1,-1 1 1,0 0-1,1 0 1,0 0 0,1 0-1,1 1 90,-4-1 0,1 1 0,1-1 0,1 1 0,0 0 0,1-1 0,-1 1 1,1 0-1,-1 0 0,-1 0 0,0 0 0,-1 0 0,-1 0 0,-2 0 1,-1 0 65,9 0 1,-2 0-1,-3 0 1,0 1 0,-1-1-1,0 0 1,1 0-1,2 1-56,-3-1 0,0 0 0,2 0 0,0 1 0,0-1 0,0 0 0,-1 1 1,-2-1-1,0 0 0,-3 0 44,5 1 0,-3-1 0,-1 0 0,0 1 0,-2-1 0,1 0-63,2 1 0,-1 0 0,0-1 1,-1 1-1,0-1 46,7 2 0,-1-1 0,0 0 1,-4 0-33,-4 0 1,-3-1-1,-1 1-125,12 0 1,-8 1-449,-18-3-2655,-11 6 47,-12 2 3230,-12 5 0,8-6 0,-1-2 0</inkml:trace>
  <inkml:trace contextRef="#ctx0" brushRef="#br0" timeOffset="89717">20568 10599 16961,'-27'7'22,"1"-1"0,-1 1 1,-8-1-1,14 2 729,35 3-583,5-7 1,8-1-825,-2-1 1,4 1-1,4-1 1,1 0 0,1 0 758,-4-1 1,2 1-1,1-1 1,1 1 0,1-1-1,-1 0 1,0 0-358,2 1 0,0-1 0,0 0 0,0 1 0,0-1 0,1 0 0,0 0 290,-3 0 1,1 0-1,1 0 1,0 0-1,0 0 1,-2-1-1,0 1 1,-1 0-129,1 0 0,-1 0 0,0 0 0,-2-1 0,1 1 1,-1 0 126,0 0 0,0 0 1,0 0-1,-1-1 1,0 1-1,0 0-119,3 0 1,-1 0-1,1 0 1,-1 0 0,0 0 98,2 1 1,1-1 0,0 0-1,-1 0 1,-4 0-13,6 0 1,-4 0 0,0 0 3,2 0 1,-2 1 0,-5-1 805,-4-1-790,-14 1 1918,-7-1-2378,-3 1 2431,-11 0-4010,-12 3 2016,-4-1 0,-7 1 0,4 0 0,11-1 0,0 0 0,-6 0 0,0 0 0,0 0 0</inkml:trace>
  <inkml:trace contextRef="#ctx0" brushRef="#br0" timeOffset="91117">11332 8855 12479,'1'26'689,"0"-1"0,0 1 0,0 9 0,4-5 510,19-4-701,-6-17 1,3-5-174,11-3 1,4-5-1419,-4-4 1,2-3 0,-1-2 1083,-2 2 1,-1-2 0,1-1 16,1-1 1,3-1-1,-1-1 1,-2 1-684,2-1 1,-2 0 0,0 0 674,0 0 0,-1 1 0,-1 0-4,-6 2 0,-1 1 1,-3 1 143,-3 0 0,-1 1-1625,0-1 1,0 0 1484,0-1 0,0 1 0,2-3 0,-3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20:07:53.77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6575 5778 14103,'-4'0'1289,"2"0"-79,2 0-963,-2 38-113,3-14-392,-1 4 1,1 1 414,4 4 0,3-3-11,1-4 215,3-7 189,12-6 1,1-8-445,-7-8 1,2-3-29,2-6 1,0-4-1,0 0-874,7-5 1,1-2 795,-2 1 0,1-2 0,0 1 0,-7 5 0,0 0 0,2-1-227,1-1 0,2-2 1,0 0-1,0 1-236,1-1 0,0 1 0,1-2-243,-1 2 0,2-1 0,0-1 0,-1 3 706,2-1 0,-2 2 0,-2 2 0,0 0 0,-3 2 0,-4 3 0,0 0 0</inkml:trace>
  <inkml:trace contextRef="#ctx0" brushRef="#br0" timeOffset="3917">6998 7198 15415,'34'-4'220,"-1"1"0,2 0 0,-2-2-203,-7 1 0,-1-2-883,4 1 1,0 0 865,0 0 0,1 0-6,0 0 0,0 2-72,-1-1 0,1 2-393,-1 0 1,0 1-651,0 1 0,0-1-509,0 1 0,0 0 1630,0 1 0,-2 0 0,5-1 0,-8 1 0</inkml:trace>
  <inkml:trace contextRef="#ctx0" brushRef="#br0" timeOffset="4817">8554 7197 13111,'30'0'156,"0"0"1,0 0 0,1 0 0,2 0 0,1 0 0,0 0-54,3 0 1,0 0 0,0 0-1,0 0-624,-6-1 1,-1 1 0,1 0 0,0-1 0,2 1 533,2-1 0,1 0 0,2 0 0,0 0 0,-1 0 0,-2 0 67,0 0 1,-1 0 0,-1 1 0,0-1-1,0 0-40,0 0 1,0 0-1,0-1 1,-1 1 0,-1 1 3,2-1 1,-1 1 0,-2 0 0,-3 0 5,4 0 1,-4 0 523,-6 0 1,-2 0-486,5 0 953,-12 0-807,-7 0 503,-4-1-1601,0 1-2414,-1 6 2457,-2 2 1,1 0 0,-1-2 0</inkml:trace>
  <inkml:trace contextRef="#ctx0" brushRef="#br0" timeOffset="6018">12845 7211 16062,'36'3'140,"1"-1"1,0 1 0,-1-1 0,1 1-1,-1-1 1,1 1 0,0-1 0,-1 0 0,-1-1-961,1-1 1,0-1 0,-1 0 0,0 0 525,-4 0 0,0 0 1,0 0-1,1-1 1,-1 1 62,2-1 1,0 1-1,0-1 1,0 0-1,0 1 228,0-1 1,0 0 0,0-1 0,0 1 0,0 1-77,0-1 1,-1 1-1,0-1 1,0 1 0,2 0-469,1 0 1,2 0 0,0 1 0,0-1 0,0 0 0,-3 1 323,-2 0 0,-1-1 0,0 1 0,-2 0 0,1 0 0,7-1 0,0 1 0,-2 1 0,-5-1 0,-4 0 0,0 0 0</inkml:trace>
  <inkml:trace contextRef="#ctx0" brushRef="#br0" timeOffset="17718">6806 8421 14025,'1'-3'1815,"-1"0"-1356,0 3 80,10 11-35,-2 1 11,9 13-145,-8-8 0,1 1-130,0 0 1,1 0-168,-1 0 0,0-1 28,9 9-23,-6-16 68,3-5 213,6-2-247,6-12 0,5-5-581,-10 4 1,3-2 0,0-2-1,2 0 469,2-2 0,2-2 0,1-1 0,0 0 0,-1 1-513,-2 0 1,-1 1 0,0-1-1,-1 1 1,1-1 310,1 0 0,1-1 1,-1 0-1,-1 1 0,-2 0-501,-1 2 0,-1 1 0,-2 0 0,1 0-390,7-5 1,0 1 0,-1 1 623,-1 1 1,0 1 0,-3 1 0,-2 1 0,-3 2 0,12-4 0</inkml:trace>
  <inkml:trace contextRef="#ctx0" brushRef="#br0" timeOffset="22701">3672 11541 14092,'0'4'-493,"21"5"0,10-1-874,-13-6 1,1-1 1212,8 3 0,4 2 0,-5-3 0,5-3 0,-4 0 0</inkml:trace>
  <inkml:trace contextRef="#ctx0" brushRef="#br0" timeOffset="23390">5316 11496 16288,'31'-2'104,"-1"-1"1,1 2 0,2-1-669,-4 2 0,1 0 1,0-1-1076,5-1 1,1-2 1091,-4 2 1,2-2 0,-6 1 0,8-4 0,-9-1 0</inkml:trace>
  <inkml:trace contextRef="#ctx0" brushRef="#br0" timeOffset="29768">8691 11575 12591,'32'-3'911,"-1"0"0,2 0 1,2-1-830,-2 1 0,3-1 0,-1 1-1175,-6 0 1,-1 0 0,1 0 630,-1 0 1,2 0-1,0 0 1,-2 0 464,0 0 1,-2 1 0,2 0-108,8 0 1,2 0 0,0 0 103,-1 0 0,0 1 0,-2 0 0,-7 0 0,-1 1 0,-2-1 0,3 1 0,0-1 0</inkml:trace>
  <inkml:trace contextRef="#ctx0" brushRef="#br0" timeOffset="34017">8589 12339 16826,'30'0'190,"0"1"1,4-1 0,0 1-158,2 2 1,2-1-1127,-9-1 1,1 0 0,1 0 1001,3 0 1,0-1 0,2 1-293,-8-1 1,0 0-1,1 0 1,-1 0 382,2-1 0,-1 0 0,1 0 0,1 0-92,1-1 0,1 0 0,1 0 1,1-1-1,-2 1-564,0-1 1,-1 1-1,0-1 1,0 1 0,1-1 327,-1 1 0,0-1 0,1 1 1,-2-1-1,-3 1 0,6 0 1,-3 0-1,-4 0 0,10 2 1</inkml:trace>
  <inkml:trace contextRef="#ctx0" brushRef="#br0" timeOffset="34684">11973 12346 13689,'35'0'532,"-15"0"0,1 0-1507,13 0 1,4 0 1041,-12 0 0,-1 0 0,2 0-742,1 0 1,1 0 0,1 0 689,1 1 0,1-1 0,0 0-12,2 0 1,0 0 0,0 1-187,2-1 1,-1 0-1,1 0 26,1 0 0,0 0 1,1 1 68,-8-1 1,3 0-1,-1 0 1,-1 0 0,-3 0-1,10 0 1,-2 0-1,-6 0 1,1 0 0,-1 0-1</inkml:trace>
  <inkml:trace contextRef="#ctx0" brushRef="#br0" timeOffset="36400">17230 13367 13891,'35'1'50,"0"-1"0,-8 1 1,1 0-1,0-1-43,6-1 1,0 0 0,1 1-828,-6-1 1,0 0 0,1 0 0,0 1 223,1-1 0,0 0 0,0 0 0,0 1 596,-1-1 0,1 0 0,-1 1 0,0-1 105,-1 2 0,-2-1 0,1 1 0,1 1-925,6 0 1,1 2 0,-1 0 0,-1 0 409,1 0 0,-3 1 1,0-1-1,-1 1 1,-1 1-1,-5-1 0,10 1 1</inkml:trace>
  <inkml:trace contextRef="#ctx0" brushRef="#br0" timeOffset="36734">20518 13291 15011,'33'-1'281,"0"0"1,0 0 0,1 1 0,-1-1 0,1 0-1,1 0 1,2 1-239,-6 1 0,2-1 0,1 1 0,1 0 0,0 0 0,1 0-512,-4 0 1,1 0 0,0 0 0,0 1 0,1-1 0,1 0 0,0 0 58,1 0 0,1 0 1,1 0-1,1 0 1,-1 0-1,0 0 0,-1 0 1,-1-1-60,-2 1 1,-1 1 0,0-1 0,-1 0 0,-1 0 0,0-1 0,0 1 376,8-1 0,1-1 0,-1 0 0,-4-1 0,-5 2 0,5-1 0,-5 0 0,-8-1 0,0-1 0</inkml:trace>
  <inkml:trace contextRef="#ctx0" brushRef="#br0" timeOffset="40821">6576 10236 14754,'-21'-18'242,"0"0"1,2 1 0,1 2-131,-1 2 25,2 3 0,-3 1-81,-3-1 0,-2 1-56,-1 0 0,0 1-342,-3 1 1,1 0 346,5 4 1,0-1 11,0 1 0,-1 1-12,0-1 1,-1 1 5,0 1 1,-1 0-12,1 0 0,-2 0 0,-9 1 0,-1 0 22,1 0 0,-1 0-30,7 1 1,-1 0 0,1 0 7,-3 0 0,1 2 0,1 0 0,3 2 0,8-1 0,1 0 11,0 2 0,0-1 81,1 1 0,1-1-92,-18 8 0,4-1 56,3 0-34,5-2 3,5 0-25,4 0-34,3 1 34,1 2 582,0 3-582,-7 12 0,6-11 0,0 0 0,-2 6 0,-1 0 5,3-5 1,1 0-6,-7 15-11,9-11-12,3-1 12,1 0 11,2 0 0,1 1-22,1 0 10,1-2 12,4-1 0,2-1 34,6-2-12,3 0 1,1-1-1,2 0-11,1-1 23,-4-3 0,0 0-23,9 6 17,-8-5 0,0 0 17,5 5-34,0-1 34,-1 0-45,0-1 45,1-1-11,1 0-34,0-2 56,2-1-56,1-2 33,1-2-5,-6-4 0,2 0 6,13 0-12,-12-2 1,2 0 5,1-1 0,0 0-23,3 0 1,1 0-366,-5-1 1,0 1 0,0 0 359,5-1 0,-1 0 0,-2 1 0,-1-2 11,9 0-6,-11-1 1,1 0-6,-8 1 0,1-1-6,12-2 1,0-1-377,3-1 382,-12 2 0,0 1 11,9-4-11,1 1 0,2-2-33,0 0 5,-8 1 0,0-1 5,-7 3 1,1-1 16,5-3 1,0 0-18,7-6-10,-2-1 10,-3 0-72,-3-1 83,-4 1 1,-3-1 995,-2 0-984,5-13 12,-6 4-268,-5 8 1,-1-2 277,0-14 135,-4 6 0,-2-2 55,0 7 1,-1 0 107,-2-9 0,-3-1 94,-7 1 0,-5 0-328,0 9 0,-2 1 0,-6 0-576,0 6 1,-4 1 0,-4-1 0,-1 1-1,1 2 1,3 0-331,-2 0 1,2 1 0,0 2 0,-3 0 521,1 2 0,-3 1 0,-2-1 0,1 2 0,4 2 0,5 2 0,-1 2 0,4 2 1,3 0-1,-1-1 0</inkml:trace>
  <inkml:trace contextRef="#ctx0" brushRef="#br0" timeOffset="53584">6966 6108 15919,'32'0'179,"0"0"0,3-1 1,2 1-169,-10 0 0,0 1 0,1-1-1104,3-1 1,1-1 0,1 0 861,0 0 1,2 0-1,1 0 231,-7-1 0,2-1 0,1 1 0,-1-1 0,-2 1-54,1 0 1,-1 0 0,-1 0 0,2 0-183,5-1 1,3 0 0,-1 0 0,-3 0-441,-1 1 0,-3 0 0,-1 1-374,-1-1 1,0 0-1,-1 1 1050,10-2 0,-3 0 0,-13 2 0,-3 0 0,7-2 0</inkml:trace>
  <inkml:trace contextRef="#ctx0" brushRef="#br0" timeOffset="53838">7952 5928 15191,'36'8'37,"-1"0"0,-8-2 1,-1 0-35,-1 3 1,0 1 0,-3-1-4,5 6-17,-9-3 0,-4 0-117,-13 3-270,-13 3-660,-8 3 1064,-5-4 0,0 0 0,1 0 0,7-6 0,0 0 0</inkml:trace>
  <inkml:trace contextRef="#ctx0" brushRef="#br0" timeOffset="55600">9023 5496 12490,'-25'-1'1092,"1"1"0,-8 2 0,0 2-719,6 3 0,2 4-367,-3 5 0,4 2-23,6-1 0,4 1 17,8 3 0,4-1-68,15 12-478,-4-16 1,3 0 466,3-1 1,3 1-224,9 3 0,3 0-220,-1-1 1,1 0 213,-1-1 0,-1-1 173,-4-3 1,-3-1 56,-1 3 413,-9 3 113,-20-1-3046,-9-1 3159,-16-3-46,-2-5-475,16-5 0,0 0 22,-1-1 0,0 0-46,1 0 1,0-1-12,0 0 1,0 0 69,-2-2 1,1 0-737,-5-6-852,2-6-795,18-6-969,14-5 3261,4-6 1,-2 13-1,1 1 1</inkml:trace>
  <inkml:trace contextRef="#ctx0" brushRef="#br0" timeOffset="55819">9117 5523 12580,'15'34'653,"0"0"1,-1-2-1,-2 0-614,-4-10 1,0 2-247,1 9 0,0 3 53,-3-11 1,0-1 0,-1 1-1486,3 10 1,-1-2 152,-1-4 0,0-4 1486,0-3 0,-2-11 0,-2-6 0</inkml:trace>
  <inkml:trace contextRef="#ctx0" brushRef="#br0" timeOffset="56002">9138 5760 10888,'-3'-2'325,"30"-2"-325,-6 3-902,8 1 0,3-1 902,2 1 0,-2 0 0,-19 0 0</inkml:trace>
  <inkml:trace contextRef="#ctx0" brushRef="#br0" timeOffset="56368">9413 5932 13028,'14'-25'653,"0"1"1,-1 0 0,-1 3-240,2-7 286,-4 7 1,-1 0-163,-1-1-46,2-6-88,-9 25-605,-1 2 190,0 11-57,0 16-246,0 3 73,1-10 0,1 1-375,4 5-482,4-2-90,2-6-504,3-6-481,0-6 2173,9-10 0,-13 3 0,5-6 0</inkml:trace>
  <inkml:trace contextRef="#ctx0" brushRef="#br0" timeOffset="56834">9697 5774 15280,'-11'-17'34,"2"8"-34,4 36-11,3-5-1,0 3-144,5-12-215,9-5 326,0-4 45,11-6 12,7-14 10,-7 0-17,-8 4 1,0-1 84,3-5 571,-2-2-392,-7 7 291,-1 2-414,-7 9-168,-1 1 22,0 12 22,-2 3-22,0 5 0,0 2-22,-1 8-79,0 8-202,4-16 258,6-10 90,1-5-11,6-13 11,0-4 78,10-13-78,0 4-45,-1 1 0,-7 9-12,-8 8 12,0 2-78,0 1-381,1 2-2107,-2 4 2566,1 8 0,-5-8 0,0 4 0</inkml:trace>
  <inkml:trace contextRef="#ctx0" brushRef="#br0" timeOffset="57021">9652 5439 11638,'26'19'-656,"0"0"1,-10-5-1,-2-3 1,6 0 0</inkml:trace>
  <inkml:trace contextRef="#ctx0" brushRef="#br0" timeOffset="57600">10276 5680 13375,'-5'-2'2409,"0"1"-2050,5 1-348,-25 16-11,15-4-45,-17 12-112,23-9 0,3-5 12,2-3-34,12-4 134,7-10 45,3 0 0,1-6 0,-10 3 11,-3 2-11,-2 1 0,-4 3-11,-2 2-79,0 1 1,-3 4-259,1 15 454,-2 1 1,1 2 128,0 2 1,-1 1-620,1 6 1,-1 0 467,1-7 0,0 0 84,1 6 0,-2 0-73,-4-5 0,-2-1 275,-1 2 0,-2-3 751,-13 1-483,-1-12-212,8-12-11,-3-7-203,-3-5-77,-2-9-68,-1-4-50,10 8 0,2-2-29,-2-7-100,1-7-280,24 15-392,12 1 274,-3 10 0,5 0-560,3 1 0,5 0 0,0 0 1070,2 1 0,1 0 0,-1 0 0,-6 1 0,-1 0 0,-1 1 0,4-1 0,0 1 0</inkml:trace>
  <inkml:trace contextRef="#ctx0" brushRef="#br0" timeOffset="57901">10977 5147 17375,'-1'30'89,"1"-1"1,-1 1 0,1 1-1,-1-1 1,2 0-90,2-2 0,1 0 0,-1 0-1093,0 2 1,0 0 0,-1 0 719,1 1 1,-1 0 0,0 2 192,0 0 1,0 2 0,0 1 0,0-3-356,0 1 1,0-2 0,0 1-175,0-4 1,0 3-1,1-2 1,1-3 922,4 7 0,1-5 1,-1 2-1,4-9 1</inkml:trace>
  <inkml:trace contextRef="#ctx0" brushRef="#br0" timeOffset="58206">10963 5588 13162,'31'-16'104,"-1"0"1,-5 2 0,-1 5-105,0 10 0,-1 5-1017,9 7 994,-3 5-123,-5 2-190,-4 10 168,-10-9 477,-3 5-275,-17-8 220,0-7-108,-22 1-146,9-8-34,-10-1-2184,3-5 2218,13-11 0,0 7 0,14-6 0</inkml:trace>
  <inkml:trace contextRef="#ctx0" brushRef="#br0" timeOffset="59119">11284 5565 11481,'15'20'198,"-1"1"0,4-1 1,-1-5-155,1-7 12,6-2 90,-6-10 705,6-11-245,-7-1-102,2-9 460,-9-4-416,-5 7-122,-2-5 123,-7 10-190,-4 3-90,-8 3-135,-4 3-67,-4 4-101,5 2 1,0 2 11,-16 9-90,4 0-124,15 8-178,16-3-113,12-2 247,10-4 45,3-6 0,2-2 123,-6-2 0,1-1-123,6-1 0,-1-1 235,5-6 34,-9 2-12,-4 2 124,-6 2-57,-4 2 68,2 2-90,-1 9-44,4 8 401,-4 4-424,0 6-11,-3-7-45,0-2-101,3-4-739,8-3 515,-4-5 258,5-6 123,-6-5 11,-2-6 101,-1-4 134,-2-2 124,-3-2 112,-3-1 213,-1-11-359,-7 7 5,-4 6 1,-1 0-140,-11 2-68,-8-1-55,10 14-79,6 2-56,3 7-101,6 13-470,20 5 133,5 0 130,-2-14 0,3-3-37,-2-4 0,0-1 188,1-3 0,1-2 179,-2 0 1,1-2 44,7-10 0,0-4 84,-7 3 0,-1-1-215,6-7 1,-1-3 466,-10 7 0,-1-1 1,-2 0-102,2-3 1,-2-1-23,3-6 0,-3-1 112,-6 13 0,-3 0 320,0-3 0,-3 2-185,-5-6-247,-4 2-324,-9 22 397,3 13-308,-4 13 11,12-4 0,2 2-95,2 4 0,0 1 67,1 4 0,2 1-725,1 2 1,2 2 237,2-1 0,4 1-177,3-5 1,4 2 0,3-2-129,-1-9 1,2 0 0,2-1 0,0 0 454,0 0 1,0-1 0,0 0 0,0-2 0,2-1 0,0-2 0,-3-2 0,12 1 0</inkml:trace>
  <inkml:trace contextRef="#ctx0" brushRef="#br0" timeOffset="59619">9236 6383 12613,'28'-9'530,"0"1"0,0-1 1,0 1-1,4-2 1,0 0-1,1 1-505,-1 0 0,2 1 1,1-1-1,-2 1-845,-2 1 1,-1-1 0,0 1 0,1 0 228,3-1 1,1 1 0,0-1 0,1 0 585,-6 1 1,1 0-1,0 1 1,0-1 0,0 0-149,1 0 1,0 1 0,0-1-1,1 0 1,-1 1-504,0-1 1,1 0-1,0 1 1,-1-1 0,1 0 625,0 1 1,0 0 0,0 0-1,-1 0 1,-3 0 0,3 0 0,-3 1-1,-2 0 1,8-2 0,-1 1 0</inkml:trace>
  <inkml:trace contextRef="#ctx0" brushRef="#br0" timeOffset="59855">11452 5897 12109,'27'-7'271,"0"1"0,0-1 0,1 0 1,0 1-1,-1 0-268,-2 1 1,0 0 0,3 0-824,5-1 1,4-1 0,2 1 0,-1 0 795,-4 0 0,1 1 1,1-1-1,-2 0 1,-1 1-1,1 0 0,-1-1 1,-1 1-1,-1 1 1,4-2-1,0 1 0,0-1 1</inkml:trace>
  <inkml:trace contextRef="#ctx0" brushRef="#br0" timeOffset="61303">7297 10479 15079,'32'1'29,"0"0"0,0 0 0,-1 0 0,-1 0 0,2 0-418,2 2 1,1 0 0,-2 0-705,-5-1 1,-1-1 0,1 1 631,9-1 0,2 1 0,-6-1 0,-10-1 0,-3 0 0,13 0 1</inkml:trace>
  <inkml:trace contextRef="#ctx0" brushRef="#br0" timeOffset="61555">8036 10347 15303,'27'-1'-12,"0"3"-10,-1 8-303,6 8 235,-12-2 34,-1 7-168,-14-3-67,-5 3 145,-8 1-818,-5 1-167,-8-1-710,-2 0 1841,-1-3 0,11-8 0,3-4 0</inkml:trace>
  <inkml:trace contextRef="#ctx0" brushRef="#br0" timeOffset="62701">8779 10145 9453,'0'-3'1076,"0"1"-572,0 2-257,13 25-146,-6-3-73,1 0 0,0 2-12,-4-5 1,-1 0-6,1 7 1,-1 1-7,0-8 1,0-1-6,0 4 0,1-2 11,-1-3 964,3-8 280,0-20-135,7-22-974,-7 15 0,-1-2 16,3-4 1,-1 0 94,5-9 12,1 1-90,-2 4-11,0 4-89,-3 7-56,0 8-46,-1 6 23,2 8-11,0 7-23,2 6-358,0 3-2365,4 11-520,3-6 2863,0-4 1,-5-11 0,-6-10 0</inkml:trace>
  <inkml:trace contextRef="#ctx0" brushRef="#br0" timeOffset="63084">9155 10232 13846,'6'28'101,"8"7"-1110,9-13 101,-6-10 1,3-3-987,13-1 897,2-15 997,-16-5 1210,0-16 1211,-9-5-1435,-6 11 0,-3-1-426,-9-12-146,-6 2-32,-5 12 10,-2 3 67,0 3-101,0 5-167,2 5-68,-6 9-111,7 17-12,2 0-12,12 11 12,15-11-67,10-3-141,-5-10 1,3-3-831,3 0 1,3-3 28,4 1 1,1-2-631,4-3 1,1-2 1287,-9 1 0,0 0 1,-2-1-1,-1 1 1,-2-1-1,14-5 1</inkml:trace>
  <inkml:trace contextRef="#ctx0" brushRef="#br0" timeOffset="63804">9409 9841 14540,'12'26'284,"0"0"0,0 0 0,-2 0-267,-2-3 0,-1 1 16,1 9 1,1 1-135,-1-2 0,0-1-1538,1 2 1,1-3 727,-3-11 1,1-3-2367,6-2 3255,-5-20 1,-4 4 0,0-4 0</inkml:trace>
  <inkml:trace contextRef="#ctx0" brushRef="#br0" timeOffset="64118">9606 9912 12770,'-3'27'44,"0"0"1,0-1 0,2-1-34,0-6 1,2-1-7,1 6 1,0-1-6,1 6 0,3 3 101,-1-24 986,-1-4-650,2-9-89,2-6 335,3-7-179,9-8-471,-3 7-10,6 2-23,-1 11-11,-4 6-34,5 5-650,-5 4-2582,2 14 0,-6-4 2870,-2 8 1,-9-17 0,-3-1-1</inkml:trace>
  <inkml:trace contextRef="#ctx0" brushRef="#br0" timeOffset="64322">9318 10029 13689,'35'-12'-175,"0"0"0,0 0 0,-1 0 1,0 2-1,-3 2-1075,6 4 1,-2 2 1051,2-1 0,-2 0 1,-13 1-1,-3 1 1,13-2-1</inkml:trace>
  <inkml:trace contextRef="#ctx0" brushRef="#br0" timeOffset="64785">10064 9950 13387,'-1'22'252,"0"-1"0,1 15-151,13-18-101,0-8-45,11-2-202,-3-9 68,1-6 157,0-6 33,-6 0 0,-2-2 45,6-7 314,2-6 795,-13 10-650,-5 9-347,-1 1-168,-3 7-100,0 3 10,3 7-863,6 4-122,0 2 55,4-2 45,-3-8 830,8-3 279,5-11 236,8-5-325,-14 5 0,-1-1-34,10-4-78,4 7-729,-13 7-2481,2 6 3115,-9 2 1,-5-2 0,-3-1 0</inkml:trace>
  <inkml:trace contextRef="#ctx0" brushRef="#br0" timeOffset="65000">10162 9602 13577,'26'8'-410,"0"-1"0,0 0 1,0 0-1,0 1 1,-4-1-1,9 4 0,-6-1 1</inkml:trace>
  <inkml:trace contextRef="#ctx0" brushRef="#br0" timeOffset="65452">10753 9745 15291,'-23'1'582,"0"0"1,1 0 0,4 2-560,3 5-1,4 3-22,4 4 0,4 3-291,2 7-23,6-7-123,1 4-22,6-12 11,-1-2 111,2-2 158,-1 0 179,2 0-45,8 12 45,-4 0 16,-5-3 1,-2 1-629,8 14 612,-11-13 0,1 0 11,-1 0 0,-1 2 39,-1 6 1,0 0 173,0 10 62,-3-15 0,-4-1 1383,-17-1-1042,0-11 124,-14-1-269,5-11-191,-1-4-33,0-9-219,12 0 1,2-4-85,3-3 0,4-2-606,4 0 1,4-1 11,7 0 1,7 2-197,6 7 1,6 2 834,4-1 0,5 1 0,-5 1 0,-7 4 0,-1 1 0,0 1 0,1 0 0,-1 0 0</inkml:trace>
  <inkml:trace contextRef="#ctx0" brushRef="#br0" timeOffset="65835">11234 9368 15179,'16'21'103,"0"0"0,0 0 0,-1-1 0,-1 2 1,-2-1-82,-4 8 0,-2 0-980,-1 2 1,0 0 912,-2-1 0,0 2-1048,-2-6 1,0 1 0,-1-1 973,1-1 0,-1-1 1,0 2-1,0-5 1,0-9-1</inkml:trace>
  <inkml:trace contextRef="#ctx0" brushRef="#br0" timeOffset="66292">11230 9683 13162,'26'-8'33,"-1"1"1,1-1 0,10-2-1,-3 4-33,2 11 12,-3 4-24,-3 3 1,-5 3 11,-2 0-33,2 5-35,-7-7 12,4 0-11,2-10-45,-3-6-11,8-5 123,-7-6-22,4-13 33,-8 5-11,1-10 706,-13-5 246,-4 9-22,-10-7-325,-6 15-22,-3 10 0,-4 1-203,0 4 1,-2 1-207,-2 3 0,0 3-163,-9 8-11,21 23-44,25-8-409,1-6 1,3-2-30,6-4 1,2-3-724,4-1 1,3-1 1204,4-3 0,3-3 0,-4 1 0,-9 0 0,0-1 0,11-2 0,-1 0 0</inkml:trace>
  <inkml:trace contextRef="#ctx0" brushRef="#br0" timeOffset="66805">12484 9329 14989,'-19'-16'526,"1"-1"1,1 3 0,1 3-191,-3 8-45,1 3-190,3 5-68,3 3-33,5 9 12,3 4 10,6 4-22,8 3-34,7 2-218,1-8 0,0 1-124,-3-5 1,-1 0 60,5 5 1,-1 0-134,4 6-23,-2 2 471,-10-11 22,-3-1 1065,-23-9-594,1-5-212,-16-1-192,6-3-55,-11-1-45,11 0-348,-3-2-1198,19-1-1612,4-4 3169,13-2 0,-6 4 0,7 0 0</inkml:trace>
  <inkml:trace contextRef="#ctx0" brushRef="#br0" timeOffset="67154">12808 9365 12949,'0'-4'3276,"-28"-1"-2809,-3 17-417,9-8 1,0 2-29,3 4 1,2 4-12,-7 15-11,12-8 0,3 6 11,12-14 23,12-2-1,10-7 23,3-5-33,0-6 10,-10-4 23,-1 0-33,-3 1 100,-1 2-78,-3 3-34,2 2-22,0 4-404,-2 2-1557,-1 4-1305,-5 2 2950,2 1 1,-3-6-1,0 0 1</inkml:trace>
  <inkml:trace contextRef="#ctx0" brushRef="#br0" timeOffset="67803">13009 9314 17017,'17'30'89,"1"-2"-145,-6-13 0,0-1-179,6 7-325,7 4 369,-7-14-705,10-4 795,-1-10 135,-1-4 212,-7-10 326,-9-1 33,-2-2-168,-2-2-45,-2-4 78,-1-3 24,-2-2-35,-1 0 404,-3-4-617,0 12-22,-2 2-224,2 16-212,2 3-1,24 16-628,11 2 387,-13-5 0,2-1 6,-1-1 0,-1-2-706,-1-3 0,-1-2-325,8 1 851,4-4 628,-15-4 404,-2-9 627,-6 1-203,-3-6 708,-5 0-897,-6 4-203,-3-3 57,-4 9-22,-7 5-459,6 4 32,-4 8-32,7 19-12,6 0 5,2-8 1,3 0-6,10 9 0,12-2-175,-4-13 1,4-3-646,6-3 1,5-1 0,3-2 0,-4 0 491,-1 0 0,-1 0 0,0-1 1,0 0-1,1-1 0,-2 0 1,-4-1-1,-5-1 0,0 0 1</inkml:trace>
  <inkml:trace contextRef="#ctx0" brushRef="#br0" timeOffset="69117">9708 4798 14260,'-1'-21'1171,"0"0"0,-3-13-868,-8 24-146,-1 6-90,-1 2-22,-1 4-45,-1 6 0,1 5-34,2 21 28,10-13 1,2 0 5,2 1 0,3 0-118,3 0 0,3-2 68,1-6 0,2 0-158,8 5 1,2 0-29,-1-1 1,-1 1 44,3 3 1,-3 0 123,-6-6 0,-4-1 67,0 8 0,-14-11 101,-6-3-23,-7-3-22,-7-1 11,-3-3-33,0-1 201,0-1-604,0-3-2141,11-2-767,2-4 3269,15-3 1,-1 5 0,2 0 0</inkml:trace>
  <inkml:trace contextRef="#ctx0" brushRef="#br0" timeOffset="69539">10126 4839 12109,'0'-6'3276,"0"2"-1935,-33-13-1106,14 13-163,-4-3 1,-1 3 28,4 13 0,1 5-90,-10 9-11,11-5 0,1 0 0,1 7-11,7-1-11,5-4 10,22-2-66,16-10 22,-13-6 0,0-3-166,6-2 1,-2-2 221,-6-2 0,-1 0 0,3-3 0,-1 1 11,9-6 90,-6 3-79,-14 7-55,-8 6-1,-1 3-1483,5 6-1760,5-3 3028,8-2 1,-8-4 0,1-3 0</inkml:trace>
  <inkml:trace contextRef="#ctx0" brushRef="#br0" timeOffset="70052">10285 4829 13824,'0'-33'3276,"1"7"-3135,-1 25-164,0 5 23,0 6 56,12 17-45,-1-9 1,2-1-12,1 1 0,1-2-205,2 1 1,1-4 92,8 1-157,0-5-247,-5-5 225,3-10 291,-5-14 56,-1-11 123,-9-2 79,-5 1 101,-4 13-79,0 3 465,-3 3-566,0 6-101,-3 3-268,4 2 179,2 2 11,6 0 0,4 1-179,7-1-23,0 1-11,0-1-156,-2 0 43,2-7 326,-5-5 23,-2-2 190,-7 0 269,-3 6-1,-4 2-167,-2 2-22,-5 2-214,-1 1-44,0 7-34,1 4-34,1 22-67,5-4-67,3-8 0,4 0-594,10 7-235,11-2 59,-5-14 1,3-3-156,2-2 1,5-2 0,-2-1 545,6 1 1,-1-1 0,1-1 0,-4-2 0,-1 0 0</inkml:trace>
  <inkml:trace contextRef="#ctx0" brushRef="#br0" timeOffset="70439">11061 4721 14107,'-29'-5'619,"1"0"1,1 1 0,1 3-451,-6 12-124,2 8 148,6 7-524,17 2 0,5 1-734,5-2 471,4-4 1,4-4-561,14-17 549,1-11 481,3-5 124,-15 2 0,0-2-1166,1-1 1,-1-2 1540,-1-1 0,0-1 286,0-1 0,-2-2-586,2-11 1,-1-2 294,-4 7 0,-1-1-158,-2 4 1,0-1 0,-1 1 139,-1-2 1,-2 0 302,-2-4 1,-2 1-427,-2 10 1,-2 2-331,-10-3 1416,-1 34-1315,10 6 0,3 3 0,2 4 0,1 2 443,3 1 0,1 3 1,1-1-1189,3 3 0,3 1 416,-1-6 1,1 2-1,4-4-725,6-2 1,5-4 0,0-2-586,5 3 1,2-2 1509,-1-5 0,1 0 0,-3-4 0,-8-4 0,-2-2 1,13 0-1</inkml:trace>
  <inkml:trace contextRef="#ctx0" brushRef="#br0" timeOffset="70918">11690 4608 17398,'-19'6'11,"-1"0"0,-8 3 0,23 23-22,8-11-101,16 0-291,14-9 285,-10-9 1,2-3 111,-5-2 0,-1-3 6,15-10 34,-18 0 179,-3 0 44,-7 6-145,-1 3-212,-5 5 44,0 2 56,0 3 0,0 2-90,0 2-145,3-2 11,1-2 55,5-2-100,12-10 157,-3-1 68,8-8 44,-4-6 134,-8 7 404,1-5-202,-12 15-403,5 5-359,2 19-1019,2 1-1715,1 10 3160,-7-7 0,-3-9 0,-1-3 0</inkml:trace>
  <inkml:trace contextRef="#ctx0" brushRef="#br0" timeOffset="71123">11586 4250 16535,'24'16'-182,"-1"1"1,0-1 0,0 0 0,-3-2 0,4 2 0</inkml:trace>
  <inkml:trace contextRef="#ctx0" brushRef="#br0" timeOffset="73655">10069 10625 12339,'31'-18'235,"0"1"1,-7 6-1,1 1 1,5 1-187,2 3 0,5 2 1,2 1-1,1 0 0,-2-1-705,-2 0 1,-1 0-1,1 1 1,0-2 0,3 1 597,-7 0 0,2 0 1,2 0-1,0-1 0,0 1 1,1-1-1,-1 1 1,-1-1-58,2 0 1,0 0 0,-1 0 0,1 0 0,0 0 0,0-1 0,0 1 109,-2 0 1,1-1 0,-1 1 0,1-1 0,0 1-1,0-1 1,0 1 0,1-1-38,-4 0 1,0 1 0,0 0 0,0-1 0,1 1-1,0-1 1,1 0 0,0 0 0,2 0 35,-5 1 1,1 0 0,1-1 0,1 0 0,0 0 0,1 0 0,0 0-1,0 0 1,0 0 0,-1 1 0,-1-1 0,0 0 0,-2 1-90,7-1 1,-2-1 0,-1 2 0,0-1 0,-1 0 0,0 0 0,1 0 0,1 0 0,0 0 91,-1 0 1,1 0 0,1 0 0,0 0 0,1 0 0,-1 0 0,0-1 0,-1 2 0,-1-1 0,-1 0 0,-3 1 26,3 0 1,-1-1 0,-2 1-1,-2 0 1,1 1 0,-1-1-1,1 0-247,6-1 1,0 0 0,0 1 0,-1-1 0,-2 0 0,-2 1-598,1-1 1,-3 1 0,-2 0 0,0 0 606,5-1 1,-1 0-1,-9 1 1,-9 0 0,-21 5-1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04T20:09:23.32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7368 5210 16143,'-2'22'261,"0"0"1,-1-1-1,2-1-37,5 6-67,2-2 45,5-5-23,3-5-11,3-7 134,3-7 1,1-3-247,-1-3 0,1-2-859,10-4 1,2-3 813,-4-2 1,0-1-465,2-2 0,0 0 475,0 0 0,0 1-11,-2 0 1,-1 1-7,-1 1 1,-2 1-1,-3 1 1,-1 1-130,-3 1 0,-2 1 124,9-7 11,-7 6 0,-6 3-11,-4 5 34,-5 1 1081,-1 3-39,-2 0 113,-3 1-2444,1 0-822,-1 1-1200,0 4 2838,-2 2 1,2-1-1,0 0 1</inkml:trace>
  <inkml:trace contextRef="#ctx0" brushRef="#br0" timeOffset="1283">12946 5340 15090,'5'3'963,"1"6"-761,-1 10-68,2 4 1,0 3 44,0-2 124,5 9-68,0-5-179,2-2 67,0-10 23,1-11 426,21-6-416,-9-8 1,1-3-591,0 3 1,1-2 461,3-6 0,-3-1 5,-8 5 1,-2 0-23,-1 0 1,0 0 10,-2 1 1,-1-1-33,10-10 22,-3 1 32,-6 3-44,-2 3 0,-5 4-22,-2 3 33,-1 2 965,-3 3-1021,0 0-122,-3 4-281,1-1-168,2 1-729,1 0-1355,5 1 2700,0 1 0,-2 0 0,-2-1 0</inkml:trace>
  <inkml:trace contextRef="#ctx0" brushRef="#br0" timeOffset="9284">15395 5336 14406,'34'-13'0,"-1"0"0,1 0 0,0 0 0,-1-1 0,1 1 0,-1 0 0,1 0 0,0 0 0,0-1 0,1 1 0,-1-1 0,1 1 0,0-1 0,-1 1 0,1-1 0</inkml:trace>
  <inkml:trace contextRef="#ctx0" brushRef="#br0" timeOffset="9901">17211 5254 13835,'-4'0'257,"1"0"-229,17-5 0,9-2-28,-5 2 0,2 0-1044,4-1 1,4-2-1,-1 1 274,-2 2 1,1 0 0,-1-1-324,3 1 1,0-1 0,0 0 913,2 1 0,0 0 1,-2 0-1,-3 0 1,-1 1-1,-5 1 0,0 0 1</inkml:trace>
  <inkml:trace contextRef="#ctx0" brushRef="#br0" timeOffset="10185">18216 5304 18283,'25'-17'-160,"0"-1"1,-1 1 0,0 1 0,-1 0 0,0 2-1208,4 1 0,-1 2-272,-1 0 1,0 0 982,0 1 1,-2 0-1,3-1 1,-7 3 0</inkml:trace>
  <inkml:trace contextRef="#ctx0" brushRef="#br0" timeOffset="15366">4043 6642 17970,'-14'2'257,"16"2"-207,13 0 1,9 0-25,4-1 0,4 0 0,1 0-733,-3-1 0,1-1 1,1 1-1,1-1 718,1-1 0,2 1 1,0-1-1,0 1 0,-1-2-522,2 0 1,0 0 0,-1-1 0,-1 0 518,0 0 1,-1 0-1,-1 0 1,-2-1 2,-2-1 0,-3 0 1,1 0 273,2 1 1,0-1 0,-1 1-264,2 0 1,-3-1 33,-2 2 0,-3 0 157,-6 1 22,-14 1-46,-2 0-189,0 5 0,0-4 0,0 5 0</inkml:trace>
  <inkml:trace contextRef="#ctx0" brushRef="#br0" timeOffset="17503">5784 6611 16916,'19'-2'101,"9"1"-124,-5 2 1,2 1-1546,6 1 0,0 0 867,6-1 1,1 1-393,-10-1 1,1 0 0,0-1-1,3 1 1,0 0 0,1-1 802,2 0 0,0 0 0,-2-1 1,-3 1-1,-2 0 0,-4-1 1,0 0-1</inkml:trace>
  <inkml:trace contextRef="#ctx0" brushRef="#br0" timeOffset="17787">7104 6625 13633,'-4'0'773,"2"0"-639,29 0-89,-1 0-764,0-1 1,3-1 718,-5 0 0,1-1 0,1-1 0,1 0 0,0 1-84,5-1 0,-1 2-540,-4-1 0,1 0 1,0 2 623,2 0 0,-1 2 0,-2-1 0,-7 0 0,-2 0 0,9 1 0,0-1 0</inkml:trace>
  <inkml:trace contextRef="#ctx0" brushRef="#br0" timeOffset="18214">8418 6696 12804,'0'4'1025,"18"0"0,8-3-453,11-1-1254,-12 0 1,3 0 0,-1 0 742,6-3 1,-1 0-45,3-1 0,1 0-17,-11 1 0,0-1 0,0 0-12,0 0 1,0 1 0,0 0-219,13 0 1,-2-1-1410,-2 2 1,-1 1 1660,-3 2 1,-2 0 0,3 0-1,-11 2 1</inkml:trace>
  <inkml:trace contextRef="#ctx0" brushRef="#br0" timeOffset="19388">10648 6698 16662,'33'0'100,"0"0"1,-1 0 0,2-1 0,-1 0 0,-1 0-1194,-3 0 1,-1 0 0,1 0 943,0-1 1,1 1 0,0-1 148,0 1 0,0 0 0,0 0 97,-2 0 1,0 0 0,1 1-1191,7 1 1,1 1 0,-2 0 623,-8 0 1,-3 1 0,1-1 0,11 1 0,-5 1 0,-6 2 0</inkml:trace>
  <inkml:trace contextRef="#ctx0" brushRef="#br0" timeOffset="22416">14967 6609 15415,'23'-2'231,"-1"0"0,1 0 1,1 1-199,12 2 1,0 1-1088,-7-1 1,0 1 1068,-2 0 0,1 1 0,-1-1-10,3 1 1,0 1-6,1-1 0,0 0 0,2 1 0,0-1 0,1 0 0,0 0 0,1 0 0,2 0 0,-2 0 0,3-1 0,0 1-741,-9-1 1,1 0 0,0 0-1,0 0 744,1 0 0,-1 0 0,0 0 0,-1 0-3,8 1 0,0 1 0,-4-1 324,2 0 1,-1 0-322,-3 1 1,1 0 0,-2-1-4,6 1 0,-1 0 0,-5 0 0,1-1 0,-1 1-12,0 0 1,0 0 0,-1-1-298,3 1 0,1-1 309,-5 0 0,0 1 0,-1-1-6,1-1 1,-2 0-1,0 0 1,-1 1-1,0-2 0,0 0 168,-1 1 0,-1 0-168,0-1 1,0 0 1314,8 1 1,2 0-1316,0 0 1,1-1-6,0 0 0,-1 1-54,-3-2 0,-1 1 59,-8-1 1,-1 0-1,0 0 1,0 0 5,1 0 0,-1 0 0,1 0 0,0 0-6,0 0 1,0 0-1,0 0 0,0 0 0,-2 1 1,2-1-1,5 0 1,1 1-6,-6-1 0,0 1 11,6-1 0,0 0 5,-7 1 1,0-2-6,2 1 0,-1 0 0,2 0 0,-1 0 0,1 0 0,-1 0 0,1 0 0,1 0 5,11 0 1,-1 0-12,-7 1 1,-1-1 5,10 1 0,-1 0 0,-11 0 0,-1 0 0,0 0 0,1 0 0,-2 0 0,1 0-6,0 0 1,-1 0-7,1 0 1,1 0-68,11 0 1,1 0 67,-7 0 0,-1 0-33,-2-1 0,1 1 1,-2-1 31,3 0 1,-2 0-90,2 0 1,-1 0 55,0 0 0,0 0 34,-1 0 0,0 0 111,-1 1 1,0-2-112,7 1 0,1 0 5,0-2 1,1 1-239,-2 0 0,1-1 244,-3 0 0,-2-1 5,-7 2 1,-2 0-6,1-1 0,-1 0 16,1 1 1,1-1 101,8 0 0,3 0-118,4-1 0,2 0-11,-6 0 0,2 1 0,-1-1-129,-6 1 0,0 0 1,0 0 139,-1 0 0,0 0 0,-1 0 0,2-1 0,-2 1-255,2 0 0,0-1 255,0 0 0,2 0 7,0 1 1,1 0-1,0 0-7,6-1 0,1-1 5,-6 2 1,3 0 0,2-1 0,-2 1-340,-3 0 1,-1 1-1,1-1 1,-1 0 335,1 0 1,0 1 0,0-1 0,0 1-3,0-1 0,0 1 0,-1 0 0,-2 0-8,1 0 1,-2 0 0,-1 0-47,1 0 0,-1 1 0,1-1 54,6-1 0,2 0 0,-5 1 0,-6 0 0,-1 0 0,4-1 0,0 1 0</inkml:trace>
  <inkml:trace contextRef="#ctx0" brushRef="#br0" timeOffset="26400">7258 8968 15751,'21'18'384,"0"-1"1,1 0 0,1-6-223,0-10 1,0-5-690,4 0 1,2-4 623,2-2 0,4-4 0,2-1-516,-7 1 0,1 0 0,1-2 1,1 0 384,0 0 0,0-2 1,2 1-1,-2-1 1,0 1-504,-6 2 0,0 1 1,0 0-1,-1 0 1,-1 0-284,5-3 1,-1 0 0,-1 0 0,-2 2 544,-2 2 1,-2 0-1,-2 1 1,-1 1-1,-3 1 1,10-4-1</inkml:trace>
  <inkml:trace contextRef="#ctx0" brushRef="#br0" timeOffset="27106">10348 10028 14238,'0'4'885,"0"0"269,0-4-773,35 4-134,-7-11-752,3 4 1,2-3 532,-7-4 0,1-2-73,1-1 0,4 0 0,0-2 45,-5 3 0,1-1 0,-1 1 0,-1 0 0,1 0 0,-1 0 0,-1 1 0,8-4 0,-1 0 0</inkml:trace>
  <inkml:trace contextRef="#ctx0" brushRef="#br0" timeOffset="28137">15789 9021 12356,'1'-3'1815,"0"1"-1233,-1 34-212,2-12-174,0 3 0,2 0 297,9-1-44,11-5-130,-7-11 0,2-3-965,6-1 0,2-3 887,7-4 0,2-3-606,-8 2 0,1-2 0,0 0 462,3-3 0,2-2 0,-1 0-301,-7 3 0,1-1 0,0 0 0,0 0 223,1-1 1,0 1 0,0-1 0,0 0-20,0-1 0,0 1 0,0-1 0,-1 0-9,1 1 1,0-1 0,0-1-1,0 1-625,0-1 0,0 1 0,0-1 0,0 0-56,0-1 1,0 1 0,0-1 0,0 0 689,1-1 0,-1 1 0,0-1 0,-3 2 0,8-4 0,-4 2 0,-5 2 0,0 0 0</inkml:trace>
  <inkml:trace contextRef="#ctx0" brushRef="#br0" timeOffset="29588">17200 10063 12557,'-11'23'758,"1"1"0,1-2 0,2-1-365,4 7-124,8-4 106,9-14 0,6-3-110,3-5 1,5-4-1,2-3-921,-3 0 1,4-3-1,0-1 1,1-1 0,-1 0 558,0 1 1,-1-1 0,0-1 0,1 0 0,0-1-96,-1 0 1,1-1 0,0-1 0,0 0 0,0 1 0,-2-1 193,0 0 0,0 1 0,-1-1 1,-1 1-1,2-1-310,0 0 0,0 0 1,1 0-1,-1 0 0,1 0 115,-1-1 0,0 1 1,0 0-1,1-1 1,1-1 192,-3 1 0,1-1 0,2-1 0,-1 0 0,0 0 0,-2 1 0,-3 3 0,9-6 0,-4 4 0,1-3 0,-2 1 0,1-1 0,-1 1 0,0-1 0</inkml:trace>
  <inkml:trace contextRef="#ctx0" brushRef="#br0" timeOffset="31738">7983 11651 14764,'24'8'347,"-1"-1"1,5 0 0,3 0-281,-6-3 0,1-1 0,1 0-1112,4 0 0,1 1 0,0-1 1063,3 0 1,1 0 0,0 0-291,-7 0 0,-1-1 0,1 0 0,0 0 286,0 0 0,1 0 0,0 0 0,0-1-231,0 1 1,0-1 0,1 0 0,-1 0 218,1 0 1,0 0 0,0-1 0,0 1-1,0-1 1,0 1 0,0-1 0,0 0-3,-1-1 0,0 1 0,0-1 0,0 1-222,-2-1 1,0 0-1,0 0 1,0 1 224,6-2 1,0 1 0,-1-1 45,-4 0 0,0 1 0,-2-1-32,9 0 0,-2 1 273,-7-1 1,-2 1-291,13-2 11,-15 2 0,-10-1 1706,-7 2-1717,-4-1-3277,-2 1 2473,-3 7 1,2-5 0,-3 5 0</inkml:trace>
  <inkml:trace contextRef="#ctx0" brushRef="#br0" timeOffset="33350">11932 11674 15818,'26'-4'114,"1"0"0,-1-1 0,4 0 1,0 1-1,1 0-88,5-1 1,1 1-1,1 0-846,-7 0 1,2 1 0,0 0 0,0 0 237,2 0 0,1 0 0,-1 1 1,1-1 384,1 1 1,0 1 0,0-1-1,-1 1-207,0-1 1,-1 1 0,1 0-1,-2 1-416,-2 0 1,-1 0 0,-1 0 0,0 1 350,6 1 1,-1 1 0,-4-1 0,-2-1 0,-5 1 0,10 4 0</inkml:trace>
  <inkml:trace contextRef="#ctx0" brushRef="#br0" timeOffset="34934">4280 12516 10204,'-25'-10'141,"-1"1"0,1-1 0,0 1 1,0 0-1,2 1 32,-7-1 1,1 0-1731,-1 0 0,0 0 1618,-2 0 1,-1-1 57,1 0 1,-3 1 0,0-1-48,5 2 1,-1 1 0,0 0 0,0-1-59,-1 1 0,0-1 0,0 1 0,0 0-366,-2 1 1,0 0-1,0 0 1,2 1 366,-3 1 0,1 0 0,-1 1 0,-1 0 0,0 0 0,-1 1-12,1 0 1,-1 0 0,-1 1-53,8 0 0,-2 0 0,0 0 0,-1 1 0,0 0 73,-1 0 1,-1 1-1,1-1 1,-1 1 0,-2 0 4,2 1 1,-3 0 0,0 0 0,1 0 0,-1 1 0,3-1-346,-1 1 0,1 0 0,1-1 0,0 2 0,1-1 318,1 1 0,-1 1 0,2 0 1,0 0-1,2 0 9,-6 2 0,3 0 0,-2 1 66,3 0 0,-2 1 0,0 1 0,0-1-47,1 1 1,0 1 0,0-1 0,0 1-6,2-1 0,-1 1 1,0 0-1,2-1 112,-7 4 0,1-1 0,2 1-109,0 1 0,2 0-28,1 1 0,0 0 0,2 1 0,1 0 11,2 1 1,0 0 217,1 0 0,1 0-201,2 0 0,0 1 731,-3 6 0,2 2-765,8-5 1,1 0-12,-1 7 0,2 1-19,9-5 0,1-1 25,1 2 0,0 1 16,2 1 1,2 0 441,0 0 0,2 1-447,1-1 0,3 1 0,0 0 0,1 1 0,2-1 0,0 1-69,-1-1 0,1 1 1,0-1 68,0-1 0,1-1 0,-2-2 5,3 3 1,-2-1-113,0 1 0,1 1 135,0 0 0,0 1-23,-1 0 1,2 1 45,0-1 0,1 1-12,0 0 0,1 0-22,1 0 0,2-1 22,0 0 0,1-2-34,1-1 1,0-2-6,1-1 0,1-2 11,1-2 1,0-1-12,0-1 0,2-1 5,0-2 1,0-1 262,1 0 0,1-2-253,-1-3 0,2 0 0,0-1-8,4-1 1,0-1-1,2-1-357,-1-1 1,1 0-1,0 0 1,-1-2 351,-5-1 1,0-1 0,-1-1 0,1 0-1,-1 0 1,1-1 0,-1 0 0,-1-2 12,1-1 0,-2-1 0,0 0-34,1-1 0,-1 0 0,1-1 41,-1 0 0,0 0 1,2-1-7,-1-1 1,2-1 0,1 0 0,-2 1-17,1-1 0,0 0 0,0 0-158,-1 0 1,1 0 0,0-1 0,-1 2 161,-1-1 0,-1 0 0,0 0-4,1 0 0,0-1 0,0 0 3,1 0 1,-1-1 0,1 0 3,0-1 1,-1 0-1,1 0-126,0 0 0,-1-1 1,2 0 123,0 0 1,3-1 0,-1-1-1,-1 2-5,1-2 0,-1 1 0,1 0-142,-2 0 1,1 0 0,0-1 0,-2 2 144,-1-1 1,-1 1 0,-1 0 14,-1-1 1,0 1 0,0-1-3,-1-1 1,0 1 0,-1-1-14,0 1 1,-2-1 0,1 0 30,7-8 0,-1 0-34,-2 0 0,-1 0 16,-2 0 1,-3 1 322,-1 0 0,-2-1-322,-2 1 0,-2 0-1,-3 0 1,-2-2 157,-1-1 0,-2-1 251,-2-3 1,-1-2-267,-2-2 0,-2 0 20,0 9 1,-1 0 0,-1 0-35,-2-1 1,-1 1-1,-1 0 507,-1 0 1,-2 0 0,-2-1-614,-2 1 0,-3-2 1,-2 0-1,0 1-91,1 4 1,-1 0-1,-1 1 1,-2 0 0,-1 0-496,-2 1 1,-1-1 0,-2 0 0,-1 1 0,0 1 0,1 1 402,-2-1 1,-1 1-1,1 2 1,0 0-1,2 2 1,-1 1-1,0 1 1,2 2 0,3 1-1,-2 2 1,-1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6/5/25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C21A405D-2B87-16FA-8928-EA0708856279}"/>
              </a:ext>
            </a:extLst>
          </p:cNvPr>
          <p:cNvSpPr txBox="1">
            <a:spLocks/>
          </p:cNvSpPr>
          <p:nvPr/>
        </p:nvSpPr>
        <p:spPr>
          <a:xfrm>
            <a:off x="1305920" y="1329179"/>
            <a:ext cx="653216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9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188CA-4D7D-E262-B106-EDBD543BEBB5}"/>
              </a:ext>
            </a:extLst>
          </p:cNvPr>
          <p:cNvSpPr txBox="1">
            <a:spLocks/>
          </p:cNvSpPr>
          <p:nvPr/>
        </p:nvSpPr>
        <p:spPr>
          <a:xfrm>
            <a:off x="311700" y="2681950"/>
            <a:ext cx="852060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String Constructors and Length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0CA5-02DA-9DAC-FE29-E8CF02C96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Creating Strings Using Constructors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2F549-C66F-ED0C-5A66-D722FA494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459581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String objects can be created using constructors.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202357-AE6F-5433-F83F-77916D3C8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92" y="1749798"/>
            <a:ext cx="7772400" cy="22066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57CE585-4406-C093-B0E2-5B2C8DB7872C}"/>
                  </a:ext>
                </a:extLst>
              </p14:cNvPr>
              <p14:cNvContentPartPr/>
              <p14:nvPr/>
            </p14:nvContentPartPr>
            <p14:xfrm>
              <a:off x="1486800" y="907560"/>
              <a:ext cx="7102080" cy="2855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57CE585-4406-C093-B0E2-5B2C8DB7872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0600" y="891360"/>
                <a:ext cx="7134480" cy="28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3472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0890A-7CAC-2101-02B3-02FD800B8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String Length – length()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1ECF-FFF1-68E6-4656-EECDF3E3F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043863" cy="445294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Returns the number of characters in a string (including spaces).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9C33C4-9BD6-ACB4-E15C-92D8112C101E}"/>
              </a:ext>
            </a:extLst>
          </p:cNvPr>
          <p:cNvSpPr txBox="1"/>
          <p:nvPr/>
        </p:nvSpPr>
        <p:spPr>
          <a:xfrm>
            <a:off x="757238" y="3830910"/>
            <a:ext cx="1454244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Length: 28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64B248-6A33-FBD9-D90F-37BD73AC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1654907"/>
            <a:ext cx="7289800" cy="20447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7C097B5-9429-C33D-8AA4-DE42A5F0619C}"/>
                  </a:ext>
                </a:extLst>
              </p14:cNvPr>
              <p14:cNvContentPartPr/>
              <p14:nvPr/>
            </p14:nvContentPartPr>
            <p14:xfrm>
              <a:off x="1235520" y="1723320"/>
              <a:ext cx="6377760" cy="3175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7C097B5-9429-C33D-8AA4-DE42A5F061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19320" y="1707120"/>
                <a:ext cx="6410160" cy="320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2922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AE58E-607D-DD57-C42B-61506A0A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Using length() in Real-World 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C383D-91F4-28D0-E031-D28DBF859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88144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Checking if a username meets length requirements: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8072F9-C0FB-697C-112A-0BA483EE8CF5}"/>
              </a:ext>
            </a:extLst>
          </p:cNvPr>
          <p:cNvSpPr txBox="1"/>
          <p:nvPr/>
        </p:nvSpPr>
        <p:spPr>
          <a:xfrm>
            <a:off x="6879981" y="2633665"/>
            <a:ext cx="2125903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Valid username.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5F13B6-5EFE-E0D4-D478-754500DA1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9754"/>
            <a:ext cx="6879981" cy="27348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9382E80-1378-4508-C484-CCF4779FC16D}"/>
                  </a:ext>
                </a:extLst>
              </p14:cNvPr>
              <p14:cNvContentPartPr/>
              <p14:nvPr/>
            </p14:nvContentPartPr>
            <p14:xfrm>
              <a:off x="1047600" y="1198440"/>
              <a:ext cx="7260840" cy="274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9382E80-1378-4508-C484-CCF4779FC1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1400" y="1182240"/>
                <a:ext cx="7293240" cy="27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6056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782A7-2C3F-6266-CD86-7EDCA4CDC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Handling Empty and Null Strings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3C9D2-E594-EB87-EECF-6DB0614A4FDB}"/>
              </a:ext>
            </a:extLst>
          </p:cNvPr>
          <p:cNvSpPr txBox="1"/>
          <p:nvPr/>
        </p:nvSpPr>
        <p:spPr>
          <a:xfrm>
            <a:off x="628650" y="1268016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Checking if a String is Empty (isEmpty()):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658F5-AEA2-9E02-D29B-BF4A901FB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443038"/>
            <a:ext cx="5114925" cy="14382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5B58C3-0A4A-73CB-5A2E-359691524FF4}"/>
              </a:ext>
            </a:extLst>
          </p:cNvPr>
          <p:cNvSpPr txBox="1"/>
          <p:nvPr/>
        </p:nvSpPr>
        <p:spPr>
          <a:xfrm>
            <a:off x="628650" y="2932124"/>
            <a:ext cx="45720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b="1" dirty="0"/>
              <a:t>Checking for Null Strings: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5C1649-66AB-09AC-CC52-D5104E6BE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056336"/>
            <a:ext cx="5114925" cy="19145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C18339C-12BC-F2A1-9B93-C7D69316FFA9}"/>
              </a:ext>
            </a:extLst>
          </p:cNvPr>
          <p:cNvSpPr txBox="1"/>
          <p:nvPr/>
        </p:nvSpPr>
        <p:spPr>
          <a:xfrm>
            <a:off x="5629276" y="3700463"/>
            <a:ext cx="284565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Output:</a:t>
            </a:r>
          </a:p>
          <a:p>
            <a:endParaRPr lang="en-US" sz="2100" dirty="0"/>
          </a:p>
          <a:p>
            <a:r>
              <a:rPr lang="en-US" sz="2100" dirty="0"/>
              <a:t>String is null or empty.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C924230-57B9-47B0-FC04-4114ACAC7CF4}"/>
                  </a:ext>
                </a:extLst>
              </p14:cNvPr>
              <p14:cNvContentPartPr/>
              <p14:nvPr/>
            </p14:nvContentPartPr>
            <p14:xfrm>
              <a:off x="1321920" y="1530000"/>
              <a:ext cx="6614640" cy="3298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C924230-57B9-47B0-FC04-4114ACAC7CF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05720" y="1513800"/>
                <a:ext cx="6647040" cy="333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02557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0B85C-8798-5859-4C6F-9572E2D3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String Memory Management </a:t>
            </a:r>
            <a:br>
              <a:rPr lang="en-IN" b="1" dirty="0"/>
            </a:br>
            <a:r>
              <a:rPr lang="en-IN" b="1" dirty="0"/>
              <a:t>(Heap vs. String Pool)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9EC7E3-76C8-1AF3-7294-78A05075B9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7933100"/>
              </p:ext>
            </p:extLst>
          </p:nvPr>
        </p:nvGraphicFramePr>
        <p:xfrm>
          <a:off x="1099291" y="1553810"/>
          <a:ext cx="6555106" cy="84582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556510">
                  <a:extLst>
                    <a:ext uri="{9D8B030D-6E8A-4147-A177-3AD203B41FA5}">
                      <a16:colId xmlns:a16="http://schemas.microsoft.com/office/drawing/2014/main" val="648364217"/>
                    </a:ext>
                  </a:extLst>
                </a:gridCol>
                <a:gridCol w="1329373">
                  <a:extLst>
                    <a:ext uri="{9D8B030D-6E8A-4147-A177-3AD203B41FA5}">
                      <a16:colId xmlns:a16="http://schemas.microsoft.com/office/drawing/2014/main" val="4010331925"/>
                    </a:ext>
                  </a:extLst>
                </a:gridCol>
                <a:gridCol w="2669223">
                  <a:extLst>
                    <a:ext uri="{9D8B030D-6E8A-4147-A177-3AD203B41FA5}">
                      <a16:colId xmlns:a16="http://schemas.microsoft.com/office/drawing/2014/main" val="307552625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Method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Memory Type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Usage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221079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String s = “Aditya”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String Pool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Efficient, reuses memory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7246268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400" dirty="0"/>
                        <a:t>String s = new String(“Aditya”)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Heap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new memory allocation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24678897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4165E42-CE78-A503-2D96-8D0A58C4E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3" y="2555103"/>
            <a:ext cx="7868749" cy="20100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59507-FA12-D241-6A4F-48F9D1901935}"/>
              </a:ext>
            </a:extLst>
          </p:cNvPr>
          <p:cNvSpPr txBox="1"/>
          <p:nvPr/>
        </p:nvSpPr>
        <p:spPr>
          <a:xfrm>
            <a:off x="628650" y="4497169"/>
            <a:ext cx="941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</a:p>
          <a:p>
            <a:r>
              <a:rPr lang="en-US" sz="1800" dirty="0"/>
              <a:t>false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0A7F8E0-1419-E091-08B2-6F4A2A36A2D5}"/>
                  </a:ext>
                </a:extLst>
              </p14:cNvPr>
              <p14:cNvContentPartPr/>
              <p14:nvPr/>
            </p14:nvContentPartPr>
            <p14:xfrm>
              <a:off x="447840" y="1818000"/>
              <a:ext cx="6978240" cy="3288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0A7F8E0-1419-E091-08B2-6F4A2A36A2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640" y="1801800"/>
                <a:ext cx="7010640" cy="332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857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133</Words>
  <Application>Microsoft Macintosh PowerPoint</Application>
  <PresentationFormat>On-screen Show (16:9)</PresentationFormat>
  <Paragraphs>33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Creating Strings Using Constructors</vt:lpstr>
      <vt:lpstr>String Length – length() Method</vt:lpstr>
      <vt:lpstr>Using length() in Real-World Applications</vt:lpstr>
      <vt:lpstr>Handling Empty and Null Strings</vt:lpstr>
      <vt:lpstr>String Memory Management  (Heap vs. String Pool)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23</cp:revision>
  <dcterms:modified xsi:type="dcterms:W3CDTF">2025-06-04T20:11:22Z</dcterms:modified>
</cp:coreProperties>
</file>