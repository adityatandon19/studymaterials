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407" r:id="rId2"/>
    <p:sldId id="319" r:id="rId3"/>
    <p:sldId id="320" r:id="rId4"/>
    <p:sldId id="321" r:id="rId5"/>
    <p:sldId id="266" r:id="rId6"/>
    <p:sldId id="261" r:id="rId7"/>
    <p:sldId id="408" r:id="rId8"/>
    <p:sldId id="409" r:id="rId9"/>
    <p:sldId id="264" r:id="rId10"/>
    <p:sldId id="4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19"/>
            <p14:sldId id="320"/>
            <p14:sldId id="321"/>
            <p14:sldId id="266"/>
            <p14:sldId id="261"/>
            <p14:sldId id="408"/>
            <p14:sldId id="409"/>
            <p14:sldId id="26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E197BE-523D-2743-822A-0EB0D4E14B39}" v="1" dt="2025-07-22T15:36:35.20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/>
    <p:restoredTop sz="96301"/>
  </p:normalViewPr>
  <p:slideViewPr>
    <p:cSldViewPr snapToGrid="0">
      <p:cViewPr varScale="1">
        <p:scale>
          <a:sx n="157" d="100"/>
          <a:sy n="157" d="100"/>
        </p:scale>
        <p:origin x="84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443795"/>
            <a:ext cx="8833104" cy="16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/>
              <a:t>Autoboxing &amp; Unboxing</a:t>
            </a:r>
          </a:p>
          <a:p>
            <a:r>
              <a:rPr lang="en-US" sz="4800" dirty="0"/>
              <a:t>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7F9B-EC63-927F-AF27-8B25D58E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34217"/>
          </a:xfrm>
        </p:spPr>
        <p:txBody>
          <a:bodyPr>
            <a:normAutofit/>
          </a:bodyPr>
          <a:lstStyle/>
          <a:p>
            <a:r>
              <a:rPr lang="en-IN" b="1" dirty="0"/>
              <a:t>What is Autoboxing and Unboxing?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4126-2729-CE53-D116-9F1BCA69A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2440389"/>
          </a:xfrm>
        </p:spPr>
        <p:txBody>
          <a:bodyPr>
            <a:normAutofit/>
          </a:bodyPr>
          <a:lstStyle/>
          <a:p>
            <a:r>
              <a:rPr lang="en-IN" b="1" dirty="0"/>
              <a:t>Autoboxing:</a:t>
            </a:r>
            <a:r>
              <a:rPr lang="en-IN" dirty="0"/>
              <a:t> Automatic conversion of </a:t>
            </a:r>
            <a:r>
              <a:rPr lang="en-IN" b="1" dirty="0"/>
              <a:t>primitive types to wrapper objects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Example: int → Integer</a:t>
            </a:r>
          </a:p>
          <a:p>
            <a:r>
              <a:rPr lang="en-IN" b="1" dirty="0"/>
              <a:t>Unboxing:</a:t>
            </a:r>
            <a:r>
              <a:rPr lang="en-IN" dirty="0"/>
              <a:t> Automatic conversion of </a:t>
            </a:r>
            <a:r>
              <a:rPr lang="en-IN" b="1" dirty="0"/>
              <a:t>wrapper objects to primitive types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Example: Integer → int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✅ Introduced in Java 5 to simplify code.</a:t>
            </a:r>
          </a:p>
          <a:p>
            <a:pPr>
              <a:buNone/>
            </a:pPr>
            <a:r>
              <a:rPr lang="en-IN" dirty="0"/>
              <a:t>✅ Useful in collections, generics, and method arguments.</a:t>
            </a:r>
          </a:p>
        </p:txBody>
      </p:sp>
    </p:spTree>
    <p:extLst>
      <p:ext uri="{BB962C8B-B14F-4D97-AF65-F5344CB8AC3E}">
        <p14:creationId xmlns:p14="http://schemas.microsoft.com/office/powerpoint/2010/main" val="2737251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0CA0-7663-658F-E4B1-BD4D40AD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0565"/>
          </a:xfrm>
        </p:spPr>
        <p:txBody>
          <a:bodyPr>
            <a:normAutofit/>
          </a:bodyPr>
          <a:lstStyle/>
          <a:p>
            <a:r>
              <a:rPr lang="en-US" b="1" dirty="0"/>
              <a:t>Wrapper Classes in Java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CE9AB3-9821-780F-F2E8-6CA4BFFD7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2099748"/>
              </p:ext>
            </p:extLst>
          </p:nvPr>
        </p:nvGraphicFramePr>
        <p:xfrm>
          <a:off x="2686050" y="1320165"/>
          <a:ext cx="2853103" cy="25374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15561">
                  <a:extLst>
                    <a:ext uri="{9D8B030D-6E8A-4147-A177-3AD203B41FA5}">
                      <a16:colId xmlns:a16="http://schemas.microsoft.com/office/drawing/2014/main" val="2888370739"/>
                    </a:ext>
                  </a:extLst>
                </a:gridCol>
                <a:gridCol w="1437542">
                  <a:extLst>
                    <a:ext uri="{9D8B030D-6E8A-4147-A177-3AD203B41FA5}">
                      <a16:colId xmlns:a16="http://schemas.microsoft.com/office/drawing/2014/main" val="84242914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Primitive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Wrapper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22652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byte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Byte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823018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short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Short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4110499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int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803754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long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07908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float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Float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9628067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double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Double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426181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Character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52321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boolean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Boolean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245445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78D99C-5EE8-0FDA-917B-68F0094E1F0A}"/>
              </a:ext>
            </a:extLst>
          </p:cNvPr>
          <p:cNvSpPr txBox="1"/>
          <p:nvPr/>
        </p:nvSpPr>
        <p:spPr>
          <a:xfrm>
            <a:off x="1469963" y="4188950"/>
            <a:ext cx="5667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Wrapper classes are </a:t>
            </a:r>
            <a:r>
              <a:rPr lang="en-IN" b="1" dirty="0"/>
              <a:t>immutable</a:t>
            </a:r>
            <a:r>
              <a:rPr lang="en-IN" dirty="0"/>
              <a:t> and belong to </a:t>
            </a:r>
            <a:r>
              <a:rPr lang="en-IN" dirty="0" err="1"/>
              <a:t>java.lang</a:t>
            </a:r>
            <a:r>
              <a:rPr lang="en-IN" dirty="0"/>
              <a:t> package.</a:t>
            </a:r>
          </a:p>
        </p:txBody>
      </p:sp>
    </p:spTree>
    <p:extLst>
      <p:ext uri="{BB962C8B-B14F-4D97-AF65-F5344CB8AC3E}">
        <p14:creationId xmlns:p14="http://schemas.microsoft.com/office/powerpoint/2010/main" val="394567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D497-6B3A-C895-52BC-D7C32CF4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2743"/>
          </a:xfrm>
        </p:spPr>
        <p:txBody>
          <a:bodyPr>
            <a:normAutofit/>
          </a:bodyPr>
          <a:lstStyle/>
          <a:p>
            <a:r>
              <a:rPr lang="en-US" b="1" dirty="0"/>
              <a:t>Example of Autoboxing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8C9EE-6390-5D23-7E94-EDEB92F720CD}"/>
              </a:ext>
            </a:extLst>
          </p:cNvPr>
          <p:cNvSpPr txBox="1"/>
          <p:nvPr/>
        </p:nvSpPr>
        <p:spPr>
          <a:xfrm>
            <a:off x="628650" y="1129517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b="1" dirty="0"/>
              <a:t>Primitive to object (automatically):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150D6-70F4-C0AF-E493-22D5258A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54" y="1406516"/>
            <a:ext cx="5829300" cy="19176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9BB8D-381D-3159-B2FB-8A445BF68DAF}"/>
              </a:ext>
            </a:extLst>
          </p:cNvPr>
          <p:cNvSpPr txBox="1"/>
          <p:nvPr/>
        </p:nvSpPr>
        <p:spPr>
          <a:xfrm>
            <a:off x="628650" y="3462691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No need to call Integer.valueOf(</a:t>
            </a:r>
            <a:r>
              <a:rPr lang="en-IN" dirty="0" err="1"/>
              <a:t>num</a:t>
            </a:r>
            <a:r>
              <a:rPr lang="en-IN" dirty="0"/>
              <a:t>) manually.</a:t>
            </a:r>
          </a:p>
        </p:txBody>
      </p:sp>
    </p:spTree>
    <p:extLst>
      <p:ext uri="{BB962C8B-B14F-4D97-AF65-F5344CB8AC3E}">
        <p14:creationId xmlns:p14="http://schemas.microsoft.com/office/powerpoint/2010/main" val="2759747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5408-182C-A567-EE7F-218DB163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E13A-8857-00B0-2C96-586E3FD9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2743"/>
          </a:xfrm>
        </p:spPr>
        <p:txBody>
          <a:bodyPr>
            <a:normAutofit/>
          </a:bodyPr>
          <a:lstStyle/>
          <a:p>
            <a:r>
              <a:rPr lang="en-US" b="1" dirty="0"/>
              <a:t>Example of Unboxing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009C6-31EC-561C-7B14-7C953D228E50}"/>
              </a:ext>
            </a:extLst>
          </p:cNvPr>
          <p:cNvSpPr txBox="1"/>
          <p:nvPr/>
        </p:nvSpPr>
        <p:spPr>
          <a:xfrm>
            <a:off x="628650" y="1129517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b="1" dirty="0"/>
              <a:t>Object to primitive (automatically):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CB212-0BDB-5003-A0AC-10D0C2455EF9}"/>
              </a:ext>
            </a:extLst>
          </p:cNvPr>
          <p:cNvSpPr txBox="1"/>
          <p:nvPr/>
        </p:nvSpPr>
        <p:spPr>
          <a:xfrm>
            <a:off x="628650" y="3462691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No need to call </a:t>
            </a:r>
            <a:r>
              <a:rPr lang="en-IN" dirty="0" err="1"/>
              <a:t>obj.intValue</a:t>
            </a:r>
            <a:r>
              <a:rPr lang="en-IN" dirty="0"/>
              <a:t>() manually.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17102F-4626-F390-A9CD-33FE66F0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406516"/>
            <a:ext cx="5829300" cy="19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22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0C45-5F43-1705-CC89-57253F3B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Autoboxing with Collections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E2A824-F8E3-00C3-7F37-8E0250B71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1209" y="1606153"/>
            <a:ext cx="500279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ADD5C-F571-C503-4DD8-EFE962651FAE}"/>
              </a:ext>
            </a:extLst>
          </p:cNvPr>
          <p:cNvSpPr txBox="1"/>
          <p:nvPr/>
        </p:nvSpPr>
        <p:spPr>
          <a:xfrm>
            <a:off x="628650" y="1268016"/>
            <a:ext cx="4569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Collections only store objects, not primitives.</a:t>
            </a:r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Autoboxing helps store primitives easily.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49D07-6238-DB96-4310-555CAF436F4F}"/>
              </a:ext>
            </a:extLst>
          </p:cNvPr>
          <p:cNvSpPr txBox="1"/>
          <p:nvPr/>
        </p:nvSpPr>
        <p:spPr>
          <a:xfrm>
            <a:off x="445063" y="4648973"/>
            <a:ext cx="3511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Simplifies interaction with collections.</a:t>
            </a:r>
          </a:p>
        </p:txBody>
      </p:sp>
    </p:spTree>
    <p:extLst>
      <p:ext uri="{BB962C8B-B14F-4D97-AF65-F5344CB8AC3E}">
        <p14:creationId xmlns:p14="http://schemas.microsoft.com/office/powerpoint/2010/main" val="2364252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1A76-8D8C-BBD2-8738-1AF3493C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Pitfalls and Errors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F1C09-4112-C23F-6351-1B1713ECE36A}"/>
              </a:ext>
            </a:extLst>
          </p:cNvPr>
          <p:cNvSpPr txBox="1"/>
          <p:nvPr/>
        </p:nvSpPr>
        <p:spPr>
          <a:xfrm>
            <a:off x="628650" y="1268016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NullPointerException during unboxing: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EB03B-9847-2042-8723-7CA0BCB0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713832"/>
            <a:ext cx="5829300" cy="1715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B4D2D-7A93-E322-A5F4-D40478B2BE31}"/>
              </a:ext>
            </a:extLst>
          </p:cNvPr>
          <p:cNvSpPr txBox="1"/>
          <p:nvPr/>
        </p:nvSpPr>
        <p:spPr>
          <a:xfrm>
            <a:off x="628650" y="3736985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Always check for null before unboxing.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592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4114-2661-E636-F701-ABA22510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Pitfalls and Errors (Contd.)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68CCEE-3B03-23F4-991A-2777D7417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954" y="1792036"/>
            <a:ext cx="5838092" cy="2383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D2E59D-4AE0-4B39-5510-2DD40FCF5BB5}"/>
              </a:ext>
            </a:extLst>
          </p:cNvPr>
          <p:cNvSpPr txBox="1"/>
          <p:nvPr/>
        </p:nvSpPr>
        <p:spPr>
          <a:xfrm>
            <a:off x="628650" y="1391526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Using == for wrapper comparison: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63287-0680-C027-CDB2-0F7D17F84654}"/>
              </a:ext>
            </a:extLst>
          </p:cNvPr>
          <p:cNvSpPr txBox="1"/>
          <p:nvPr/>
        </p:nvSpPr>
        <p:spPr>
          <a:xfrm>
            <a:off x="628650" y="4299523"/>
            <a:ext cx="45698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Use .equals() for comparing wrapper objects.</a:t>
            </a:r>
          </a:p>
        </p:txBody>
      </p:sp>
    </p:spTree>
    <p:extLst>
      <p:ext uri="{BB962C8B-B14F-4D97-AF65-F5344CB8AC3E}">
        <p14:creationId xmlns:p14="http://schemas.microsoft.com/office/powerpoint/2010/main" val="3566617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EF8C-0A03-218A-124A-16C32362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with Autoboxing/Unboxing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9E48-D546-1069-0175-2743AD502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Use primitive types for performance-sensitive operations.</a:t>
            </a:r>
            <a:endParaRPr lang="en-IN" dirty="0"/>
          </a:p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Use wrapper classes when working with collections or generics.</a:t>
            </a:r>
            <a:endParaRPr lang="en-IN" dirty="0"/>
          </a:p>
          <a:p>
            <a:pPr>
              <a:buNone/>
            </a:pPr>
            <a:r>
              <a:rPr lang="en-IN" dirty="0"/>
              <a:t>✅ </a:t>
            </a:r>
            <a:r>
              <a:rPr lang="en-IN" b="1" dirty="0"/>
              <a:t>Check for null values before unboxing to avoid exceptions.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Use .equals() instead of == for comparing wrapper objects.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740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263</Words>
  <Application>Microsoft Macintosh PowerPoint</Application>
  <PresentationFormat>On-screen Show (16:9)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What is Autoboxing and Unboxing?</vt:lpstr>
      <vt:lpstr>Wrapper Classes in Java</vt:lpstr>
      <vt:lpstr>Example of Autoboxing</vt:lpstr>
      <vt:lpstr>Example of Unboxing</vt:lpstr>
      <vt:lpstr>Autoboxing with Collections</vt:lpstr>
      <vt:lpstr>Common Pitfalls and Errors</vt:lpstr>
      <vt:lpstr>Common Pitfalls and Errors (Contd.)</vt:lpstr>
      <vt:lpstr>Best Practices with Autoboxing/Unboxing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2025-07-22T15:37:34Z</dcterms:modified>
</cp:coreProperties>
</file>