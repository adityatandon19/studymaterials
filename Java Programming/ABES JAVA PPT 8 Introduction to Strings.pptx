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40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6FEE7-1237-DC4B-9567-8006A75EE090}" v="1" dt="2025-06-04T19:58:07.34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9826FEE7-1237-DC4B-9567-8006A75EE090}"/>
    <pc:docChg chg="undo custSel delSld modSld modSection">
      <pc:chgData name="Aditya Hare Krishna" userId="de62b921b3c41f8c" providerId="LiveId" clId="{9826FEE7-1237-DC4B-9567-8006A75EE090}" dt="2025-06-04T19:58:07.332" v="131"/>
      <pc:docMkLst>
        <pc:docMk/>
      </pc:docMkLst>
      <pc:sldChg chg="modSp mod">
        <pc:chgData name="Aditya Hare Krishna" userId="de62b921b3c41f8c" providerId="LiveId" clId="{9826FEE7-1237-DC4B-9567-8006A75EE090}" dt="2025-06-01T09:58:27.714" v="130" actId="20577"/>
        <pc:sldMkLst>
          <pc:docMk/>
          <pc:sldMk cId="0" sldId="256"/>
        </pc:sldMkLst>
        <pc:spChg chg="mod">
          <ac:chgData name="Aditya Hare Krishna" userId="de62b921b3c41f8c" providerId="LiveId" clId="{9826FEE7-1237-DC4B-9567-8006A75EE090}" dt="2025-06-01T09:45:06.432" v="91" actId="20577"/>
          <ac:spMkLst>
            <pc:docMk/>
            <pc:sldMk cId="0" sldId="256"/>
            <ac:spMk id="2" creationId="{C21A405D-2B87-16FA-8928-EA0708856279}"/>
          </ac:spMkLst>
        </pc:spChg>
        <pc:spChg chg="mod">
          <ac:chgData name="Aditya Hare Krishna" userId="de62b921b3c41f8c" providerId="LiveId" clId="{9826FEE7-1237-DC4B-9567-8006A75EE090}" dt="2025-06-01T09:58:27.714" v="130" actId="20577"/>
          <ac:spMkLst>
            <pc:docMk/>
            <pc:sldMk cId="0" sldId="256"/>
            <ac:spMk id="3" creationId="{5DC188CA-4D7D-E262-B106-EDBD543BEBB5}"/>
          </ac:spMkLst>
        </pc:spChg>
      </pc:sldChg>
      <pc:sldChg chg="del">
        <pc:chgData name="Aditya Hare Krishna" userId="de62b921b3c41f8c" providerId="LiveId" clId="{9826FEE7-1237-DC4B-9567-8006A75EE090}" dt="2025-06-01T09:44:17.955" v="80" actId="2696"/>
        <pc:sldMkLst>
          <pc:docMk/>
          <pc:sldMk cId="1166388192" sldId="267"/>
        </pc:sldMkLst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4207356068" sldId="376"/>
        </pc:sldMkLst>
        <pc:spChg chg="mod">
          <ac:chgData name="Aditya Hare Krishna" userId="de62b921b3c41f8c" providerId="LiveId" clId="{9826FEE7-1237-DC4B-9567-8006A75EE090}" dt="2025-06-01T09:41:42.707" v="24" actId="403"/>
          <ac:spMkLst>
            <pc:docMk/>
            <pc:sldMk cId="4207356068" sldId="376"/>
            <ac:spMk id="5" creationId="{3F541E9A-F0C0-935E-5911-559AA798967A}"/>
          </ac:spMkLst>
        </pc:sp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4207356068" sldId="376"/>
            <ac:inkMk id="6" creationId="{C347FB3A-4B1B-FE6B-A414-7A52B4347029}"/>
          </ac:inkMkLst>
        </pc:inkChg>
      </pc:sldChg>
      <pc:sldChg chg="addSp">
        <pc:chgData name="Aditya Hare Krishna" userId="de62b921b3c41f8c" providerId="LiveId" clId="{9826FEE7-1237-DC4B-9567-8006A75EE090}" dt="2025-06-04T19:58:07.332" v="131"/>
        <pc:sldMkLst>
          <pc:docMk/>
          <pc:sldMk cId="2571856783" sldId="377"/>
        </pc:sldMkLst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571856783" sldId="377"/>
            <ac:inkMk id="3" creationId="{701CBCF3-53BA-BA90-F11F-0FC0CA84D4FD}"/>
          </ac:inkMkLst>
        </pc:inkChg>
      </pc:sldChg>
      <pc:sldChg chg="addSp">
        <pc:chgData name="Aditya Hare Krishna" userId="de62b921b3c41f8c" providerId="LiveId" clId="{9826FEE7-1237-DC4B-9567-8006A75EE090}" dt="2025-06-04T19:58:07.332" v="131"/>
        <pc:sldMkLst>
          <pc:docMk/>
          <pc:sldMk cId="2215872997" sldId="378"/>
        </pc:sldMkLst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215872997" sldId="378"/>
            <ac:inkMk id="4" creationId="{8DF77B66-F56D-947F-0168-37D0AF6F10B6}"/>
          </ac:inkMkLst>
        </pc:inkChg>
      </pc:sldChg>
      <pc:sldChg chg="addSp">
        <pc:chgData name="Aditya Hare Krishna" userId="de62b921b3c41f8c" providerId="LiveId" clId="{9826FEE7-1237-DC4B-9567-8006A75EE090}" dt="2025-06-04T19:58:07.332" v="131"/>
        <pc:sldMkLst>
          <pc:docMk/>
          <pc:sldMk cId="2893977648" sldId="379"/>
        </pc:sldMkLst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893977648" sldId="379"/>
            <ac:inkMk id="3" creationId="{B7C78BCB-1A47-D38D-9301-E5076966DADC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3209904635" sldId="380"/>
        </pc:sldMkLst>
        <pc:spChg chg="mod">
          <ac:chgData name="Aditya Hare Krishna" userId="de62b921b3c41f8c" providerId="LiveId" clId="{9826FEE7-1237-DC4B-9567-8006A75EE090}" dt="2025-06-01T09:42:10.471" v="36" actId="1076"/>
          <ac:spMkLst>
            <pc:docMk/>
            <pc:sldMk cId="3209904635" sldId="380"/>
            <ac:spMk id="6" creationId="{4EEBD901-4E46-9625-3F45-623F44CDC8D3}"/>
          </ac:spMkLst>
        </pc:spChg>
        <pc:spChg chg="mod">
          <ac:chgData name="Aditya Hare Krishna" userId="de62b921b3c41f8c" providerId="LiveId" clId="{9826FEE7-1237-DC4B-9567-8006A75EE090}" dt="2025-06-01T09:42:12.429" v="37" actId="1076"/>
          <ac:spMkLst>
            <pc:docMk/>
            <pc:sldMk cId="3209904635" sldId="380"/>
            <ac:spMk id="9" creationId="{F4CFADA9-946D-C037-0561-0E6915ED2C55}"/>
          </ac:spMkLst>
        </pc:spChg>
        <pc:picChg chg="mod">
          <ac:chgData name="Aditya Hare Krishna" userId="de62b921b3c41f8c" providerId="LiveId" clId="{9826FEE7-1237-DC4B-9567-8006A75EE090}" dt="2025-06-01T09:42:02.665" v="31" actId="1076"/>
          <ac:picMkLst>
            <pc:docMk/>
            <pc:sldMk cId="3209904635" sldId="380"/>
            <ac:picMk id="7" creationId="{DFF85A27-E332-AA52-780A-B5B690C270B7}"/>
          </ac:picMkLst>
        </pc:picChg>
        <pc:picChg chg="mod">
          <ac:chgData name="Aditya Hare Krishna" userId="de62b921b3c41f8c" providerId="LiveId" clId="{9826FEE7-1237-DC4B-9567-8006A75EE090}" dt="2025-06-01T09:41:54.735" v="25" actId="1076"/>
          <ac:picMkLst>
            <pc:docMk/>
            <pc:sldMk cId="3209904635" sldId="380"/>
            <ac:picMk id="10" creationId="{6C3A9125-9382-161A-3B04-CF769A602C44}"/>
          </ac:picMkLst>
        </pc:pic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3209904635" sldId="380"/>
            <ac:inkMk id="3" creationId="{3E265635-D8B2-6BC0-87E7-A28EDACB58BB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3905918851" sldId="381"/>
        </pc:sldMkLst>
        <pc:spChg chg="mod">
          <ac:chgData name="Aditya Hare Krishna" userId="de62b921b3c41f8c" providerId="LiveId" clId="{9826FEE7-1237-DC4B-9567-8006A75EE090}" dt="2025-06-01T09:42:36.151" v="51" actId="1076"/>
          <ac:spMkLst>
            <pc:docMk/>
            <pc:sldMk cId="3905918851" sldId="381"/>
            <ac:spMk id="5" creationId="{A9F5504A-9BCE-F800-519A-8C190FB31A78}"/>
          </ac:spMkLst>
        </pc:spChg>
        <pc:spChg chg="mod">
          <ac:chgData name="Aditya Hare Krishna" userId="de62b921b3c41f8c" providerId="LiveId" clId="{9826FEE7-1237-DC4B-9567-8006A75EE090}" dt="2025-06-01T09:42:27.398" v="46" actId="14100"/>
          <ac:spMkLst>
            <pc:docMk/>
            <pc:sldMk cId="3905918851" sldId="381"/>
            <ac:spMk id="8" creationId="{1AFD2613-0D98-38FD-D76E-FB4FCC6FB350}"/>
          </ac:spMkLst>
        </pc:spChg>
        <pc:picChg chg="mod">
          <ac:chgData name="Aditya Hare Krishna" userId="de62b921b3c41f8c" providerId="LiveId" clId="{9826FEE7-1237-DC4B-9567-8006A75EE090}" dt="2025-06-01T09:42:29.810" v="47" actId="1076"/>
          <ac:picMkLst>
            <pc:docMk/>
            <pc:sldMk cId="3905918851" sldId="381"/>
            <ac:picMk id="6" creationId="{13273531-7A86-B6A4-46F3-629694B27395}"/>
          </ac:picMkLst>
        </pc:picChg>
        <pc:picChg chg="mod">
          <ac:chgData name="Aditya Hare Krishna" userId="de62b921b3c41f8c" providerId="LiveId" clId="{9826FEE7-1237-DC4B-9567-8006A75EE090}" dt="2025-06-01T09:42:16.505" v="38" actId="1076"/>
          <ac:picMkLst>
            <pc:docMk/>
            <pc:sldMk cId="3905918851" sldId="381"/>
            <ac:picMk id="9" creationId="{DBEA41A5-C410-DE9C-B042-76859FB355F7}"/>
          </ac:picMkLst>
        </pc:pic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3905918851" sldId="381"/>
            <ac:inkMk id="3" creationId="{4DD66E70-4E30-BF9E-D444-91913945FA4A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145753118" sldId="382"/>
        </pc:sldMkLst>
        <pc:spChg chg="mod">
          <ac:chgData name="Aditya Hare Krishna" userId="de62b921b3c41f8c" providerId="LiveId" clId="{9826FEE7-1237-DC4B-9567-8006A75EE090}" dt="2025-06-01T09:42:46.478" v="56" actId="403"/>
          <ac:spMkLst>
            <pc:docMk/>
            <pc:sldMk cId="145753118" sldId="382"/>
            <ac:spMk id="5" creationId="{A1F51E7C-6789-4DCE-6C16-E7269136C124}"/>
          </ac:spMkLst>
        </pc:spChg>
        <pc:spChg chg="mod">
          <ac:chgData name="Aditya Hare Krishna" userId="de62b921b3c41f8c" providerId="LiveId" clId="{9826FEE7-1237-DC4B-9567-8006A75EE090}" dt="2025-06-01T09:42:57.821" v="61" actId="1076"/>
          <ac:spMkLst>
            <pc:docMk/>
            <pc:sldMk cId="145753118" sldId="382"/>
            <ac:spMk id="8" creationId="{C02FC795-3DA7-6F63-1B7C-73189DEC64DB}"/>
          </ac:spMkLst>
        </pc:spChg>
        <pc:picChg chg="mod">
          <ac:chgData name="Aditya Hare Krishna" userId="de62b921b3c41f8c" providerId="LiveId" clId="{9826FEE7-1237-DC4B-9567-8006A75EE090}" dt="2025-06-01T09:42:41.942" v="52" actId="1076"/>
          <ac:picMkLst>
            <pc:docMk/>
            <pc:sldMk cId="145753118" sldId="382"/>
            <ac:picMk id="6" creationId="{76881117-CD52-2B1A-D379-B4FC78CBD1D0}"/>
          </ac:picMkLst>
        </pc:picChg>
        <pc:picChg chg="mod">
          <ac:chgData name="Aditya Hare Krishna" userId="de62b921b3c41f8c" providerId="LiveId" clId="{9826FEE7-1237-DC4B-9567-8006A75EE090}" dt="2025-06-01T09:42:49.111" v="57" actId="1076"/>
          <ac:picMkLst>
            <pc:docMk/>
            <pc:sldMk cId="145753118" sldId="382"/>
            <ac:picMk id="9" creationId="{5FD60867-9612-3274-5C5C-B57F02262ADD}"/>
          </ac:picMkLst>
        </pc:pic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145753118" sldId="382"/>
            <ac:inkMk id="3" creationId="{39E7761B-26C2-B0C8-AEAC-0DB935231083}"/>
          </ac:inkMkLst>
        </pc:inkChg>
      </pc:sldChg>
      <pc:sldChg chg="addSp modSp mod">
        <pc:chgData name="Aditya Hare Krishna" userId="de62b921b3c41f8c" providerId="LiveId" clId="{9826FEE7-1237-DC4B-9567-8006A75EE090}" dt="2025-06-04T19:58:07.332" v="131"/>
        <pc:sldMkLst>
          <pc:docMk/>
          <pc:sldMk cId="284494889" sldId="383"/>
        </pc:sldMkLst>
        <pc:spChg chg="mod">
          <ac:chgData name="Aditya Hare Krishna" userId="de62b921b3c41f8c" providerId="LiveId" clId="{9826FEE7-1237-DC4B-9567-8006A75EE090}" dt="2025-06-01T09:43:17.293" v="68" actId="403"/>
          <ac:spMkLst>
            <pc:docMk/>
            <pc:sldMk cId="284494889" sldId="383"/>
            <ac:spMk id="8" creationId="{35655D30-F485-96CE-8021-C11D3C6716AF}"/>
          </ac:spMkLst>
        </pc:spChg>
        <pc:spChg chg="mod">
          <ac:chgData name="Aditya Hare Krishna" userId="de62b921b3c41f8c" providerId="LiveId" clId="{9826FEE7-1237-DC4B-9567-8006A75EE090}" dt="2025-06-01T09:43:12.662" v="65" actId="403"/>
          <ac:spMkLst>
            <pc:docMk/>
            <pc:sldMk cId="284494889" sldId="383"/>
            <ac:spMk id="11" creationId="{9AB7F68D-25D2-64CC-3610-6BC8E9468D53}"/>
          </ac:spMkLst>
        </pc:spChg>
        <pc:inkChg chg="add">
          <ac:chgData name="Aditya Hare Krishna" userId="de62b921b3c41f8c" providerId="LiveId" clId="{9826FEE7-1237-DC4B-9567-8006A75EE090}" dt="2025-06-04T19:58:07.332" v="131"/>
          <ac:inkMkLst>
            <pc:docMk/>
            <pc:sldMk cId="284494889" sldId="383"/>
            <ac:inkMk id="4" creationId="{5BA41F7E-D954-E51A-2E27-561B7111DA6A}"/>
          </ac:inkMkLst>
        </pc:inkChg>
      </pc:sldChg>
      <pc:sldChg chg="del">
        <pc:chgData name="Aditya Hare Krishna" userId="de62b921b3c41f8c" providerId="LiveId" clId="{9826FEE7-1237-DC4B-9567-8006A75EE090}" dt="2025-06-01T09:44:10.564" v="69" actId="2696"/>
        <pc:sldMkLst>
          <pc:docMk/>
          <pc:sldMk cId="2613472973" sldId="384"/>
        </pc:sldMkLst>
      </pc:sldChg>
      <pc:sldChg chg="del">
        <pc:chgData name="Aditya Hare Krishna" userId="de62b921b3c41f8c" providerId="LiveId" clId="{9826FEE7-1237-DC4B-9567-8006A75EE090}" dt="2025-06-01T09:44:10.919" v="70" actId="2696"/>
        <pc:sldMkLst>
          <pc:docMk/>
          <pc:sldMk cId="2992922394" sldId="385"/>
        </pc:sldMkLst>
      </pc:sldChg>
      <pc:sldChg chg="del">
        <pc:chgData name="Aditya Hare Krishna" userId="de62b921b3c41f8c" providerId="LiveId" clId="{9826FEE7-1237-DC4B-9567-8006A75EE090}" dt="2025-06-01T09:44:11.335" v="71" actId="2696"/>
        <pc:sldMkLst>
          <pc:docMk/>
          <pc:sldMk cId="51605605" sldId="386"/>
        </pc:sldMkLst>
      </pc:sldChg>
      <pc:sldChg chg="del">
        <pc:chgData name="Aditya Hare Krishna" userId="de62b921b3c41f8c" providerId="LiveId" clId="{9826FEE7-1237-DC4B-9567-8006A75EE090}" dt="2025-06-01T09:44:12.304" v="72" actId="2696"/>
        <pc:sldMkLst>
          <pc:docMk/>
          <pc:sldMk cId="3402557363" sldId="387"/>
        </pc:sldMkLst>
      </pc:sldChg>
      <pc:sldChg chg="del">
        <pc:chgData name="Aditya Hare Krishna" userId="de62b921b3c41f8c" providerId="LiveId" clId="{9826FEE7-1237-DC4B-9567-8006A75EE090}" dt="2025-06-01T09:44:13.728" v="73" actId="2696"/>
        <pc:sldMkLst>
          <pc:docMk/>
          <pc:sldMk cId="1208571489" sldId="388"/>
        </pc:sldMkLst>
      </pc:sldChg>
      <pc:sldChg chg="del">
        <pc:chgData name="Aditya Hare Krishna" userId="de62b921b3c41f8c" providerId="LiveId" clId="{9826FEE7-1237-DC4B-9567-8006A75EE090}" dt="2025-06-01T09:44:14.982" v="74" actId="2696"/>
        <pc:sldMkLst>
          <pc:docMk/>
          <pc:sldMk cId="678092626" sldId="389"/>
        </pc:sldMkLst>
      </pc:sldChg>
      <pc:sldChg chg="del">
        <pc:chgData name="Aditya Hare Krishna" userId="de62b921b3c41f8c" providerId="LiveId" clId="{9826FEE7-1237-DC4B-9567-8006A75EE090}" dt="2025-06-01T09:44:15.422" v="75" actId="2696"/>
        <pc:sldMkLst>
          <pc:docMk/>
          <pc:sldMk cId="2174026277" sldId="390"/>
        </pc:sldMkLst>
      </pc:sldChg>
      <pc:sldChg chg="del">
        <pc:chgData name="Aditya Hare Krishna" userId="de62b921b3c41f8c" providerId="LiveId" clId="{9826FEE7-1237-DC4B-9567-8006A75EE090}" dt="2025-06-01T09:39:54.954" v="0" actId="2696"/>
        <pc:sldMkLst>
          <pc:docMk/>
          <pc:sldMk cId="3913522295" sldId="391"/>
        </pc:sldMkLst>
      </pc:sldChg>
      <pc:sldChg chg="modSp del mod">
        <pc:chgData name="Aditya Hare Krishna" userId="de62b921b3c41f8c" providerId="LiveId" clId="{9826FEE7-1237-DC4B-9567-8006A75EE090}" dt="2025-06-01T09:44:16.313" v="76" actId="2696"/>
        <pc:sldMkLst>
          <pc:docMk/>
          <pc:sldMk cId="997865555" sldId="392"/>
        </pc:sldMkLst>
      </pc:sldChg>
      <pc:sldChg chg="modSp del mod">
        <pc:chgData name="Aditya Hare Krishna" userId="de62b921b3c41f8c" providerId="LiveId" clId="{9826FEE7-1237-DC4B-9567-8006A75EE090}" dt="2025-06-01T09:44:16.759" v="77" actId="2696"/>
        <pc:sldMkLst>
          <pc:docMk/>
          <pc:sldMk cId="2765797870" sldId="393"/>
        </pc:sldMkLst>
      </pc:sldChg>
      <pc:sldChg chg="del">
        <pc:chgData name="Aditya Hare Krishna" userId="de62b921b3c41f8c" providerId="LiveId" clId="{9826FEE7-1237-DC4B-9567-8006A75EE090}" dt="2025-06-01T09:44:17.138" v="78" actId="2696"/>
        <pc:sldMkLst>
          <pc:docMk/>
          <pc:sldMk cId="3630520415" sldId="394"/>
        </pc:sldMkLst>
      </pc:sldChg>
      <pc:sldChg chg="modSp del mod">
        <pc:chgData name="Aditya Hare Krishna" userId="de62b921b3c41f8c" providerId="LiveId" clId="{9826FEE7-1237-DC4B-9567-8006A75EE090}" dt="2025-06-01T09:44:17.564" v="79" actId="2696"/>
        <pc:sldMkLst>
          <pc:docMk/>
          <pc:sldMk cId="3644085703" sldId="395"/>
        </pc:sldMkLst>
      </pc:sldChg>
      <pc:sldChg chg="del">
        <pc:chgData name="Aditya Hare Krishna" userId="de62b921b3c41f8c" providerId="LiveId" clId="{9826FEE7-1237-DC4B-9567-8006A75EE090}" dt="2025-06-01T09:44:18.430" v="81" actId="2696"/>
        <pc:sldMkLst>
          <pc:docMk/>
          <pc:sldMk cId="3786203373" sldId="396"/>
        </pc:sldMkLst>
      </pc:sldChg>
      <pc:sldChg chg="del">
        <pc:chgData name="Aditya Hare Krishna" userId="de62b921b3c41f8c" providerId="LiveId" clId="{9826FEE7-1237-DC4B-9567-8006A75EE090}" dt="2025-06-01T09:44:19.001" v="82" actId="2696"/>
        <pc:sldMkLst>
          <pc:docMk/>
          <pc:sldMk cId="4096204979" sldId="397"/>
        </pc:sldMkLst>
      </pc:sldChg>
      <pc:sldChg chg="del">
        <pc:chgData name="Aditya Hare Krishna" userId="de62b921b3c41f8c" providerId="LiveId" clId="{9826FEE7-1237-DC4B-9567-8006A75EE090}" dt="2025-06-01T09:44:19.502" v="83" actId="2696"/>
        <pc:sldMkLst>
          <pc:docMk/>
          <pc:sldMk cId="308628110" sldId="398"/>
        </pc:sldMkLst>
      </pc:sldChg>
      <pc:sldChg chg="del">
        <pc:chgData name="Aditya Hare Krishna" userId="de62b921b3c41f8c" providerId="LiveId" clId="{9826FEE7-1237-DC4B-9567-8006A75EE090}" dt="2025-06-01T09:44:19.996" v="84" actId="2696"/>
        <pc:sldMkLst>
          <pc:docMk/>
          <pc:sldMk cId="14932342" sldId="399"/>
        </pc:sldMkLst>
      </pc:sldChg>
      <pc:sldChg chg="del">
        <pc:chgData name="Aditya Hare Krishna" userId="de62b921b3c41f8c" providerId="LiveId" clId="{9826FEE7-1237-DC4B-9567-8006A75EE090}" dt="2025-06-01T09:44:20.474" v="85" actId="2696"/>
        <pc:sldMkLst>
          <pc:docMk/>
          <pc:sldMk cId="3488525552" sldId="400"/>
        </pc:sldMkLst>
      </pc:sldChg>
      <pc:sldChg chg="del">
        <pc:chgData name="Aditya Hare Krishna" userId="de62b921b3c41f8c" providerId="LiveId" clId="{9826FEE7-1237-DC4B-9567-8006A75EE090}" dt="2025-06-01T09:44:20.845" v="86" actId="2696"/>
        <pc:sldMkLst>
          <pc:docMk/>
          <pc:sldMk cId="3588566722" sldId="401"/>
        </pc:sldMkLst>
      </pc:sldChg>
      <pc:sldChg chg="del">
        <pc:chgData name="Aditya Hare Krishna" userId="de62b921b3c41f8c" providerId="LiveId" clId="{9826FEE7-1237-DC4B-9567-8006A75EE090}" dt="2025-06-01T09:44:21.265" v="87" actId="2696"/>
        <pc:sldMkLst>
          <pc:docMk/>
          <pc:sldMk cId="3937249085" sldId="402"/>
        </pc:sldMkLst>
      </pc:sldChg>
      <pc:sldChg chg="del">
        <pc:chgData name="Aditya Hare Krishna" userId="de62b921b3c41f8c" providerId="LiveId" clId="{9826FEE7-1237-DC4B-9567-8006A75EE090}" dt="2025-06-01T09:44:21.702" v="88" actId="2696"/>
        <pc:sldMkLst>
          <pc:docMk/>
          <pc:sldMk cId="2201031619" sldId="403"/>
        </pc:sldMkLst>
      </pc:sldChg>
      <pc:sldChg chg="del">
        <pc:chgData name="Aditya Hare Krishna" userId="de62b921b3c41f8c" providerId="LiveId" clId="{9826FEE7-1237-DC4B-9567-8006A75EE090}" dt="2025-06-01T09:44:22.240" v="89" actId="2696"/>
        <pc:sldMkLst>
          <pc:docMk/>
          <pc:sldMk cId="1653301337" sldId="40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36:43.01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2063 4588 15515,'0'-5'392,"0"1"-324,2 14-35,3-1-22,3 9-11,3-2 23,2-1-23,2-2 0,1-4 11,4-3 34,3-4 100,2-4 80,3-6-102,3-7-17,-9-2 1,1-4-46,0-1 1,0 0-317,0-1 1,-2 1 282,-2 2 0,-2 1-6,3-3-265,2-4 243,-6 8 0,2-3 11,-4 5-34,-4 4-33,2-2-291,-3 6-2930,6 0 3059,-1 3 1,-2 1-1,-5 3 1</inkml:trace>
  <inkml:trace contextRef="#ctx0" brushRef="#br0" timeOffset="3130">7221 4957 14619,'-9'0'1524,"2"0"-1524,7 0-34,0 0 34,4 0 0,5 0 0,8 0 11,6 0-11,3 0 0,2 0 0,-2 0 11,-1 0 1,6-2-12,0 0 0,-2 0 0,-3-1 0,-9 2-79,-1-1 23,1-1 0,0 1-67,1 1 11,9-1 112,5 1 11,-1 0-11,-1 1 11,-11 0-11,-3 0-11,-1 1 0,3 2-67,0 0 44,-3 1-89,-2-1-12,-5-2 68,-1-1 56,1 0 22,2 0-11,1 0 0,11 0 11,2 0-11,0 0-11,-1 0 11,-7 0 0,1 0 11,1 0-11,9 0 0,2 0 0,-10 0 0,0 0 12,10 0 10,-1 0-44,-8 0 33,1-1-11,-1 1 11,6-1-11,-2 1 0,-1-2 11,-7 2-11,-8 0 0,-3 0 0,0-1 0,1 1 0,4 0 0,2 0 11,7 0 12,2 0-46,2 0 23,2 1 0,1 0 0,-1 0 0,-5 1 0,0-1 0,1-1 0,-1 1 0,2 0 0,-2 0-11,18-1-11,-13 0 22,0 0 33,0 0-10,9 0-46,0 0 23,-2 0 0,-2 0 0,-11 0-11,2 0 0,-1 0 0,0-2-12,-2 1 23,4-2 12,1 1-12,-2 0 0,-2 0 11,-8 1-11,-1 0 11,-3 0 0,3-1-22,0 0 11,-1 0 0,1 1 0,-5 0 0,0 1 0,-1-1 0,2 1 11,-1-1 0,4 0-11,-2 1 23,1 0-23,-1 0 0,-1 0 11,2 0-11,0 0 0,2 0 0,1 0 0,3 0 11,-1 0-11,0 0 0,-1 0 0,0 0 11,2 0-11,-1 0 0,3 0 12,-4 0-12,1 0 78,-1 0 157,2 1-201,0-1-12,-1 1-22,-4-1 0,-5 0 11,-1 0-55,-2 1-136,0 1-492,-1 1-2605,-1 4 3194,-4 1 0,3-3 1,-3-1-1</inkml:trace>
  <inkml:trace contextRef="#ctx0" brushRef="#br0" timeOffset="5583">10543 4930 11448,'-2'-3'1445,"1"1"-660,1 2-695,31-1-79,-8 3-287,2-1 1,2 0 297,-7 1 1,-1 1-12,2-1 0,1 0 11,2 0 1,-1 0-18,1-1 1,0 0-6,0 0 0,0 0 6,0 0 0,-1 0 5,2-1 0,0 1-6,-1-1 1,1 1 27,0 0 1,2 0 3,-2 0 1,1 0-1,-1 0-260,6 1 0,-1-1 264,-3 1 0,0-1 0,-2 0-542,4 1 1,-1 0 500,-1-1 0,-1 1 28,1 0 0,-1 0-303,-1 0 0,-1 0 280,0 0 1,1 0 5,11 0 0,1 0-11,-9-1 0,1-1 7,-4 1 1,1-1-1,-1 1-1,2-1 0,-2 0-6,0 0 0,-1 0 5,0 0 1,0 0 182,8 0 0,3 0-181,-7-1 1,1 1-1,-1-1-293,8 1 0,-1 0 286,4-1 0,-3 0 0,0 1 604,-2-1-593,-2 1 409,-1-1-398,0 0 0,1 0-5,-9 0 0,2-1 11,3 0 0,2 0-17,1-1 0,0 0 291,0 0 1,0 0-292,-7 1 0,0 0 0,8-1 1,1 0 32,0-1 0,2 1-44,-8 1 0,1 0 0,-1-1 0,4 1 0,-2-1 11,-1 1 1,-2 1-12,9-3 0,-8 1 0,-1 1 0,-6 0 0,1 0 0,5-1 0,1 1 11,0-1 1,-1 1-12,-6 0 0,1-1 53,5 0 0,4 0 0,-4 0-42,-5 0 1,-1 0-12,10-1 0,-1-1 11,-6 0 772,-8 2-761,-4 0 332,-5 1-287,-1 1 158,-1 0-57,-2 0-123,-1 1-2118,-10 0-1204,-4 0 2457,-13 3 1,11-2 0,1 2 0</inkml:trace>
  <inkml:trace contextRef="#ctx0" brushRef="#br0" timeOffset="9552">14258 4917 14563,'25'0'246,"1"0"1,-1 0-1,6 0 1,0 0-197,2 0 1,0 0-960,-8 0 1,1 0 0,-1 0 914,6 0 0,0 0 8,-3 0 1,1 0 0,-1 0-15,6-2 0,-1 0 0,-9 1 0,1-1 0,1 0 8,3 0 1,1-1-1,1 0 1,-1 0-2,2 0 1,-2 0-1,2 0-4,-2 1 0,1-1 0,1 1 0,0-1 5,-1 1 0,0 1 1,0-1-1,0 1-8,0 0 0,0 0 0,0 0 0,0 0-6,-1 0 1,0 0-1,0 1 1,-1-1 12,4 1 1,-1-1-1,-3 1-18,-3 0 0,-2 0 160,-2 0 1,-2 0-150,16 1 566,-7-1-555,-9 1-11,-3-1 258,-9 0 1503,-1 0-1459,-6 0-528,-1 0-3051,-5 3 3087,-6 1 1,4 0 0,-3-1 0</inkml:trace>
  <inkml:trace contextRef="#ctx0" brushRef="#br0" timeOffset="12845">17530 4997 15795,'33'-1'364,"-13"0"1,0 0-332,2 1 1,1 0-787,3 0 0,1 0 758,2 0 1,0 0 5,2 0 0,2 0-8,-7 0 0,2 0 0,1 0 0,1 0-375,-1 0 1,0-1-1,1 0 1,2 1-1,0-1 379,2-1 1,1 1-1,2 0 1,0-1 0,-1 1-1,-1-1-365,2 0 1,0 0 0,0 1 0,-1-1 0,0 0 354,-1-1 1,2 1 0,-1 0 0,-2-1 0,-2 1 2,8 0 0,-4 0 0,0 0-286,-2 0 1,0 0 0,-1 1 288,-2-1 1,-1 1 0,0 0-4,-1 0 0,-2 0 0,0 0 1,10 0 1,1 0-10,-6 1 1,0-1 0,-1 0 7,3 1 0,-1-1 0,-6 0 0,0 0 0,-1 0 0,-3-1 0,-2 0 0,-2 1 0,0-1 1030,13-2-1019,3-1 0,-9 1-11,6-2 2604,4-1-2571,-15 5 1,0-1-12,1 1 1,-1-1-1,1 2 1,-1 0 44,10 0 1370,4 1-1415,-16 0 1,2 0 16,12 0 0,1 0-34,1 0 1,1 0-6,-1 0 0,0 0 0,-5 0 0,-2 0 12,4 0-24,-5 0 1,-8 0 664,-7 0-1661,-7 1-2269,-11 6 2748,-4 0 1,-1 1 0,3-3 0</inkml:trace>
  <inkml:trace contextRef="#ctx0" brushRef="#br0" timeOffset="14946">21616 4612 11661,'-6'-5'3276,"1"2"-2059,5 3-220,0 0-683,-10-7-1,7 4-380,-7-4-235,10 6-303,0 1-829,11 0-348,0 2-952,9 1 2734,-2 1 0,-8-1 0,-3-1 0</inkml:trace>
  <inkml:trace contextRef="#ctx0" brushRef="#br0" timeOffset="15256">21852 4607 13308,'-4'0'2745,"0"0"-2756,4 0-112,5 0-1480,4 0-1377,6 0 2980,1 0 0,-7 0 0,-2 0 0</inkml:trace>
  <inkml:trace contextRef="#ctx0" brushRef="#br0" timeOffset="15879">19464 3248 10928,'0'-4'2599,"0"2"-1621,0 2-888,0 8 336,0 13-527,0 12-829,0 2-965,0-2-1142,1-11 3037,1-3 0,0-7 0,0-6 0</inkml:trace>
  <inkml:trace contextRef="#ctx0" brushRef="#br0" timeOffset="16129">19625 3261 15627,'0'10'68,"1"4"-1055,3 13-2290,9 5 2659,4-2 1,-3-10-1,-4-13 1</inkml:trace>
  <inkml:trace contextRef="#ctx0" brushRef="#br0" timeOffset="16652">20927 3240 13633,'0'-6'1142,"0"1"-917,0 5-225,-14 23-202,5-9-358,0 2 0,-1 1-1379,3-1-425,2-1 2364,2-3 0,2-4 0,1-4 0</inkml:trace>
  <inkml:trace contextRef="#ctx0" brushRef="#br0" timeOffset="16889">21093 3249 13263,'0'-4'2756,"0"1"-2744,-18 20-1,9-7-11,-14 16-213,14-12-1792,2 0-1272,-1 0 2950,1 0 1,3-6-1,2-2 1</inkml:trace>
  <inkml:trace contextRef="#ctx0" brushRef="#br0" timeOffset="17580">19946 3848 12356,'-3'-6'2767,"0"1"-2352,3 5 414,0 0-403,18 3-23,1 0-190,-1-1 0,3 0-28,-2-1 0,1 0-1068,3-1 1,0 0 949,3 0 1,0 0-40,2 0 0,0 0-161,2 0 1,-1 0 132,-1 0 0,0-1 5,-1 0 1,1-1 5,6 0 0,0-1-11,-6 0 0,0-1 6,-1 1 0,-3 1 5,7-3 11,-19 2 34,-3 1-56,-3-1 23,-1 2 1474,-2-1-1474,-1 0 665,-1 1-1484,0 0-1164,0 0-1317,0-1 2659,0 0 0,-1 0 0,0 1 0</inkml:trace>
  <inkml:trace contextRef="#ctx0" brushRef="#br0" timeOffset="22382">1720 5641 16389,'6'22'216,"-1"0"1,2-1 0,2-2-189,4-6 0,2-1-716,2-2 0,2-2 693,0-1 1,2-3 94,15-5 1,2-3-62,-6-4 1,0-2-589,-2-1 0,2-1 0,-2-2 586,-4-1 1,-1-2-1,-1 0-11,2-2 0,0 0 1,0-2-27,0 0 0,0 0 0,-1-1 0,0 0 0,-1 1 0,0-1-4,-2 0 0,0 1 0,1-2-349,-2 3 0,2-2 0,-1 1 1,0 0-601,-1 0 1,0 2 0,0-2-141,6-3 1,1-1 0,-2 2 692,2 1 1,-3 3-1,5-3 1,-7 6-1</inkml:trace>
  <inkml:trace contextRef="#ctx0" brushRef="#br0" timeOffset="25998">6786 5860 11358,'-5'-4'3276,"1"2"-1408,4 2-1633,-2-1-782,13-1 1,16 0 0,12 0 0,3-1 0,-1 1 0,-9-1 400,-1 0 0,-3 0 1,5-1-12,-3 2 0,6-1 1,3 0-1,1 0 0,0 0 1,-4 0-1,-4 0 168,7-2 0,-5 1 0,0 0-331,2 0 1,1-1 0,-1 1 319,1 0 0,-1 1 0,0-1 18,0 1 1,-1 0 0,1 0-19,-2 0 0,1 1 0,-1-1 0,-1 1 0,0 0 0,0 0-12,-2 0 1,1 0 0,-1 1-70,-2-1 0,-1 1 1,2-1 82,-2 1 1,1-1 0,0 1 0,-2 0-3,0 0 0,-2 0 0,1 0 11,5 0 0,1 0 0,-2 0-5,1 0 0,-2 1-18,6-1 24,0 1 1821,-23-1-1799,-3 1 2303,-3-1-2035,-2 0 1756,-2 1-5335,-1-1 2773,-1 8 0,0-5 1,0 5-1</inkml:trace>
  <inkml:trace contextRef="#ctx0" brushRef="#br0" timeOffset="26729">10132 5837 14911,'36'-3'156,"0"1"1,0-1 0,-7 1 0,0 1 0,-1-1-143,1 0 1,1-1 0,-2 1-1191,5 0 1,-2-1 1231,4 1 0,0 0-45,-11 0 1,1 0-1,3 1 31,3-1 0,3 1 0,2-1 0,0 1-13,-5-1 0,2 1 0,0-1 0,1 0 1,-1 1-537,0-1 0,1 0 0,0 1 0,-1-1 0,1 0 538,-2 1 1,1-1-1,0 0 1,-2 0-1,-2 1 14,6-2 0,-4 1 0,0 0-27,-2 0 1,-2 0 0,0 1 288,7-1 0,-3 0-296,-6 1 1,-2 0-12,9 0 0,-11 0 805,-10 1-783,-5 0 2927,-5 0-6221,0 0 3449,-13 4 0,9-3 0,-8 4 0</inkml:trace>
  <inkml:trace contextRef="#ctx0" brushRef="#br0" timeOffset="31845">11068 5816 14933,'-13'-12'11,"3"10"45,10 14-22,1 10-6,3 1 0,2 0-23,-1-3 1,1-1-793,4 9 0,2 0 792,-1-6 1,2-1-1,1 2 1,3 0-1,1 1 1,3-1-1,2 0 1,2 0 5,2-1 1,3-1-4,-6-8 0,3 0 1,1-1-1,-1-1 10,3 2 1,-1-2 0,3-1-285,-2 0 0,2 0 0,2-1 1,0-1 260,-3-2 1,1 0-1,0-2 1,0 1-1,-1-1-524,1 0 1,-1 0-1,0 0 1,2-1 532,0 1 1,2-1-1,1 1 1,-1-1-1,-2-1-2,-2 0 1,-2 0 0,1-1 0,2 0-1,-3-1 0,3 1 0,0 0 0,1-1 0,-1 0 0,-1 0-2,6-1 0,0-1 0,-1 0 0,2 0-307,-5 1 1,1-1 0,1 1 0,0-1 0,-1 0 0,-2-1 306,7-1 0,-3-1 0,0 0 0,1 0 4,-7 1 1,0 0-1,0-1 1,0 0 0,0 0-195,7-1 1,0-1 0,-1 0 0,1 0 194,-1 0 1,0-1 0,1 0 0,-2 0-6,0 0 0,0-1 0,-1 1 0,0-1-9,0 0 1,-1-1-1,0 0 1,0 1-13,-2-1 0,-1 1 0,1-1 0,0 0-29,-2-1 1,0 0 0,1 0 0,-1-1-1,-1 1 19,2-1 0,-2 0 0,0-1 0,-1 1 31,7-4 0,0 0 0,-4 0 0,0-1 0,-7 1 0,-3-5 1081,-4-1-923,1-1 66,1-2 56,0 1 2363,4-2-2104,-8 8 2128,-2 3-2611,-8 9 1526,-3 5-2041,-1 0-1140,-7 4-1678,-8 7 2718,-1-2 0,1 3 1,9-8-1</inkml:trace>
  <inkml:trace contextRef="#ctx0" brushRef="#br0" timeOffset="32181">14030 5867 16120,'25'-7'61,"-1"-1"1,1 0 0,4-1 0,-1 1-29,-2 3 1,-2 2-34,6 0 56,0 1-44,-11 1 55,0 3-22,-9 10-23,-4 0-11,0 10 12,-5 11-35,-3-5-283,0-8 1,-1 1-76,-4 9-112,0 1-739,3-2-1570,1-4-435,3-5 3226,2-8 0,-1-6 0,1-4 0</inkml:trace>
  <inkml:trace contextRef="#ctx0" brushRef="#br0" timeOffset="32652">14259 5805 13420,'26'-3'280,"1"0"0,-1 0 0,0 1-146,8 0 1,0 0-1158,-5 0 0,0 0 1041,-2 0 1,2-1 0,-2 1-651,9-1 1,-1-1 664,-9 2 1,1-1 0,0 0 7,3-1 0,1 1 0,1 0-15,1-1 0,1 0 1,1 0-16,-1 1 0,1-1 1,1 0 4,0 1 1,1 0 0,1-1 0,-1 1-6,-4 1 0,1 0 0,-2-1 1,1 1-12,-2 0 0,1 0 0,-2 0 0,-2 1 3,2 0 1,-3 0 0,-4 0 733,4 1-704,-12 0 91,-9 0 156,-3 0-2094,-2 0 1814,-7 0 0,5 0 0,-6 0 0</inkml:trace>
  <inkml:trace contextRef="#ctx0" brushRef="#br0" timeOffset="43503">9105 10512 10776,'34'0'194,"-1"0"0,1 0 0,-1 0 0,1 0 1,-1 0-1,1 0 0,1 0 0,1 0 0,0 0 1,-1-1-1,-4 1 0,-4-1-1605,10 0 0,-4-1 1461,-2-1 1,0 0 263,-4 1 0,0-1-39,-3 1 1,-1 0-248,-3 0 0,-1 1-28,14-2 582,-6 1-503,-6 0 66,-2-1 191,-5 0 1681,-2 1-1647,-3-1 534,0-1-758,-3 1-68,1 0-78,-3-1 0,1 2-560,-2 0-2717,2 1 3244,0 0 1,-3 1 0,0 0 0</inkml:trace>
  <inkml:trace contextRef="#ctx0" brushRef="#br0" timeOffset="46528">6818 9522 10260,'32'-10'591,"0"1"0,-3 1 0,2 1 0,-2 1-574,2 0 0,1 2-944,-4 0 1,3-1 0,-1 1 1038,6-1 0,0 1-86,-10 1 0,1-1 1,0 1-24,1 0 1,1 0 0,2 0 15,1 0 1,3 0 0,0 0-1,-1 0-15,2 1 0,-1-1 0,2 1-507,-1-1 1,1 1 0,0 0-1,-1 0 503,0 1 0,-2 0 0,0 0-12,2 0 1,-1 0 0,1 0-38,-1 0 0,0 1 0,-1 0 41,0-1 1,-1 1 0,0 0-31,-1 0 1,0 0 0,-2 0-4,-1 0 0,0 0 0,-1 0-4,-2 0 0,-1 2 0,1-1-15,6 2 1,0 0-1,-1 0 60,1 2 0,0 1-4,-7-1 0,1 0 1,-3 0 3,-4 0 0,-2 2-1143,15 8 1949,-16-1-829,-3 4 2425,-12-6-2424,-3-2 1895,0-3-1951,-1 0-281,-1 0-1277,0 4 1636,-3 1 0,3-2 0,-1-2 0</inkml:trace>
  <inkml:trace contextRef="#ctx0" brushRef="#br0" timeOffset="46745">8650 9608 11145,'-4'0'1804,"1"0"-1714,15 5-68,-1-1 1,11 6-23,-1-4-56,2 0-1222,1-3 449,1-2 829,0-1 0,-11 0 0,-4 0 0</inkml:trace>
  <inkml:trace contextRef="#ctx0" brushRef="#br0" timeOffset="46979">8903 9468 13577,'-6'-5'3276,"1"1"-2239,5 4-565,0 0-618,-17-6 135,11 22 11,-12-5-101,15 25-3176,0-3 1425,-1 2-1425,-2-2 3247,2-2 1,0-14-1,2-5 1</inkml:trace>
  <inkml:trace contextRef="#ctx0" brushRef="#br0" timeOffset="48329">17408 9250 13723,'-24'-8'328,"-1"0"1,1 0 0,-9 0-1,-3-1 1,-1 1 0,3 1-1422,4 2 1,2 0 0,-3 0 927,4 1 1,-4-1 0,-1 1 0,1-1 0,2 2 182,-6-1 1,1 1 0,0 0-3,5 1 1,0 0 0,0 0 0,-1 1-17,-3-1 0,1 1 0,-1 0 0,-1 0 5,-1 0 1,-1 1 0,0-1 0,0 1 0,6 0 1,0 0 0,-1 0-1,1 1 1,0 0-361,-1 0 0,0 1 0,0-1 0,1 2 0,-1-1 354,0 1 0,0 0 0,0 1 0,0 0 0,0 0 6,1 2 1,-1-1 0,1 1 0,0 1 0,-1 0 50,2-1 1,0 1 0,0 0 0,-1 1 0,-1 3-57,3 0 0,-3 2 1,0 1-1,-1 1 1,0 0-1,1 1 0,2-1 1,1-1-232,-3 2 1,3-1 0,1-1-1,-1 3 1,-2 2 229,2 0 0,-2 2 0,-2 2 0,-1 2 0,1 0 0,2-1 0,3-1 0,4-1 0,-2 4 0,5-2 0,1 1 0,-1 3 9,1 1 0,-2 3 1,1 2-1,0 1 1,1-2-1,3-2-63,1 0 1,3-1 0,0 0 0,0 2 55,1-1 0,-1 3 1,0 0-1,2 0 1,2-3-3,2 0 0,1-2 0,2-1 0,0 1 229,-1 9 0,1-1 0,2 0-233,4-2 1,1-1-1,3 0 4,-1-2 0,3-1 0,2-1 0,2-1 0,3-2 0,3 1 14,4-2 0,4 1 0,2-1 0,-2-1-3,-4-6 0,0 0 1,0-2-1,2 2-158,1-1 0,2 0 0,0 1 1,1-1-1,-1-2 155,1-1 1,-1-1-1,1-1 1,0-1 16,3 1 0,0 0 1,1 0-1,0-1-7,-4-2 0,0 0 0,0 0 0,0-1 0,1 1-3,2-1 1,-1 1 0,2-1-1,-1 0 1,1 0 15,1 0 0,0 0 1,1 0-1,1 0 1,3 0 5,-10-2 0,2-1 1,1 1-1,0-1 0,2 1 1,0-1-1,0 1 1,1-1-1,-1-1-41,0 1 0,1-1 1,0-1-1,0 1 1,1 0-1,0-1 1,0 0-1,0 0 1,0 1-1,0-1 20,1 0 1,-1 1 0,1-1 0,-1 0 0,1 0 0,0 1 0,0-2-1,0 1 1,-1 0 0,1-1-29,0 0 1,1-1 0,0 1 0,-1-1 0,1 0 0,0 0 0,-2-1 0,1 1 0,-2-1 0,0 0 30,0 0 1,-1 0 0,0-1-1,-1 0 1,-1 0 0,1 0-1,0 0 1,0 0-62,0-1 0,1 0 1,-1 1-1,1-2 1,-1 1-1,1 0 1,-1-1-1,1 1 50,0-1 1,-1 1-1,1-1 1,-1 0-1,1 0 1,-1 0 0,1-1-1,-1 0-8,0 0 0,-1 0 0,1 0 0,-1 0 0,0-1 0,1 0 0,1 0 0,1-1 3,-1-1 0,1 0 1,1 0-1,1-1 1,0 0-1,0 0 1,0 0-1,-1 0 0,-1 0 1,-1 0-3,0-1 0,0 1 1,-2 0-1,0 0 1,0-1-1,0 1 1,0-1-1,2-1 1,1 0 1,1 0-1,1-1 1,1 0-1,-1 0 1,0 0-1,-1-1 1,-2 1-1,-2 0-2,4-2 0,-2 0 0,-2 0 0,0 0 0,-1 0 0,0-1 5,-1 1 1,0 0 0,-1-1-1,0 0 1,0 0 0,-1 0 16,4-3 0,-1 1 0,-1-1 0,0-1 1,-1 0-6,-3 1 1,0 0 0,-1-1 0,0 0 0,-2 0 78,4-4 0,-2 0 1,-1-1-1,-2-1-96,-2 2 0,-2 0 0,-1-2 0,-1-2 36,-1-7 1,-2-3-1,-2-1 1,-2 2-15,1-3 1,-2 2-1,-3-3-11,-1 2 0,-2-2 1,-2 0-1,-2 3 22,-2-2 1,-3 1 0,-1 1-12,0 8 0,0-1 1,-2 1-1,-1 0 30,-2-2 0,0 2 0,-2-1 0,-1 0-44,-2 0 1,0 0-1,-2 0 1,-1 0-9,3 5 0,-1 0 0,0 1 0,-2 0 0,-3-1-2,-1 1 0,-2 0 1,-3 0-1,-1 0 1,-1 0-1,-1 1 0,-1 1-6,3 3 1,-1 1-1,0 1 1,-1 0 0,-2 1-1,0 0 1,-1 0 0,-1 0-1,-1 1 6,8 2 0,-2 1 1,0 0-1,-2-1 1,0 1-1,0 0 1,-1 1-1,0-1 1,0 1-1,0 0 0,0 0 1,0 1-1,1 0 1,1 0-8,-3 1 1,0-1-1,1 1 1,0 1 0,0-1-1,1 1 1,-1 1 0,0-1-1,0 1 1,0 0-1,0 1 1,-1 0-10,0 0 0,-1 0 0,-1 0 0,1 1 0,-1 0 1,0 1-1,0 0 0,1 0 0,1 0 0,0 0 1,1 1-1,1 0-9,-2 0 1,0 1 0,2 0 0,0 0 0,0 1 0,1-1 0,0 1 0,0 0 0,0 0-84,-3 0 0,0 0 0,1 1 0,-1-1 0,0 1 0,0 0 1,-1 0-1,-2 2-164,6-1 1,-1 1 0,-2 1 0,0-1 0,-1 2 0,0-1 0,0 1 0,0-1 0,2 0 0,0 1 0,3-2 0,0 1 90,-5 0 1,2 0 0,2 0 0,1-1 0,0 1 0,-1 0 0,-1 0 0,-1 1 0,-2 1 0,-2 0 0,1 0 0,1 0 0,3-1 0,5 0 0,5-2 0,-2 1 0,0 0 0</inkml:trace>
  <inkml:trace contextRef="#ctx0" brushRef="#br0" timeOffset="73197">7500 588 13622,'-7'27'342,"1"-1"1,-1 1 0,1 0 0,1 1 0,-1 2-329,0 2 0,0 2 0,0 0 0,0 0-864,0 3 0,0 0 0,1-2 865,0-9 0,0-2 0,1 0-15,-3 11 0,0-2 0,1-3 0,0-2-56,1-3 0,0-2 78,1-3 0,0-2-1579,-2 11-1720,0-5 2907,2-13 1,1-2 0,2-9-1</inkml:trace>
  <inkml:trace contextRef="#ctx0" brushRef="#br0" timeOffset="73514">7351 980 13366,'19'-21'168,"1"1"0,1 3 0,1 4-140,1 8 0,0 4-28,11 5-11,-6 4-11,-15 3 339,-3 3-328,-4 1 0,-3 9 11,-7-4 161,-5 6-105,-8-7 56,-4-3 0,-1-2-20,-1-2-58,2-3-338,-1-2-1433,10-3-1031,2-2 2768,10-2 0,0 0 0,1 0 0</inkml:trace>
  <inkml:trace contextRef="#ctx0" brushRef="#br0" timeOffset="73947">7729 897 15515,'-2'34'68,"1"-4"-68,1-14 0,1-3-12,3-4-111,2-4 45,6-2-23,1-3-45,12-10 140,-8 1 1,-1-1 16,1-2 1,-1 0-89,1-1 0,-2 0 334,3-3 124,-4 5 22,-7 4-100,-3 4-135,-3 2-156,-1 1-57,0 4 311,0 4-266,0 8-157,0 4-415,0 4-470,0 1 101,0-1-2336,10-3 2457,-1-9 1,3-4 0,-5-8 0</inkml:trace>
  <inkml:trace contextRef="#ctx0" brushRef="#br0" timeOffset="74852">8134 830 12322,'6'-21'1638,"0"1"0,3-13-836,-6 20-107,-2 6-751,-1 5 123,-7 28-67,0-4 0,1 1 0,0 1-331,-4 12 320,3-1-45,3-3-11,2-5-45,2-7 67,0-6 68,0-8 145,0-4-12,3-8-133,3-3 319,5-8-342,4-1 22,4 0-22,0 3 0,7 2-33,1 6-46,-1 2-570,2 7-46,-14 3-78,3 6 773,-7 5-34,-1 4 34,2 15 34,-5-9 22,-4 7 11,-11-16 325,-7-3 45,-7-3 45,-2-3-146,-1-2-67,-4-4-191,8-1-78,4-1-11,12 0-336,5 0 213,12 0-125,2-2-88,11-1 34,2-4 77,-7-1 1,0-1-333,12-6 534,-11 4 1,0-1 22,9-8 11,0-3 5,-15 11 1,0-1 11,0 0 0,-1-1 123,0 0 0,-1-1 61,0 1 1,-1-2 168,3-7 0,-1 0-180,-4 5 1,-1 1 16,1-5 0,0 0 84,-3-4 919,-3 4-851,-1 10-337,-1 4-190,-2 12 101,-4 6 67,-3 11 0,-4 11-65,5-13 1,0 1-4,1 1 1,0 1-90,1-1 1,1-1-315,0 16-201,8 0 212,3-16 23,7-2 347,2-15 90,3-5 0,2-5 552,0-3-541,-1-4 247,3-3 56,-9 5-112,-2 2-57,-9 7-156,-2 2 11,0 1 0,1 3-67,2 1-213,1 4 101,1 2-1716,0 2-1382,-1 0 3020,-1-2 1,-3-4 0,0-2 0</inkml:trace>
  <inkml:trace contextRef="#ctx0" brushRef="#br0" timeOffset="75048">8828 687 15627,'3'14'-820,"5"2"1,1-6 0,-1-1 0</inkml:trace>
  <inkml:trace contextRef="#ctx0" brushRef="#br0" timeOffset="75279">9028 846 16344,'-25'19'157,"1"1"0,3-1 0,0 1 0,3-3-157,-1 7-6,4-4 1,2-2-208,8-4-695,10-5-806,12-5-684,14-4 2398,-7-4 0,-2 0 0,6 0 0,-3-3 0</inkml:trace>
  <inkml:trace contextRef="#ctx0" brushRef="#br0" timeOffset="76086">9733 804 16539,'-22'18'0,"-1"0"0,3-1 0,3 0-12,8 9-637,3 0 605,4-2 197,5-3-568,6-4-179,8-6-89,11-5 111,7-5 202,-6-9 1,1-3 369,-6 3 0,-1-2-420,6-7 1,-1-2 626,-11 3 1,-2 0 111,-1-2 0,-2 0-22,-1-2 0,-1 1 17,-2-2 0,-1 1-2,-2 0 1,-1-1 292,0-6 0,-3 0 140,-5 6 0,0 1-442,-4-16 212,-7 19-515,3 15-203,-9 21 119,9 2 0,2 6-334,3-2 0,1 3 0,1 0-103,1-2 1,1 0 0,3 1-160,2-1 0,2 0 0,2-2-959,4-2 1,2-3-1,3-2 1,2-3 1261,0-4 0,0-3 1,4 2-1,-4-7 1</inkml:trace>
  <inkml:trace contextRef="#ctx0" brushRef="#br0" timeOffset="76435">10258 818 16221,'-24'7'119,"1"0"1,-3 4 0,5 3-120,3 8 0,0 9-11,13-12-23,2-2 23,3-4-11,9-6 167,7-6 102,4-7 89,4-4 44,-7-5 226,2-3-236,-2 2 190,2-2-426,-9 8-246,1 2 67,-7 8 12,0 4-158,3 2-279,2 4-326,0 1-257,2 0-920,0-1-1007,3-4-297,4-2 3169,3-6 0,-8 1 0,-2-1 0</inkml:trace>
  <inkml:trace contextRef="#ctx0" brushRef="#br0" timeOffset="76780">10579 761 17554,'-29'-24'180,"4"8"-203,16 23-22,-1 14 45,4-2-22,1 8 0,5-7-236,4-1-369,3-2-79,4-4-919,9 2 1479,-5-6 146,4 1 11,-10-5-11,-4-1 168,-2-1 438,-3-1 100,0-2-594,-5 2-79,-2-2 1,-5 1-34,1 0-34,1 0-492,4-1-2751,2 1 0,15-4 2506,5-4 1,-2 3 0,-1-2-1</inkml:trace>
  <inkml:trace contextRef="#ctx0" brushRef="#br0" timeOffset="77114">10846 750 17476,'-19'-13'494,"-4"5"-494,13 15-68,-8 10 56,12-2 12,-1 6 0,9-6-22,4-2-23,2 0-100,3-3-68,0 0-34,-2-3 180,0 1 34,-2-2 10,-3-1 23,-1 0 0,-2-2-11,-7 1 11,-5 0-123,-10 0-1295,0-1 1,-1 1-1860,-13 0 3141,10-1 0,2-1 1,5 0-1,5-1 0</inkml:trace>
  <inkml:trace contextRef="#ctx0" brushRef="#br0" timeOffset="77919">11548 604 16311,'0'29'78,"0"-1"1,0-1-1,0-1-61,-1-6 0,0-1-17,-2 16 0,1-4-34,0-7-33,1-9 67,1-6 56,0-7 45,0-1-45,0-8 0,0-5-45,0-10 157,0-7 34,1-3 190,-1-3 124,1 1-46,0 2-67,-1 4 1,0 7-213,0 7-191,0 7-102,0 4-111,2 3 202,4 6-34,5 5-67,7 7-235,3 2-404,4 0-302,-4-8 0,2-2-135,12 2 213,-9-6 0,-1-2-560,11-9 963,-17 0 1,-2-1 117,1-2 1,-2-3 223,6-6 0,-2-1 303,-6 5 0,0 0 235,2-4 0,-2 0 2525,-4-6-1679,-5 9-213,-7 2-638,-6 10-202,-6 3-90,-4 7 0,4 2 0,-2 3-56,1 3 1,-1 1 114,0 1 0,1-1-715,4 0 1,1-2-1597,2 2 714,5-6 37,8-5 1490,15-13 0,-10 5 0,9-8 0</inkml:trace>
  <inkml:trace contextRef="#ctx0" brushRef="#br0" timeOffset="78103">11923 617 17330,'19'-29'404,"-3"8"-371,-16 28 23,2 6 45,1 10-67,0 6 0,0 5-34,-3-15 0,1 1-465,-1 9 0,-1 0 201,1-8 1,0-1-549,0 6 0,0-2-2465,1-2 3208,6-9 0,-3-7 0,2-4 0</inkml:trace>
  <inkml:trace contextRef="#ctx0" brushRef="#br0" timeOffset="78468">12234 676 18720,'-28'-10'45,"2"9"-68,7 23-10,3 5 10,2-1-739,6 9 112,5-13 281,8 0 111,6-16 213,6-3 45,2-8 45,2-2 202,-1-7 257,-1-2 101,-3-1 627,0-1-850,-7 6-114,-2 1-268,-5 9-235,-1 1 168,-1 6-438,1 4-1668,-1 19-1104,1 2 2457,-1-2 1,0-10 0,0-13 0</inkml:trace>
  <inkml:trace contextRef="#ctx0" brushRef="#br0" timeOffset="78980">12461 659 18922,'-10'20'-30,"-1"1"0,2-3 0,2 0-205,3 4-392,3-4 88,6-5 69,4-5-102,8-5 68,15-11 504,-4-3 5,-9 2 1,-1-2 28,8-8 302,-5 2 247,-4 3-46,-6 4 12,-6 5-55,-3 2-505,-2 2 11,-4 9 33,1 2-33,-3 8 0,5 3-11,0 1-157,1-2-90,0-3 45,0-6 190,4-4 23,2-5 45,6-1 0,4-6-11,3-2 22,4-6-11,1-3-12,-8 6 1,1 1 11,8-5-45,0 2 0,-12 8-33,-6 4-12,-2 0-438,0 4 69,-3 3-1143,1 4 66,-2 3 1491,-3 4 0,2-9 0,-2 2 0</inkml:trace>
  <inkml:trace contextRef="#ctx0" brushRef="#br0" timeOffset="79179">12572 401 14574,'0'0'0</inkml:trace>
  <inkml:trace contextRef="#ctx0" brushRef="#br0" timeOffset="83446">4271 1007 15416,'-8'37'74,"0"-1"1,0-1 0,0-2-64,3-8 1,1-2-207,-1-1 0,0-1 206,-6 14 263,2-7-375,-2-5 247,6-10-57,-1-5 77,4-10-166,1-10 329,1-9-329,0-4 0,3-4 39,2-5 1,1-2-591,0 0 0,0 1 629,3-1 1,0 4-12,-3 13 0,0 1-286,6-9 219,1 10 0,2 10-12,2 4 12,4 11 0,3 4 0,2 10 1048,1 2-1345,-9-9 0,2-1-252,9 3 258,-11-8 0,1-3-567,5-13 1,-2-4-39,8-6 320,-6 0 0,-3-1 240,3-10 235,-3 1 101,-2 2 56,-6 4 280,-6 5 1423,-5 5-705,-18 9-797,0 9-134,-17 11-106,18-4 0,1 1-287,-2 2 1,1 1 269,0 2 0,0 0 0,1 0 0,1 0-107,2-1 1,2-1-1093,-4 16 303,17-18 784,9-13 0,18-23 112,-14 4 0,1-2-361,1-1 1,1-2 388,-1-1 0,0 1 162,-2 0 0,0 1 270,-2 3 0,-1 1 447,7-9 327,-7 8-551,-7 8-336,-4 5-145,-2 2-168,-1 2-23,-1 6 824,-1 6-801,-2 12 11,0 4 0,-1 5-400,2-7 0,0 1 0,1 2-463,-1 5 0,1 1 0,2-2 168,0-5 0,2-1 1,1-3-545,4 6 1,4-6 1193,17-5 0,-11-10 0,-1-7 0</inkml:trace>
  <inkml:trace contextRef="#ctx0" brushRef="#br0" timeOffset="83829">5111 1031 16311,'-26'-1'351,"1"0"0,1 3 0,1 3-301,6 5 1,1 2-891,-1 3 1,1 1 850,1 0 0,1 1-11,1 0 0,2-1 548,-5 14-559,8 2 293,8-12-304,9-2-1,5-14 12,6-3 950,3-3-962,3-4-10,1-2 33,-2-3-23,-4 3 23,-6 1 23,-7 4-12,-5 2-112,-2 1 101,-1 5-22,7 2-438,3 2-313,4-2 34,2-4-46,-4-3-716,0-3-740,0-2-706,-1-3 2947,0-2 0,-5 5 0,-1 1 0</inkml:trace>
  <inkml:trace contextRef="#ctx0" brushRef="#br0" timeOffset="84030">5226 1149 7067,'4'-4'2879,"0"1"-44,-4 3-1703,2-4-382,-2 1-21,2-3-225,-2 2-347,1 3-1250,-1 0 1,0 1 0</inkml:trace>
  <inkml:trace contextRef="#ctx0" brushRef="#br0" timeOffset="84402">5105 1047 15627,'-4'22'37,"1"1"1,-1-1-1,1-1-37,-2 8-67,0 0-706,2-2-1222,1-2-1282,1-4 3247,5-6 1,-3-7 0,4-4-1</inkml:trace>
  <inkml:trace contextRef="#ctx0" brushRef="#br0" timeOffset="84696">5303 1055 14518,'-2'-3'2544,"0"1"-2264,2 2-280,-6 15 56,3 1-34,-5 14-22,5-4 0,0-1-56,0-4-1759,2 4-807,0-10-655,0 1 3174,4-12 1,-3-2 0,2-2 0</inkml:trace>
  <inkml:trace contextRef="#ctx0" brushRef="#br0" timeOffset="85085">5381 1071 13375,'0'-5'3276,"0"0"-3056,0 5-220,0 14 34,0 0 22,0 13-45,0-2-11,0 0 0,0-1 0,0-4 0,0-2-202,2-4-100,-1-6 100,4-3 168,1-4-22,4-8 56,3-4 23,3-8-1,1-4 90,1-1-11,-1 0 258,3-6-247,-6 11-45,1-2-67,-8 14 0,-2 4-11,1 2-23,0 4 34,1 4-157,3 17-1288,2 6-684,-1 2-1148,-4-5 3197,-5-13 0,-1-7 0,-1-3 0</inkml:trace>
  <inkml:trace contextRef="#ctx0" brushRef="#br0" timeOffset="85286">5409 802 15269,'-6'-4'1837,"1"1"-1837,5 3-481,0 0-1346,22 4-1450,-1 6 3031,-1-3 1,0 1-1,-1 3 1,-5-3-1</inkml:trace>
  <inkml:trace contextRef="#ctx0" brushRef="#br0" timeOffset="85513">5842 1224 18261,'-12'-7'-820,"3"1"1,9 6 0,1 1 0</inkml:trace>
  <inkml:trace contextRef="#ctx0" brushRef="#br0" timeOffset="85901">6000 1040 14081,'0'-4'1838,"-9"27"-1211,5 4-453,-1 0 0,0 3-887,3-3 0,2 0 757,-1 2 1,1 3-30,-1-3 1,-1 6 0,1 2 0,-1-1 0,-1-5-20,0-1 0,0-4 1,-1 3 14,1 7 0,0 5 0,0-3 0,-2-10 57,-7-3 687,4-21-262,0-2 740,-9-15-908,-1-12-145,0-4-307,7-7 149,9 11-22,4 1-22,6 3-68,5 1 360,8 3-1909,-2 6 1,2 2-1639,10-5 2790,-8 6 1,-2 0-1,-5 2 1,-3 1-1</inkml:trace>
  <inkml:trace contextRef="#ctx0" brushRef="#br0" timeOffset="86097">6022 923 16759,'0'0'-3277,"6"7"2457,17 19 1,-9-12 0,-3-1 0</inkml:trace>
  <inkml:trace contextRef="#ctx0" brushRef="#br0" timeOffset="86469">6335 1106 17140,'-22'9'48,"0"-1"1,2 0 0,4 2-49,1 15-12,8-9-21,0 3 10,7-11-21,4-3 21,1-1 1,4-2-1,0-1 35,5 0-1,1-1 11,-1 0-11,1-2-11,-4-1-313,1-1-438,0 0-695,0 1-817,-1 1 2263,3 0 0,-7 2 0,1-2 0</inkml:trace>
  <inkml:trace contextRef="#ctx0" brushRef="#br0" timeOffset="86812">6461 1084 17017,'1'20'11,"5"10"-190,0-8-247,3 5 22,0-13 12,-2-4 213,1-5 179,-2-3 23,0-1 548,2-10 12,-3-2 10,2-9-189,-2-1 123,0-1-34,-1-3-213,-1 0-124,0 1-77,-2 4-68,0 6-392,1 7-706,0 4 101,3 7-1266,5 3-1025,2 4 3082,3 1 0,-6-6 1,-1-1-1</inkml:trace>
  <inkml:trace contextRef="#ctx0" brushRef="#br0" timeOffset="87152">6791 978 14182,'-2'-4'3104,"0"2"-2847,2 2-257,-27 16-11,14 0 16,-5-1 1,1 2-57,8 2 1,3 0-498,-2 10 167,3-4 336,10-15-12,3-10 57,4-5 57,0-3-12,-1-2 235,2-1-179,1 3-90,-2 1 0,-1 4-22,-3 3-12,-1 0-234,0 3-1054,1 1-1748,0 4 3059,1 0 0,-5-3 0,0-1 0</inkml:trace>
  <inkml:trace contextRef="#ctx0" brushRef="#br0" timeOffset="87980">6859 655 15381,'-24'-12'398,"-1"-1"1,1 1 0,0 0 0,-1 0 0,1 2-377,-6-2 1,-2 1-817,7 3 1,-2 0 0,-1 0-1,-1 1 819,-3-1 0,-1 0 1,-1 0-1,-2 1-20,6 1 1,-1-1 0,-1 1-1,-1 0 1,-1 0 0,1 1-12,-2 0 0,0 0 1,-1 0-1,0 1 1,0 0-1,0 0-334,3 1 1,0 0 0,-1 1 0,1 0 0,-1 0 0,2 0-1,0 0 342,-6 0 0,1 0 1,0 1-1,1-1 1,0 2-1,0-1 0,1 1 0,-1 0 1,2 1-1,1 0-111,1 0 1,2 0-1,0 1 1,0 0 99,0 0 1,-1 0-1,1 1 1,0 0-127,0 1 1,1 0 0,-1 1 0,0 0 131,-1 2 1,-1 0 0,0 1 0,1 0 0,1-1-46,0 1 0,2 0 1,0 1-1,-1 0 45,-5 2 0,-2 1 1,0 1-1,4 0 3,3 1 0,1-1 0,2 2-4,-1 0 0,2 1 1,-1 0 3,2 2 0,0 0 0,0 1 3,0 1 1,1 1 0,-1 1 330,1 1 1,0 1-1,-1 2-341,5-4 0,-1 2 1,1 2-1,-1 0 0,1 0 2,1 1 1,0 1 0,1 1-1,0 0 1,1 2-75,0-1 0,0 1 1,0 1-1,2 1 0,0-1 1,1-2 75,1 1 1,2-1 0,0-1 0,1 0 0,2 0 4,-1 5 1,1 0 0,2-1 0,3-1-335,3-2 0,2-1 0,3-1 335,0 0 1,1 0 0,3-1 159,2 0 1,2-1 0,4-1-164,4 0 0,3 0 0,2-1 0,-1-2-62,3 1 1,-1-2 0,2 0 58,0-2 0,3 0 1,-1 0-1,-1-4-1,1-1 0,-1-4 1,1 0 3,0 0 0,0-1 0,1-1 0,0-1 0,1-1 0,-1-1 7,2 0 1,0-2-1,0 0-7,1 0 0,1-1 0,2-1 0,-7-2 0,2 0 0,2-1 0,-1-1 0,-2 1-6,2-1 1,-2 0-1,0 0 1,1-1 131,0 0 1,2-1-1,0 0 1,0 0-1,-1-1-149,-1-1 1,0-1 0,0 0 0,-2-1-1,0 1 162,-1 0 0,-2 0 1,0-1-1,2 0-151,-2 1 1,1-1 0,0-1 0,-1 1 0,-2 0 11,4-3 0,-4 1 0,2-2-19,-2 0 0,0-1 1,1-1-1,0 1 10,-2-1 1,1 0 0,-1-1 0,1-1 10,4-2 1,0-1 0,0 0 0,-3 0 56,3-1 1,-3 1-1,-1-1-55,-4 3 0,-1-1 0,-2 1-4,1-2 0,-2 1 16,0-1 1,-1 0 506,0 1 1,1-2-468,-3 0 0,0-1 0,1-1 18,-1-2 1,0-1 0,-1 0 49,0-1 1,0 1-1,-1-1-79,-1-1 0,-2 0 0,-1 1 33,-1-4 1,-2 0-26,0-2 0,-2 0 8,-1-1 1,-2 0 78,0 0 0,-1 0-23,-2 1 1,-2 0-25,-3 4 1,-3-2-1,1 3-54,-4-5 1,-2 0-29,0 6 0,-2-2 0,0 3-11,-6-2 0,-2 3-6,-3 0 1,-1 1 34,7 9 1,-1 1 0,0 0-94,-2 2 1,-1 0 0,0 2-393,-1 0 0,-1 1 1,-2 2-365,0 2 1,-3 2 0,0 1 0,1 0 409,-1 2 0,2 1 1,0 0-1,-1 0 1,2-1-1,3 2 0,-7 7 1</inkml:trace>
  <inkml:trace contextRef="#ctx0" brushRef="#br0" timeOffset="90562">13597 446 16457,'-34'-3'-23,"6"7"46,26 17-12,0 5 11,1 2-22,1 2 12,0 0-12,1-1 0,1-2-68,0-2-33,1-3-33,-1-4 10,-1-4 102,0-4 22,-1-3 90,-7-1 100,-10-4-10,-3 0-1,-5-2-22,6 0-45,1-2 11,2 0-22,4-2-56,3 2-57,5 1-55,3 0-22,1 1 77,4 0 1,2 2 0,4 2 11,2 4-34,-1 2 34,-2 1 0,-1 1-22,0 7 22,-3-4-11,0 6 11,-4-5 11,0 2-11,-1-1 0,-1 1-11,1-3 11,-1 4-191,5-7-672,4 0-1008,11-9-1406,7-1 3054,10-2 0,-15 0 1,-2-1-1</inkml:trace>
  <inkml:trace contextRef="#ctx0" brushRef="#br0" timeOffset="91631">8460 1596 17039,'-1'28'86,"-1"0"0,2 2 0,1-1-75,2 0 0,1 0-1276,-1 2 1,0 0 1275,0 2 1,-2 1-31,0-3 0,0 2 1,-1-2-150,0 3 0,0 0-72,0-6 1,0 0 0,0-3-394,0-4 1,0-3-1487,1 10-91,2-12 2210,1-8 0,0-6 0,0-2 0</inkml:trace>
  <inkml:trace contextRef="#ctx0" brushRef="#br0" timeOffset="91914">8480 1884 14339,'-5'-36'852,"7"8"-852,7 22-34,8 4 23,4 1-12,3 5 12,-1 4-6,-8 3 1,-1 3-29,3 10-6,-8-7 1,-2 0-29,-3 8 112,-17 10-33,-3-10 28,2-9 1,-3-1-12,-5-3 0,-2-1-287,3-2 1,-1-1-140,1 0 1,1-2-937,-6 0-739,19-7 2084,7-5 0,1 5 0,1-5 0</inkml:trace>
  <inkml:trace contextRef="#ctx0" brushRef="#br0" timeOffset="92329">8785 1809 16154,'-2'21'213,"0"3"-202,0 2 0,1 1-11,1-3 11,13 1 12,0-10 11,13-3-1,0-10-10,2-4 10,0-5 46,0-5 22,-5-2 44,-4 0 12,-4 2-56,-6 5-12,-4 3-167,-4 3 33,-1 6-44,0 2-326,1 6-459,2 2-269,0-1-616,5-4-146,1-4-258,3-4 2163,0-8 0,-4 5 0,-1-5 0</inkml:trace>
  <inkml:trace contextRef="#ctx0" brushRef="#br0" timeOffset="93196">9143 1812 10081,'1'-32'1092,"1"1"0,0 2 0,-1 5 2120,-1 8-2652,0 7-459,-2 5-101,1 3-101,-1 5 90,1 7 22,1 22-17,1-11 1,0 1 5,1 1 0,1 0 0,0-1 0,0-1-34,5 13 34,-3-14 11,-2-1 23,-1-16 414,-1-2 863,2-8-1109,3-10-169,2-1-33,4-6-11,0 8 0,2 4-68,0 4-44,2 4-134,0 2-180,1 5-236,1 4 35,-2 5 10,-1 4 370,-4 2-347,-2-1 292,-4-1-69,-3 1 416,-15-4 224,0-2 257,-11-5-111,6-6 66,0 0-212,2-1-56,3 0-68,3 0-33,5-2-258,13-2-224,21-8 112,1 0 218,-9 4 1,0-1-6,6-7 45,-2-3 11,-1-4 5,-7 4 1,-1 0-1,-3 5 1,-1-1-6,3-4 0,-1 0 45,2-5 45,-5 1 213,-4 2 369,-4-1-79,-7 7-390,-1 3-203,-5 8-102,-1 12 57,-2 4 34,-1 13 0,2 5-23,2 5-89,7-9 0,2 2-40,4-5 1,3 0 123,-2 0 0,3-3-28,14 2 33,-2-18 34,0-5-22,0-4 44,-1-3-22,-2-3 0,1-1-22,-7 4 44,0 3-44,-6 4 10,0 1 12,0 0-11,2 0-560,0 2-225,6 5-481,4 6 246,1 0 336,3-1-481,-6-5-2101,-1-4 3264,-3-1 0,-5-2 0,-2 0 1</inkml:trace>
  <inkml:trace contextRef="#ctx0" brushRef="#br0" timeOffset="93447">9728 1613 12725,'3'11'-3277,"0"-1"3054,0-4 0,-1-2 0,-1-2 1</inkml:trace>
  <inkml:trace contextRef="#ctx0" brushRef="#br0" timeOffset="93917">9971 1738 16905,'-23'18'52,"1"1"0,4-5 1,3 1-53,2 15 0,9-10 22,4-5-44,6-2-57,5-3-560,8-5-2638,17-3 2457,-4-6 1,-2 2 0,-15-3 0</inkml:trace>
  <inkml:trace contextRef="#ctx0" brushRef="#br0" timeOffset="94466">10633 1701 17129,'-22'-6'106,"0"-1"1,-14 1-119,22 11-10,4 6 0,4 4 22,3 3-23,5 2 1,6 2-90,2-5 0,1-1-45,10 10 56,-8-10 0,0-1-55,2 4 43,-3-4 113,-5-5 0,-3-3 45,-3-2 157,-2-1-90,-7 1-67,-22 5-45,-1-2-340,9-3 1,-1-1-1285,-11 2-1653,5-4 2961,6-2 1,11 0 0,6-1 0</inkml:trace>
  <inkml:trace contextRef="#ctx0" brushRef="#br0" timeOffset="94695">10924 1487 18171,'-1'35'82,"-1"0"0,0-3 1,-1 0-78,-1 3 1,0-2-790,0-7 1,1 1-18,-2 7 0,0-1-466,2-11 0,0-2 1267,0 16 0,1-17 0,2-6 0</inkml:trace>
  <inkml:trace contextRef="#ctx0" brushRef="#br0" timeOffset="95362">10810 1731 12748,'32'0'14,"0"-1"1,0 1 0,-2-1-88,-5 1 1,-1-1-91,0 1 1,0-2 16,9-2 1,-2-1 145,5-2-208,-11 1 0,-4 0 981,-10-1 365,-4 2-130,-3 1-145,-3 2-359,-2 1-392,-4 1-22,-14 5-45,-2 3 22,-10 7-33,8 1-34,3 1-34,5 0 399,5-1-376,6-3-34,6 0 90,12-7 44,11-1-33,1-6-56,1-2 12,-11 1 10,3 0-22,-5 2-11,5 2-34,-5 1-583,1 0-357,1-1-69,0-1-548,0 0 212,0-1 158,1-4 212,-1-3 1020,1-6 45,1-5 952,1-2 146,0-5 483,-1-3 200,-2-3-554,-9 8 0,0 0-443,0-10-224,-3 13 0,-2 1 885,-1-1-1165,-2 10-325,-1 3-56,0 9-79,-2 7 135,-1 7 0,0 12-112,-2 9-740,2-7 1,1 1-198,1-6 0,0 0-116,-1 7 0,2 0-174,1-11 0,1-2-1938,4 14 2838,2-11 1,-1-11-1,0-7 1</inkml:trace>
  <inkml:trace contextRef="#ctx0" brushRef="#br0" timeOffset="95580">11441 1745 16266,'29'-11'48,"1"0"1,-3 1-1,-2 3-48,3 7 0,-4 3-33,-4 2-79,-4 5-370,-4 4-100,-3 2-57,-2 1-706,-2 1-515,-2-2-1417,-1-2 3211,-1-3 0,-1-6 0,0-2 1</inkml:trace>
  <inkml:trace contextRef="#ctx0" brushRef="#br0" timeOffset="95763">11787 1566 8972,'3'29'0,"-1"-7"0</inkml:trace>
  <inkml:trace contextRef="#ctx0" brushRef="#br0" timeOffset="96013">12021 1695 17028,'-18'13'0,"-1"0"0,1-1 0,5 1-157,9 3 0,2 0 90,7 0-1961,20 3 389,-1-12 1,4-2 1334,3 1 1,-1-1-1,-4-3 1,-4-1-1,5 0 1</inkml:trace>
  <inkml:trace contextRef="#ctx0" brushRef="#br0" timeOffset="96680">12687 1586 15706,'7'25'63,"0"0"1,4 3-1,1-2-52,5 1-11,-4-11 0,-1-3 0,6-2-22,0-6-23,-1-2 45,4-10 45,-4-4-11,3-9 10,-7-3 1,-2-2-22,-3-1-12,-3 0-11,-3 4 0,-2 5-426,0 4-952,0 6-1899,5 4 2701,5 2 0,-3 1 0,2 0 1</inkml:trace>
  <inkml:trace contextRef="#ctx0" brushRef="#br0" timeOffset="97050">13142 1588 10697,'-2'5'2107,"-1"-1"-1895,1 21-122,2-12-23,1 20-44,4-19-23,4-3-112,8-2 0,-3-4 100,6-2 12,-5-7 157,-1-3 953,2-12-326,-6 0-168,0-7 191,-7 5-213,-2-1-34,-1 0-156,-5 3-34,-2 3-169,-13 4-358,-3 6-100,-1 7-371,1 6-134,10 8-470,6 1-819,2 1 2051,22-1 0,-13-7 0,14-3 0</inkml:trace>
  <inkml:trace contextRef="#ctx0" brushRef="#br0" timeOffset="97263">13418 1519 16176,'0'29'67,"2"0"-67,0-4 12,5 9-113,-1-12-302,4 3-34,-1-16-12,1-4-122,2-3-1267,2-8-1198,3-3 3036,0-8 0,-7 7 0,-2 1 0</inkml:trace>
  <inkml:trace contextRef="#ctx0" brushRef="#br0" timeOffset="97468">13460 1335 15336,'15'30'-820,"5"0"1,-7-15 0,0-3 0</inkml:trace>
  <inkml:trace contextRef="#ctx0" brushRef="#br0" timeOffset="97902">13770 1539 17454,'-23'7'37,"0"0"0,-4 5 1,5 3-61,2 8-370,8-7 0,2 0 169,4 4 170,3-2-193,8-4-254,4-4-70,7-5 257,17-8 319,-13-6 1,0-3 16,0 2 1,1-2 39,-1-5 1,-2-2 166,-5 5 1,-2-1 308,10-16-219,-12 15 1,-1-1-113,0-1 0,-1 0 56,-2 0 1,0-2 234,-2-7 1,0 0-90,-2 4 0,-1 0-264,0 2 1,-2 1-90,-2 0-56,-1 16-280,1 6 135,1 9 117,1 6 0,0 4-426,0 10 0,0 1-479,1 2 1,0 0-77,0 3 1,2-2-631,1-10 1,3-2 1446,2 0 0,2-2 1,1 3-1,3-7 1</inkml:trace>
  <inkml:trace contextRef="#ctx0" brushRef="#br0" timeOffset="98770">14451 1465 12020,'0'-5'1647,"0"1"-1043,0 4-514,8 29-12,-4-10-50,1 2 0,1 0-5,-1 1-12,0-3 23,-1-5 44,0-6 180,-1-3 560,0-3 661,6-6-1087,1-4-146,8-6-32,2-5-46,1 0-67,-2-1 22,-1 2-123,-8 8 0,-2 2-370,-6 7 370,0 6 0,1 2 0,3 5-33,1 1-69,0 0 24,0-2-57,1-2 46,2-4 223,5-5 326,6-12-124,-3 0-101,-1-6 57,-6 7-158,0 2-145,-3 5-112,3 1 67,-2 4 0,2 4-112,3 3-415,2 6-224,0 1-448,2 0-739,1-2-1283,2-4 3208,2-4 0,-10-3 1,-2-2-1</inkml:trace>
  <inkml:trace contextRef="#ctx0" brushRef="#br0" timeOffset="99083">15080 1467 18126,'-18'-6'-34,"-1"0"1,-13 2 33,19 20 0,1 9-33,7-7-47,1 3 24,6-12 34,2-4 0,4-3 22,1-1 78,4-1-32,-4 0 10,6 0-45,-6 0-11,5 0-23,-3 0-358,0 1-582,2 1-696,0 2-1321,1 1 2980,9-1 0,-13-2 0,6-2 0</inkml:trace>
  <inkml:trace contextRef="#ctx0" brushRef="#br0" timeOffset="99551">15281 1450 17879,'-14'31'-11,"3"-8"-123,12 0-34,6-12-101,5-4 123,4-3 90,2-3 45,1-4 11,1-4 11,-1-3 0,-2-1 45,-4 1 90,-3 2-23,-3 2-78,-3 4-45,-2 0-45,0 2 34,1 5 11,2 6 22,2 2-22,2 2 0,-1-5 0,2-2 0,0-1 0,2-4 12,-1-1 447,7-4 550,0-5-673,0 0-78,-2-3-45,-7 5-146,-1 2-67,0 2-67,1 0 22,1 1-460,9 4-581,-4 1-629,8 4-1562,-7-1 3236,-2 0 0,-6-3 1,-4-2-1</inkml:trace>
  <inkml:trace contextRef="#ctx0" brushRef="#br0" timeOffset="99737">15560 1211 16793,'29'-9'-820,"7"3"1,-13 13 0,-1-1 0</inkml:trace>
  <inkml:trace contextRef="#ctx0" brushRef="#br0" timeOffset="99986">16090 1135 18171,'-21'21'58,"0"0"1,-1 0 0,-3 4 0,3 2-59,6 5 0,5 0-744,4-6 1,3-1 743,0 0 0,2 1-6,-1-2 1,2 1-381,7 8 1,6-1-1254,5-3 1,5-3-1,0 1 1,3-4 1292,8-7 1,-2-4 0,-4-6 0,-4-4 0</inkml:trace>
  <inkml:trace contextRef="#ctx0" brushRef="#br0" timeOffset="100448">16471 1040 15370,'-22'7'37,"0"0"0,1-1 1,4 3 18,9 9-23,3 12-21,5-4-12,8 9 44,7-7-745,6 1 701,-9-14 0,1 0 0,-1-1 0,0 0-11,10 13 0,-3-2 220,-5-3-231,-4 1 22,-6-8 151,-1 0-139,-4-8 77,-5-2 12,-4-1 452,-16-1-553,2-1 0,-9-1-347,9-1-774,3 0-2156,4-3 3214,8-3 0,4 2 0,4 0 0</inkml:trace>
  <inkml:trace contextRef="#ctx0" brushRef="#br0" timeOffset="100712">16739 1041 16031,'0'-3'2118,"0"0"-2017,0 3 78,-2 30-56,1-2-101,-1-4 1,1 4-1,-1-2-22,1-2 0,0 1-34,-1 6 1,1 0-606,-1 3-728,0-4-1187,1-8-723,0-7 3003,1-7 1,0-5 0,0-3-1</inkml:trace>
  <inkml:trace contextRef="#ctx0" brushRef="#br0" timeOffset="100884">16613 1196 14260,'35'-4'48,"0"1"1,0 0 0,-2 0-985,-7 3 1,-1 0-704,-1 0 1,-1 0 818,13 0 1,-16 0 0,-9 0 0</inkml:trace>
  <inkml:trace contextRef="#ctx0" brushRef="#br0" timeOffset="101583">16974 1305 10226,'3'2'3059,"-1"0"-1333,-2-2-919,40-15-449,-20 4-246,6 0 0,-1-2 247,-5-2 33,-4 1 101,-2 2 124,-6 4-180,-3 3-169,-3 2-615,-1 2 347,-2 9-45,-1 11-683,0 9-1087,0 6-1462,12-11 301,1-9-105,10-13 3081,-2-8 0,-8 3 0,-2-3 0</inkml:trace>
  <inkml:trace contextRef="#ctx0" brushRef="#br0" timeOffset="101934">17285 1242 15616,'-6'-10'23,"-1"6"-23,1 19-23,2-1 23,6-3 11,7-5 57,6-5-46,8-2 68,3-4-34,3-3 22,-2-4 550,1-3-326,-11 5-55,-2 0-113,-11 7-134,-3 2-190,-1 1 167,0 6 1,0 1 22,1 6-123,2-2-157,2-1 123,2-1 11,3-3 67,1-2-44,3-2-90,2-2-100,1 0-2444,7 0-112,-7 0 2869,5 0 0,-15 0 0,-1 0 0</inkml:trace>
  <inkml:trace contextRef="#ctx0" brushRef="#br0" timeOffset="102150">17479 1042 16187,'18'12'-1093,"-1"-1"1,1 0 0,-2 1 450,-1 2 0,-1 0 0,2 2 0,-4-4 0</inkml:trace>
  <inkml:trace contextRef="#ctx0" brushRef="#br0" timeOffset="102480">17772 1232 13140,'4'0'3047,"-1"0"-2834,-3 0-179,-8 14-11,-2 11-23,-4 7-12,7-12 1,1 0-499,-4 14 269,4-16 1,0 1-369,0 1 1,-1 0 602,0 0 0,0 1 6,0-1 0,0 0-197,-4 4 1,0-2 252,-4 6 560,-4 0 549,9-22 182,0-3-530,2-8 443,0-3-834,2-7 209,2-6-624,2-5-185,13 3 1,4-1-556,-3 5 1,3 0-365,1 2 1,4-1 0,-1 1-547,7-1 1,1 3 982,3-2 1,-2 3-1,5-3 1,-7 5 0</inkml:trace>
  <inkml:trace contextRef="#ctx0" brushRef="#br0" timeOffset="103295">18028 886 12053,'0'-4'2992,"0"0"-2466,0 4 180,-26-8-515,17 6-68,-20-6-89,25 8-34,1 0-11,2 0 11,0 5 22,-1 9 34,1 14-39,0-6 0,1 3-12,0-4 1,1 1-179,0 3 0,2 0 178,0-6 1,0-1 5,7 17-5,-5-12 0,1-1 5,1 10-6,-3-12 1,-2 0 28,0 5-23,-1-2-11,-1-2 0,0-3-23,0-4-89,0-3-303,5-2-313,4-3-898,17-3 1626,10-8 0,-9 4 0,-3-5 0</inkml:trace>
  <inkml:trace contextRef="#ctx0" brushRef="#br0" timeOffset="103765">18287 854 16838,'-2'-4'-45,"5"3"45,6 5 11,6 4-11,2 1 22,-1 1-22,-1-1 0,-3 1 0,-1 1 12,-2 8-12,-3-2 22,0 9 0,-5-2-10,0 3-1,-1 3 0,-3 2-22,2 0 11,-1-1-157,1-12 0,1 1-605,2 16 426,-1-2 56,2-7 45,-2-11 88,0-2 125,-1-2 22,0-3 78,-3-2 35,-1-4-113,-3 0-67,-2-3-1906,-2 0-1304,-3 0 2457,-4 0 1,8 0 0,1 0 0</inkml:trace>
  <inkml:trace contextRef="#ctx0" brushRef="#br0" timeOffset="105466">19097 1042 9364,'1'-3'1546,"-1"1"-1243,0 2 10,0-11 91,0 7 246,0-9 55,0 9-290,0 1 22,0 0-258,-1-1 416,-3-3-304,0 1 101,-2-1 414,-2-1-436,1 1-224,-3-1 89,1 4 23,-6 1-247,-8 9 0,-2 5-3288,-6 11 3162,9 3 104,2 5-115,6-1 115,5-1-23,5-3-11,10 2 12,14-8-1,2-3 34,-1-12 0,0-3 56,3-5 112,6-4 606,-9-11 2502,-8 5-2013,1-8-783,-9 13-278,-3 0-202,-2 7-415,0 1 124,0 8-79,9 1 258,-1 3-34,9-4 146,-2-5 12,1-4-1,2-4 56,0-4 45,1-4 515,2-9-189,-7 7-147,-2-6-45,-8 13-55,-3 2-191,-1 5-303,0 1 124,4 12-415,9 8-364,-2-3 0,2-1-398,13 12-123,3-5-919,-6-14-879,13-4 2991,-8-9 958,6-3 875,-14-7 89,-4-1 55,-2-3-368,-4-1-315,-3 1-257,-3 1 67,-3 3 415,-1 1-1088,-3 7-100,0 1-45,-1 5-213,0 1 56,-2 7 146,-2 3-45,-1 12-67,-1 3-169,3 5-200,0 0-52,4-9 0,1 1-38,-1 9 374,1-12 1,0-1-107,-2 4 292,-1-3 22,-1-1 34,-2-3 481,-1 0-11,1-6 628,-1 0-616,4-7-136,-1-1-133,2-1-90,0 0-101,-1-1-45,1-3-11,1-2-123,1-2-303,1-3-235,3-1 44,6-2 181,7-3-91,8 1-101,5-1 180,4 1 129,-9 5 0,0 0 296,-5 3 1,0-1 50,9-6 0,0-1 207,1-3 79,-11 7 0,-2-1 515,2-4-213,-4 1 90,-2 0-11,-4 3-169,-3 2 24,-1 3-181,-2 4-167,-1 1-482,0 2 134,2 4 135,2 3 11,8 14-45,-3-4-44,4 8-158,-6-9 45,-2-2-123,-3-1 56,-1-3-223,-1-1-148,0-1-424,-4-1-1401,-4-1-812,-4-2 2956,-2-1 0,7-2 0,1 0 1</inkml:trace>
  <inkml:trace contextRef="#ctx0" brushRef="#br0" timeOffset="105979">20097 765 16882,'28'4'104,"1"0"1,-3 0 0,-4 0-60,-7 3-45,-1 1-11,-2 0 11,-2 0 0,-2 5 67,-5 3-22,0 2 33,-3 3-67,-1-3 79,-2 1-45,-3 3 55,-3 0-21,-1 4-40,1-8 0,0 2-28,-5 9-5,5-11 0,0 1 27,-4 4-33,2 0 0,0 1 11,0 1-11,3 2 11,1-8 1,1 0 21,-5 13 24,1-3-12,2-13 45,2-11-12,-1-3-78,-5-1-270,-2 0-682,-6-1-2325,-16 0 2457,9-1 1,-1 1 0,18 0 0</inkml:trace>
  <inkml:trace contextRef="#ctx0" brushRef="#br0" timeOffset="106448">20228 805 15112,'2'29'41,"-1"0"0,0-1 0,0-2-35,-2-6 0,0 0-321,-2 1 0,-1 0 326,-2 0 1,-1 0-7,-1 0 1,-2 0-6,-1-2 0,-1 0-180,0-2 1,-1-1-1103,-7 4 1,-3-1 1281,-4-3 0,-1-2 0,10-1 0,-1-2 0,-16 1 0</inkml:trace>
  <inkml:trace contextRef="#ctx0" brushRef="#br0" timeOffset="107213">20109 727 14686,'22'30'342,"-8"-7"0,-2 0-241,3 11-276,-7-11 0,-1 1 231,-3 10-506,-2 2 472,-3-16 1,-1-1 5,-1 0 0,-3 1 33,-7 7 1,-1-1-62,0-7 0,0-1-392,-5 5 0,-2-1-908,5-8 1,0-2-340,-1 0 1,-1-1 1379,-1-1 0,1 0 0,-3 0 0,4-3 0</inkml:trace>
  <inkml:trace contextRef="#ctx0" brushRef="#br0" timeOffset="108779">9138 2287 9946,'1'-6'3276,"-1"0"-1543,0 6-1195,-9-9-202,6 7-168,-7-7-168,9 8-22,0 1-68,1 3 90,0 4 0,0 6 0,2 4-22,3 4-79,3 0-112,3-1-22,2 0-146,1-2 11,-1-1-235,1 4 493,-6-6 112,-1 2 0,-6-9 67,-4 0 45,-4-2 157,-5 1 123,-6-1 101,-12 2-157,7-3 12,-6 1-147,13-4-89,3-2-33,5 1-68,2-1-11,4 0-235,1 0 100,7 4 34,-1-1 23,6 3 67,-2-1 0,-1 2-12,0 1 1,-2 3 22,0 2 157,-2 16-12,-1-4-33,-2 11-56,-2-9-33,0-4-12,-1-3 0,1-7-11,3-4 11,17-5-2969,18-8 1319,-15 2 1,0-1 1361,6-2 0,-2 1 0,-3-1 1,-4 2-1</inkml:trace>
  <inkml:trace contextRef="#ctx0" brushRef="#br0" timeOffset="111346">9133 2353 12927,'14'-14'78,"-3"2"124,-11 15 202,0 4-147,-1 4 23,-5 5 90,-2 0-34,-2-1-145,1-3-135,2-3-56,3-2-11,3-2 11,0-1-11,2-1 11,6 0 0,4 0 22,9-2-5,-1 0 0,0-1 5,11-3-22,-10 2 0,-1-1 0,3-3 22,-11 3-10,-3 2 66,-14 7-44,-5 5 33,-9 8-39,3-3 0,-2 0-6,-7 8-5,9-10 0,2 0-17,1 0-34,5-2 12,5-3-23,2-2 34,2 0-124,9 2 79,-1-4 0,9 2 56,-3-6-11,-2-1 22,-3-1-11,-4 1 23,-3 0 212,-1 3-45,-1 10-167,0 3-1,1 8-22,4 0-1524,7-1 1524,11-3 0,-10-9 0,2-5 0</inkml:trace>
  <inkml:trace contextRef="#ctx0" brushRef="#br0" timeOffset="112879">20786 774 16602,'5'-15'1266,"-2"3"-1142,-8 4-46,-3 2-78,-7 0-22,-3 2 0,-2 2-69,-1 1 13,1 5 44,2 4-11,4 7-11,4 14 23,6-4-7,5-3 1,1 0-39,5 6-175,4 8 242,-1-12-45,-1 0-302,2 9 178,-3-3 158,-2-2 11,-4-7 11,-2-12 0,-6-3 11,-2-3 11,-16 0-10,-4-2-1,1-1 219,3 0-185,13 0-45,3 0 0,4 0 0,2 0-45,2 0-22,0 5 56,5 0 11,1 5 0,4-3 0,1 1 0,-1-2-11,0 0 11,-3 0 0,-3 1-12,-1 2-10,-2 9 22,-2-5 0,-2 6 0,-2-8 0,2-2 0,1-2 0,2-2-11,6-2-3266,12-2 2774,-2 0 0,1-1 0,-11 0 0</inkml:trace>
  <inkml:trace contextRef="#ctx0" brushRef="#br0" timeOffset="114346">9507 3240 10809,'0'-4'3026,"0"1"-2063,0 3-783,13-16 77,-2 7-44,13-14 67,2 9-201,-1 4-1,6 1-56,-9 9-10,-1 8 21,-8 5 12,0 16-23,-2 5-28,-6-15 1,-2-1-51,2 16-78,-5-9 55,1-1-77,0-1 77,2-1 68,2-3-11,3-3 22,2-5 11,4-4 22,10-4-21,-5-3-1,5-4 90,-10-3 100,-3-2 449,-1-6 157,-6 2-550,0 0 147,-4 5-213,0 6-427,0 1 236,-3 23-11,-2 11 11,3-12 0,-1 1-104,1 1 1,0-1 103,0 9 0,1-2 0,0-3 34,-4 1-34,-8-6-157,-4-2-482,-6-6-717,-2-6-1921,-2-1 3236,-3-1 1,13-3-1,4 0 1</inkml:trace>
  <inkml:trace contextRef="#ctx0" brushRef="#br0" timeOffset="115379">8108 3611 13958,'20'-18'313,"0"4"-245,-3 12 21,10 12-55,-8 1-23,6 13 34,-12 0-45,-3 3 0,-4 1 0,-3-1-202,-2 9-22,-1-3 180,1-1 32,1-8-21,1-9-1,3-1 1,-1-3 21,0-3 1,-1-3 90,2-2 536,0-7-20,0-2 10,0-5-68,-2 1-178,-1 2 78,-2 2-67,0 1-169,-1 2-201,0 1-190,0 1 190,0 11 0,1 3 0,0 12 0,0 2 0,0-5 0,-1 0 0,0 9 0,1-10 0,0-2 0,-1 2 0,1-6 0,-1-4 33,0-5-10,0-2 22,-12 1-303,-11 0-1255,-6 2-126,10-3 1,0 0 1216,-10 2 1,13-3-1,3-1 1</inkml:trace>
  <inkml:trace contextRef="#ctx0" brushRef="#br0" timeOffset="117640">1783 9270 6685,'-30'-22'689,"1"-1"0,9 4 0,0-3 1,1-1-361,0-5 0,1-3 0,1 0-228,2 3 0,1 0 0,0 0 96,0-1 1,0 0 0,1 1-75,0-5 1,0 1 144,0-3 1,0 0-247,4 10 1,1-1-1,-2-1-14,0-4 1,-1-2-1,-1-1 1,0-1-3,1 4 1,0-1 0,0 0-1,-1-1 1,0-1-29,2 3 0,-1-1 1,0-1-1,-1-1 0,1 0 1,0 2-1,0 0 23,1 0 1,-1 0 0,0 1 0,1 0 0,0 1 0,0-1-46,0-1 1,0 0 0,0 1 0,0-1 0,1 2-1,0 1 44,0-4 0,0 1 0,1 1 0,0 0 3,-1-1 0,1 1 0,0-1 0,0 1-3,0 0 0,0 2 0,0-2 0,0-1-87,0-2 0,0-1 0,0-2 0,0 1 0,0 2 89,0 0 1,1 1 0,0 1 0,0-3-3,0 2 0,0-3 0,0 1 0,0 0 0,1 2-69,1 2 1,0 2 0,0 1-1,1 0 69,0-1 0,0 0 0,0 1 0,0-1 2,1 0 1,-1 1 0,1-1 0,0 1-3,0-1 0,0 0 0,1 0 0,-1-1-3,1 2 0,-1-1 1,1 0-1,-1-1 3,1-3 0,0-1 0,1-2 0,-1 1 0,1 2 0,-1-1 0,1 2 0,0 1 0,0-3 55,0 1 1,0-2-1,0 0 1,0 1 0,1 1-56,0 3 0,0 1 0,1 2 0,0-2-3,1 0 0,0 0 0,0 0 1,0 0 2,1 1 0,1-1 0,-1 0 0,2 1 149,-1-1 1,2 1 0,0 0 0,1-3-153,1 0 1,1-3 0,1 0 0,1 1-1,-1 1 8,0-1 1,1 2 0,0 0 0,1-2 109,-1 2 1,1-2 0,1-1-1,1 1 1,1-1-116,-2 5 0,2 0 0,1 0 0,-1 1 0,1 0 0,-1 1-103,0 0 0,0 1 1,0 1-1,0-1 0,2 0 97,0-2 1,0 0-1,2-1 1,0 0-1,1 1 1,0 0-1,1 0 0,0 1 1,2 1-1,0 0 1,0-1-1,1 1 6,-3 3 0,1 0 0,1-1 0,-1 1 0,2 0 0,0-1 0,0 0 1,2 0 0,0-2 1,1 1-1,1-1 1,0 0-1,0 0 1,1 1-1,0 0-42,-3 3 0,2-1 0,-1 1 0,1 0 1,0 1-1,0 0 0,0 0 0,-1 0 0,0 2 33,3-4 0,-1 2 0,0 0 0,0 1 0,0 0 0,0 0 0,0 1-85,1 0 1,0 0-1,0 0 1,0 1 0,-1 1-1,0 0 1,-1 1 92,4-1 0,-2 1 0,0 1 0,0 1 0,0-1-72,0 1 0,1 0 1,0 0-1,0 0 1,0 0 71,0 1 0,0 1 0,-1-1 0,2 0 0,2 0 15,-3 2 1,2-1 0,1 0 0,0 0 0,1 0 0,0 0 0,0 1-18,-4 0 1,1 1 0,-1 0-1,1 0 1,0 0 0,0 0-1,0 0 1,0 1 1,0-1 0,0 0 0,1 0 0,-1 1 0,0-1 0,0 1 0,0 0 0,0 0 0,2-1 0,0 0 0,1 1 0,-1 0 0,-1 0 0,-1 0 0,-1 1 0,3 0 0,-2 1 0,-1 0 0,0 0 0,0 0-12,0 1 1,0-1 0,0 1 0,0-1 0,0 1 4,-1 0 0,1 0 1,-1 1-1,0-1 0,0 1 4,0-1 1,0 1 0,0 0 0,0 0 0,-1 0 37,8-1 1,-2 0 0,2 0 0,2-1-38,-5 2 0,2-1 0,1 0 0,0 0 1,0 1-1,-2-1-12,0 1 1,-2 0-1,-1 0 1,2 0 0,0 0 13,2 0 0,1 0 0,0-1 0,1 1 0,-2 0 0,-1 0-44,-3 1 0,-2 0 0,-1 1 0,0-1 0,1 1 44,6-1 0,0 0 0,0 1 0,0-1 55,-1 1 1,0 0 0,-1 0 0,1 1-62,-2 0 0,0 0 1,1 0-1,-2 0 6,0 1 0,0-1 0,0 1 0,-1 0-3,-1 0 0,1 1 1,-1-1-1,0 1 3,-2-1 0,0 1 0,0 0 0,1 0-36,7 0 0,2 1 1,-1 0-1,-2-1 39,1 2 1,-3-1 0,2 0-4,-4 1 0,2 0 0,-1-1 0,-2 1 222,-3 1 0,-3-1 1,1 1-223,11 0 0,0 0 22,-1 0 1,1 0-23,-2 0 0,1-1 568,-1 0 1,1-1-562,-3 0 1,2 0-1,1 0-4,2 0 1,0-1 0,0 0-10,0 1 1,0-1 0,0 0 12,0 0 1,-2 0-1,-1 0 4,4 0 0,-2 0 575,1 0 0,-1 0-569,-1-1 0,2 0 116,-5 0 1,3 0 0,-1-1-134,1 0 0,0 0 0,0 0 0,-1 1 0,0-1 0,-1 0-89,-3 1 1,-1 0 0,-3 0 88,-3 0 0,-1 1 0,14 0 1894,-11 0-2129,-7 0 469,-47 0 0,24 0 0,-14 0 1,0 0-1</inkml:trace>
  <inkml:trace contextRef="#ctx0" brushRef="#br0" timeOffset="117880">7925 2509 18384,'29'10'274,"0"0"1,3 0-234,-7-2 0,0 1 0,1 0-531,0 0 0,0 0 0,0 0 512,8 3 1,-3 1-12,-13-5 0,-1 1-11,12 8 483,-7 0-450,-7-1 235,-8-1-156,-11 8-56,-13-4-28,2-5 0,-3-1-766,-4-1 0,-3-2 688,-3 2 0,-2-1-348,-3 2 0,-2 0-362,12-4 1,0 0-1,-1 1-879,-10 4 1,0 1 982,3 0 1,3-1-1,-5 2 1,13-4 0</inkml:trace>
  <inkml:trace contextRef="#ctx0" brushRef="#br0" timeOffset="119049">9396 2140 16277,'0'-14'437,"-5"4"-347,-10 10 89,-5 2-56,-3 3 12,-1 2-12,-2 4 34,1 0-56,1 1-23,3 0-33,2 1-23,3 0 12,1 7 33,2 2 68,0 7-79,6-5-11,4 2 89,2-6-10,1 4-24,4 12-55,1-16 0,1 1-6,-1 0 0,1 0 17,2-1 0,0-1 23,2 10-7,-4-8 1,0 2-17,-2 2 0,0 0-45,1 0 1,-1 1-282,-2-1 1,-1-1 291,1 11 12,-1-4-1,0-3 12,0-4 56,0-2 168,2 2 11,1 0-33,3 4-214,-1-7 607,2-4-595,-1-7 11,1-1 0,3-2-11,0 0-12,2-1-10,3-1-12,2 0 11,2-1 12,2 1-34,0-2-34,1 0-380,2-1-1116,-6-2 1,1-2 1529,1-6 0,0 0 0,10 2 0,-6-10 0</inkml:trace>
  <inkml:trace contextRef="#ctx0" brushRef="#br0" timeOffset="119550">9310 2329 14227,'-24'22'448,"1"0"0,2-2 0,3 0-179,5 6-56,3 3 22,3 1-44,3 2-45,2 0-34,2 0-456,0 0 434,0 0 22,0 1-51,1-8 1,1 1-1,0 0 1,1 0-45,1 1 0,0-2-6,0-3 0,2-2 0,5-3 0,1-2-156,13 5-948,-3-10 1,4-2 0,0-1 545,6-2 1,-1-3 0,0 2 0,-2-2 0,5-2 0</inkml:trace>
  <inkml:trace contextRef="#ctx0" brushRef="#br0" timeOffset="120396">15126 2069 12949,'33'-1'698,"0"0"1,-2 0 0,-1 0-369,-5 1 1,-1 0-40,11 0-179,-15 1 0,-1 0 78,0 3 1,-7 1 0,-4 3 33,-4 1 11,-2 2 247,-2 16-353,-2-8 0,-2 1-62,2 2 0,-1 0-306,-3 3 1,1 1 283,1-5 0,0 0-34,0 1 0,1 1 6,1 0 0,0 1-159,0 10 0,2 1 170,4 1 0,1 0-17,-2 0 0,2-2-6,3-2 1,0-3-6,-2-9 0,-1-2 0,4 16 11,-3-4-11,-8 2-678,-14-16 1,-7-3-416,-3 0 1,-5 0 0,-1-2 727,-2-1 1,-2-2 0,1 0 0,4-1 0,2-1 0,2 0 0,3-3 0,-1 1 0</inkml:trace>
  <inkml:trace contextRef="#ctx0" brushRef="#br0" timeOffset="120913">10775 2632 12356,'-1'-3'1019,"26"-6"-481,12 3-1095,-13 3 0,3-2 0,0 1 602,5 0 0,1 1 0,2-1-767,-3 0 1,1 0-1,1 1 1,1-1 730,-3 0 0,1 1 0,1-1 0,1 1 0,1-1-186,-3 1 0,2-1 1,0 1-1,0-1 0,1 1 1,1-1 184,-3 1 0,2 0 0,0 0 0,0 0 0,1 0 0,0 0 0,0 0-164,-1 0 1,0 0 0,1 0 0,-1 1 0,2-1 0,-1 0 0,1 1 0,0-1 164,-3 1 1,1 0 0,0 0 0,1-1 0,-1 1 0,1 0 0,0 0 0,0 0 0,-1 0-82,-1 0 0,-1 1 1,1-1-1,-1 1 1,1-1-1,0 1 1,0-1-1,-1 1 1,1 0-1,0 0 74,0 0 0,-1-1 0,1 1 1,0 0-1,0 1 0,0-1 1,-1 0-1,1 0 0,-1 0 1,0 1-9,3-1 1,0 1 0,-1-1 0,1 1 0,-1-1-1,0 1 1,0-1 0,-1 1 0,0 0 3,2 0 1,0-1-1,-1 1 1,0 0 0,0 0-1,-1 0 1,0 0 0,-1 0 21,1 0 1,-1 0 0,0 0 0,0 0 0,-2 1 0,0-1 0,-1 0-196,5 1 0,0-1 1,-2 1-1,-2 0 1,-1 0 261,4 1 0,-2 1 1,-4-1-1,-2 0 1,-7 1-1,-10 2 1</inkml:trace>
  <inkml:trace contextRef="#ctx0" brushRef="#br0" timeOffset="121196">11321 2816 12389,'34'-5'271,"-1"0"0,1 0 1,0 0-1,0 0 1,-3 0-1,-1 1 1,0 0-1,0 0 0,3-1-818,0 1 1,1-1 0,1 1 0,1-1 0,1 1 0,1-1 431,-7 2 0,2-1 0,0 1 0,1 0 0,1 0 1,-1 0-1,0 0 0,0 0 0,-2 0 1,4 0 1,-1 0 0,-1 0 0,1 1 0,-1-1 0,1 1-1,2-1 131,-2 1 1,2-1-1,1 1 1,0-1 0,0 1-1,0-1 1,0 1-1,-2 0 1,-2 0-74,1 1 1,-2-1-1,-1 1 1,0 0 0,-1 0-1,1 1 1,-1-1 64,4 0 0,0 0 1,0 1-1,0-1 0,-1 1 1,-1-1-202,5 1 0,-1-1 0,-1 1 0,0 0 0,-1 0 192,3 0 0,0 0 0,-2 0 0,1 1-357,-3 1 1,0 0-1,-1 1 1,-4-1-1283,7 2 1,-5 2 1657,-2 1 1,-9 2-1,-17-2 1,-6-1 0</inkml:trace>
  <inkml:trace contextRef="#ctx0" brushRef="#br0" timeOffset="121681">10458 2321 11145,'35'-5'225,"1"1"0,0-1 1,0 1-1,0-1 1,-1 1-1,0 0 0,1 0 1,-2 1-1,-1 0-1045,-1 1 1,-2 1 0,1 0 0,2 0 811,-2 1 1,3-1 0,1 1-1,1 0 1,-1-1 0,-2 1-264,-1 0 0,-1 0 1,0-1-1,0 1 1,3 0 52,1 0 0,2 1 1,2-1-1,1 0 0,-1 1 1,-3 0-1,-2-1-390,2 1 0,-3-1 1,-2 1-1,2 0-13,-2 0 0,1 0 0,1 0 1,-3 0-1,-4 0 621,9 2 0,-5-1 0,3 0 0,-18 0 0</inkml:trace>
  <inkml:trace contextRef="#ctx0" brushRef="#br0" timeOffset="121869">11089 2352 9553,'27'0'340,"0"0"1,0 0 0,4-1 0,1 0-1,2 0-298,-6 0 0,2 0 0,0 0 0,0 0-862,4 0 1,1-1 0,0 1 0,1 0 690,-6 0 0,0 0 0,1 0 0,0 0 0,0 1 55,0-1 0,0 1 0,1-1 1,0 1-1,2 0 74,-3 0 0,3 0 0,0 1 0,0-1 0,0 1 0,-3-1 0,-3 0 0,10 1 0,-4-1 0,1 0 0,-1 1 0,0 0 0,0-1 0,0 1 0</inkml:trace>
  <inkml:trace contextRef="#ctx0" brushRef="#br0" timeOffset="123580">2175 6908 13656,'-24'-8'354,"-1"1"1,2 0-1,0 2-342,-4 4-1,5 8 0,-1 2-11,5-2 0,1 2-305,-6 7 0,1 2 305,7-1 0,2 1-254,0 2 1,1 2 253,0 2 0,1 1 5,1 0 1,1 3-6,3-1 0,0 3 0,2 1 56,0 4 0,0 1 1,2 0-832,-1 1 1,1 0 0,0 1 810,1-9 1,1 0-1,0 0 1,0-1 104,1 1 1,-1 0 0,1-1-472,0 2 0,1 0 1,0 0 392,0 0 1,1 1-1,1 1-183,0 2 1,0 1 0,1 2-1,1-1 138,-2-6 0,1 1 0,0-1 0,-1 1 0,1-1-12,0 1 1,-1-1 0,1 1 0,0-1 0,0 2-2,0-1 1,0 0 0,0 2-1,0-1 1,0-2 0,0-2 8,1 11 1,-1-4 0,1 2-12,0-3 0,-1 3 0,1 0 0,0-1 8,0 1 0,1-1 0,-1 1 0,0 0 16,0-7 0,-1 0 0,0 1 0,0-1 0,1 1-194,-1-1 0,0 1 0,1-1 1,-1 1-1,0-2 206,1 6 0,-1-1 0,1 0 1,-1-3 12,0 1 0,-1-2 1,0-1-20,0 2 1,-1-1-1,0 0-18,0 0 0,0 0 0,0 1 198,-1-1 1,0 0 0,0 1-185,-1-1 1,0 1 0,0 0 3,0 0 1,0 1 0,0 0-1,-1-1 1,1 1 0,-1 2-168,1 1 1,0 2-1,0 0 1,0-2 148,1 3 0,-1-2 0,1 2-10,0-3 1,0 3-1,0-2 1,1-1 9,1-1 0,-1-3 1,2 1-16,0-1 0,0 0 0,0 0 0,1-1 0,0 0 0,1-1 7,0-1 1,0-1-1,1 2 147,0-2 0,1 2 0,0 0 0,1-1-154,0 1 0,2-1 0,-1 1 0,1-1-6,-1 0 1,0 0-1,0 0 1,1-1 17,4 6 1,1-2 0,-1-2-271,4 2 1,2-4-315,2 0 1,3-3-374,-6-9 0,1-1 1,2-2-149,1-1 1,1-2 0,1-1 862,3-2 1,2-2 0,-3 0 0,-2-1 0,-2-2 0,-3-1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39:05.13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2659 3948 14204,'-5'1'1737,"0"0"-1726,11 5 34,9-3 7,10 0 0,9 0 1,-1 0 3,2-2 0,2-1-876,-5 1 1,3-1 0,1 1 0,-2-1 812,-1-1 0,-1 1 0,0-2 22,4 1 0,0 0 0,1-1-188,-8 1 0,0-1 0,1 0 1,2 0 187,3 0 1,2-1 0,1 1-1,1 0 1,-1-1-5,-5 2 0,1-1 0,0 1 1,-1-1-1,1 1 0,0-1-346,0 1 1,-1 0-1,1-1 1,0 1-1,-1 0 1,-1 0 338,5 0 1,-1 0-1,0 0 1,-2 1-1,-2-1-4,5 1 0,-3 0 0,0 0-179,-3 1 0,-1 0 0,-1 1 179,9-1 0,-1 2 496,-7 0 1,-2 0-492,-4 0 1,-2 0 27,-1 0 1,-1-1 11,4 2 1277,-4-2-986,-14-2 2917,-3 0-1629,-2 0-2554,1 0 930,5 7 0,-4-5 0,3 5 0</inkml:trace>
  <inkml:trace contextRef="#ctx0" brushRef="#br0" timeOffset="1862">4249 3273 15896,'3'-23'291,"0"-1"1,3-1-1,4 1-246,5 1 0,3 1-828,5-4 1,3-1 801,-3 5 1,2-2 0,2-1-1,-1 2-566,-3 3 1,-1 1-1,0 0 1,2-1 546,1-1 0,2-1 0,0 0 0,1 0 0,-2 1-323,3-1 1,-1 2 0,1 0-1,0 0 327,-5 3 1,1 1-1,0-1 1,1 1 0,-1 0-334,2-1 0,1 0 0,0 1 0,0 0 1,0 0 323,1 0 1,0 0-1,1 1 1,0-1-1,-1 1 7,1 0 0,0 0 1,0 1-1,0-1 0,1 1-183,-1 0 1,1 0 0,-1 1-1,1-1 1,-1 1 182,0 1 0,0 0 1,0 0-1,0 0 0,0 1 12,0 0 1,-2 1 0,2 0 0,0 0 0,1 1-23,3 0 1,1 1 0,2 0-1,-1 1 1,0 0 0,-2 1-30,0 0 0,-2 1 0,-1 1 0,1 0 0,2 0 33,-1 0 0,3 0 1,0 0-1,0 1 0,-1 1 1,-2 0 41,4 2 0,-2 0 1,0 2-1,-1 0-55,1 0 0,-1 0 1,0 2-1,2 1 78,-5-1 0,1 2 0,1 1 0,1 0 0,-1 1 0,0 0-112,1 2 1,-1 0 0,1 1-1,0 0 1,-1 1 0,1 0-35,-1-1 0,0 0 1,0 1-1,0 0 1,-1 0-1,0 1 83,-2 0 0,0 1 0,0 0 1,-2 0-1,0 0 0,-2 0 2,3 3 0,-3 0 0,0 0 0,0 0 0,0 1 0,0 0 0,-1 0 0,0 1 5,0 0 1,0 0 0,-1 1 0,1-1-1,-1 1 1,-1-1-1,1 1 1,0 0-6,-1-1 0,-1 0 0,1 0 0,1 1-3,0 0 0,1 0 0,1 1 0,-2-1 0,0-1 3,-1-1 0,-2 0 0,0-1 0,1 1 34,5 3 1,0 0 0,0 0-1,-3-2-23,6 4 1,-4-1 524,-3-4 0,-1-1-519,-4-4 0,-3 0 1929,7 4-1666,-9-9 2699,-7-4-1444,-4-3 301,-2-4-1780,0 0 468,-1-2-524,-1-1-168,-1 1-459,-2 1-2623,-2-1-27,0 1 3127,-4 1 0,5 2 0,1 0 0</inkml:trace>
  <inkml:trace contextRef="#ctx0" brushRef="#br0" timeOffset="2080">8159 3143 12927,'-4'1'1636,"0"0"-986,4-1-583,36 24-67,-14-14-17,3 5 1,2-2-1623,-4-8 1,-1-3 1384,10 2 0,-1-3 1,-19-1-1</inkml:trace>
  <inkml:trace contextRef="#ctx0" brushRef="#br0" timeOffset="2349">8612 2997 18059,'-20'-6'34,"2"5"-12,12 16-22,0 4 11,-1 1 1,-1 2-35,-5 11-414,4-14 0,0 0-415,1 0 1,-1 1-788,-1-1 1,1-1 1342,-3 8 0,5-11 1,2-5-1</inkml:trace>
  <inkml:trace contextRef="#ctx0" brushRef="#br0" timeOffset="3368">7535 3941 16042,'35'0'246,"0"-1"1,2 1 0,0 1-203,-4 1 1,1 0-1138,-7-1 1,1 0 0,1 0 540,3 0 0,1 0 1,1 0 565,-5-1 0,0 1 0,1-1 0,-1 0-14,4 0 0,-1 0 0,1 0 0,0 0 0,3 0 0,0 0 0,0 0 0,0 0-231,-6 0 1,0 0 0,0-1-1,0 1 1,1 0 234,0 0 1,0-1-1,0 1 1,0 0-1,0-1-4,-1 1 0,1-1 0,0 0 0,-1 1 0,1-1 0,6 0 0,0 0 0,1 0 0,-2 0-3,-1 0 0,0 0 1,-1 0-1,0 1 11,-3-1 1,-1 0-1,1 0 1,0 0 11,2 1 1,2-1 0,-2 0 0,-2 1-18,-3-1 1,-2 1 0,1 0-16,0-1 0,1 1 0,-5-1 113,1 1 2361,-14-1-1577,-6 0 2391,-4 1-4445,0-1-2108,-8 0 2679,-7 2 0,3-1 0,0 1 0</inkml:trace>
  <inkml:trace contextRef="#ctx0" brushRef="#br0" timeOffset="7780">11985 5158 14103,'29'1'459,"0"0"1,-1-1-1,1 1 1,6 0-1,-1 0 1,3 0-1007,-8 0 1,2 0 0,2 0 0,0-1 0,-1 1 0,-1 0 179,6 0 0,-2 0 1,-1 0-1,2 0 380,-3 0 1,0 0-1,1 0 1,0-1-1,-3 1 53,2 0 0,-2 0 1,0-1-1,4 1-54,-5 0 1,2 0 0,2-1 0,1 1 0,-1 0 0,-1 0 0,-3-1-155,6 1 1,-4-1 0,0 1 0,3 0 159,0-1 0,1 1 0,2 0 0,-2-1 0,-1 1-18,-3 0 0,-2-1 0,0 0 0,2 1-5,2-1 1,2 1-1,1-1 1,-1 1-1,-1-1 5,-2 1 0,-1-1 0,-1 0 0,2 1 0,-1 0 0,1-1 0,0 1 0,0-1 0,-1 1 5,2 0 1,-1 0 0,-1-1 0,-2 1-224,0 0 0,-2 0 1,1 0 217,4 0 0,1 0 0,-5 0 701,-6 0 1,-4 0-657,9 0 1032,-13 0-505,-9-1 1877,-4 0-5726,-2 0 3162,-4 6 0,3-5 0,-3 5 1</inkml:trace>
  <inkml:trace contextRef="#ctx0" brushRef="#br0" timeOffset="8763">15251 5135 17162,'28'0'78,"0"0"1,0 0-1,3 0 1,0 0-1,1 0-1171,3 1 1,0 0 0,1 0 987,-7-1 0,2 1 1,0-1-1,0 1-339,2-1 1,1 0 0,1 1 0,-1-1 445,2 0 1,0 0 0,0 0 0,0 0-1,1 0 1,0 1 0,0-1 0,0 0 11,-1 0 0,1 0 0,-1 0 0,0 0-14,-1 1 0,0-1 0,0 0 0,-1 0 0,-2 1 0,0-1 0,0 0 0,-1 1 11,6-1 0,-1 0 1,-1 0 10,-4 0 0,-2 0 1,-1 1 509,5-1 1,-2 0-449,-6 0 0,-4 0 824,1-1-528,-8 1 1346,-14-2-5003,0 1 3805,-4 0 0,3 1 1,-3-1-1</inkml:trace>
  <inkml:trace contextRef="#ctx0" brushRef="#br0" timeOffset="13179">14209 4322 11795,'-29'-5'1038,"1"0"1,5 1 0,1 1-838,-14 0-22,9 2-78,-1 1-67,0 0 44,0 0-55,0 1-1,1 2-22,0 2 22,0 1-10,1 1-1,0 1 0,0 0 0,0 0 0,-1-1 57,1 0-12,1 0 22,1-1 0,3 0-55,1 1-1,3-1-22,2 0 0,3 1-11,1 1 22,-2 6-11,2-1 0,-3 5 0,3-4 11,-1 1 1,0 1 10,1-1-11,0 1 23,-2 8-1,2 1-10,0 6 10,4-6-10,2-3-23,3-4 78,0-1-67,1 2 12,0 8-12,1-6 0,0 6 0,0-9 1,0 1-12,0 0 44,0 1-44,0-1 45,2 8-22,0-6 11,2 7-34,-1-8 11,2-1-11,1 1 0,2-1 11,2-1 0,7 6 1,-4-7-12,5 4 0,-5-9 0,0 0 0,2-1 0,0-1 11,3 0-11,1-1 0,1 0 22,15 1-11,-6-4 0,-10-3 1,1 0 4,3-2 1,-2 0-5,14 0 4,-12-1 1,0 1-6,10-1 11,-9 0 1,2-1-23,2-1 0,1-2 5,0 2 1,0-1-493,0-1 0,-1-2 487,-6 2 0,0 1 6,-1-1 0,1 0-309,1-1 1,-1 1 313,0 0 1,0 0-12,-1 0 0,0-1 0,6-1 0,0 0 0,-7 2 0,-1-1 5,4-1 1,0 0-180,3-3 185,-2 1 918,-3 0-929,-2-1 644,-4 1-600,4-5-32,-2-1-12,0-2 11,-4 0-11,-4 4 22,-1-2 23,-1 1 258,0-2-247,-1 0 280,3-11 34,-2-8-146,0-1-251,-4 15 0,-2 1 330,1-12-46,-2-3 90,-2-1-155,-3 9 0,-3-1-52,-5-2 0,-1 1-79,-2-1 1,-1 0-1102,-4 2 1,0 2 1039,3 8 0,0 0-17,0 0 1,-1 1-193,-1 1 1,0 1 185,1 0 1,-1 2-40,0 1 1,-2 1-835,-8 0 1,-2 2-744,-2 3 1,0 1 1091,-1 0 1,3 1 0,8 3 0,4 0 0,2 0 0</inkml:trace>
  <inkml:trace contextRef="#ctx0" brushRef="#br0" timeOffset="13945">12245 4147 16355,'4'-9'147,"1"4"54,2 13-111,2 7-57,3 6 1,0 3-23,-2 3 23,0-1-34,-3 0 0,2 8-213,-4-9-728,0 5-617,-4-10-1512,-1-2 3070,0-2 0,0-7 0,0-3 0</inkml:trace>
  <inkml:trace contextRef="#ctx0" brushRef="#br0" timeOffset="14179">12192 4411 12658,'-3'-3'1625,"1"1"-1110,2 2-493,36 6-11,-16-3-11,5 1 0,1 0-123,-1-2-1389,1 1-1547,0-2 3059,-1-1 0,-11 0 0,-4 0 0</inkml:trace>
  <inkml:trace contextRef="#ctx0" brushRef="#br0" timeOffset="14395">12499 4321 12154,'-4'-3'3276,"1"1"-2563,3 2-702,-16 4 0,9 2-11,-13 6 0,12 2-157,0 4-806,-1 1-2314,0 2 3261,-1 1 0,5-9 1,2-3-1</inkml:trace>
  <inkml:trace contextRef="#ctx0" brushRef="#br0" timeOffset="24767">12775 5054 16602,'-3'29'381,"1"0"0,-1 0 0,-1 2 0,1-1 0,-2 0-1312,0-1 0,0-1 0,0 1 972,-2 2 0,0 0 0,0 0-34,-1 0 1,0 0 0,-1 0-8,1-1 0,0 1 0,-1-1 0,1-2 0,0 0 0,0 0-8,0-2 1,1-1-1,1 0-215,-3 9 1,2-3-13,1-3 0,1-3-215,3-3 0,0-2-951,0 9-1876,4-7 2914,3-12 0,-2-3 0,2-7 1</inkml:trace>
  <inkml:trace contextRef="#ctx0" brushRef="#br0" timeOffset="25163">12591 5315 14518,'17'-24'239,"1"0"0,6-4 0,2 4-166,-10 11 0,1 1-1104,5-4 0,0 1 1389,4-5-33,-4 3 725,-3 2-669,-6 5 373,-3 2-541,-4 5-123,-1 1-23,0 2 1614,2 3-1468,2 5-190,3 5 10,5 15-66,-4-3-321,-5-7 1,0 0-1492,4 13-1432,-1 2 3239,2 2 0,-6-15 0,-1-4 0</inkml:trace>
  <inkml:trace contextRef="#ctx0" brushRef="#br0" timeOffset="26115">11645 6026 10058,'3'-2'2141,"-1"0"-640,-2 2-762,2 18-335,-2 9-264,2-2 0,-1 2-802,-1 2 1,0 1 689,-1 2 0,2 1-6,-1-5 1,1 2-1,1-2 107,-1 2 0,2-1 5,0 5 1,1-4 339,2-5-340,0-11 438,-1-7 112,-1-5-270,1-3-257,11-16 1017,0 1-1174,9-12 0,-6 9-45,-2 5 1,-2 6-58,-2 4-122,0 4-45,3 5-492,10 7-125,5 0 606,0-1 269,-2-6 11,-11-9 45,-1-5 67,-1-7 269,-2-6 78,-4 3 1,-2-2-113,3-14-599,-5 11 0,-1-1 375,-3 5 0,-1 0-84,0-1 0,-1 1-94,0 0 1,0 0 54,-1-13-89,-1 9-292,0 10-975,-3 9-1333,0 31-588,2 1 3275,2 0 1,-1 0 0,2-2 0,0-3 0</inkml:trace>
  <inkml:trace contextRef="#ctx0" brushRef="#br0" timeOffset="26532">12250 6483 11201,'-6'3'2925,"1"0"-875,5-3-1601,-2-1-281,4-6 123,1-3-45,6-8 57,3-1-68,0-1 527,3-8-403,-5 11-12,-2-3-100,-5 14-247,-3 3-269,1 2 269,1 8-258,4 14-235,1 3-448,2 10-202,-1-8-572,1-3-1562,4-4 100,7-6 3177,5-6 0,-9-5 0,-2-2 0</inkml:trace>
  <inkml:trace contextRef="#ctx0" brushRef="#br0" timeOffset="26850">12682 6411 15303,'7'-19'717,"-1"0"0,4-14-392,-10 23-113,-1 2-111,-3 2-78,-2 3-12,-5 2 11,-4 2 68,-13 12-79,2 8-11,0 4 0,12 0-11,11-9-34,1-4 23,2-3 22,4-2 33,2-4 79,12-1-89,-1-2-23,7 0 0,-5 0-56,-1 0-213,-2 0-235,-2 0-169,0 1-2352,9 0 3025,2 0 0,-6-1 0,-4 0 0</inkml:trace>
  <inkml:trace contextRef="#ctx0" brushRef="#br0" timeOffset="27363">13055 6084 17823,'1'-31'1323,"-1"10"-1323,-1 33 11,-4 14 5,1-6 1,-1 3-1303,0 4 0,-1 2 1302,0 4 1,0 2-17,1 1 0,1 2-142,1-13 1,1 1 0,0 2-124,0 7 0,1 2 0,1-2-178,-1 3 1,0-2 135,1-6 1,-1-1 0,1-3-901,0 11-563,0-14 582,0-11 561,0-7 1092,0-7-1305,6-18 851,0-14 56,-2 13 0,1 0 608,-1-1 0,-1-1 143,1-12-146,1 1-33,1 1 22,1 3 39,1 4-252,8 0-448,-2 11 0,6 2 0,-3 11-22,0 1 321,1 3-367,-2 2-43,-2 2-80,-4 4 79,-1 0-67,-5 2 134,-2-4 12,-5 1 21,-4-4-526,-7 1-784,-6-1-516,-3 0 1838,-2-1 0,11-2 0,3-2 0</inkml:trace>
  <inkml:trace contextRef="#ctx0" brushRef="#br0" timeOffset="27601">13324 6132 13218,'4'-3'2645,"-1"1"-2130,-3 2-279,11 35-1459,-9-5 1335,4 1 0,-1 2 78,-4-7 1,-2 0-158,1 3 1,0 0-23,0 2 1,0 0-24,0 1 1,-1 1-23,1-1 1,-1 1-286,1-3 0,-1 2-1320,1 4 1,-1-1-1,1-12 1,0-1 1274,0 2 1,0-4 0,0-9 0,0-6-1</inkml:trace>
  <inkml:trace contextRef="#ctx0" brushRef="#br0" timeOffset="27933">13363 6492 11649,'0'-25'1092,"0"0"0,-1 2 0,1 4-367,3 2-624,1 6-90,5 6-11,2 3-11,4 2-1,1 4-10,2 3-45,1 4-112,-1 3-68,-1 0-66,-4-1 121,-3 0 36,-3-3 133,-4-1-66,-1-2 89,-2-2 100,0-2-77,-5 0 55,-2-2-78,-6 0-101,-3 0-3176,-8 0 0,7-1 3271,-2 1 0,14-1 1,2 0-1</inkml:trace>
  <inkml:trace contextRef="#ctx0" brushRef="#br0" timeOffset="28414">13745 6368 14753,'20'-17'975,"0"1"0,2-7 0,-6 2-549,-10 9-202,2-10-179,-8 18-45,-4 2 33,-10 8-44,-1 5-11,-7 8-40,12-1 1,2 1-254,-1 9 186,3-9 1,4-1-287,9 2-257,22-3 380,2-8 236,-7-5 0,1-3 50,3-7 1,-1-2-178,-6 2 1,-1-1 277,6-4 0,-1-2 253,4-7 89,-4 1-45,-3 1 225,-5 2-102,-5 3 11,-4 4-357,-3 3-169,-3 4-135,0 1 34,0 1 315,4 4-685,1 5-403,1 6-448,0 5-1585,1 3 2907,0 0 0,-4-10 0,0-3 0</inkml:trace>
  <inkml:trace contextRef="#ctx0" brushRef="#br0" timeOffset="36146">18978 5085 8747,'36'0'86,"0"1"0,0-1 0,0 0 0,0 0 1,0 0-1,0 0 0,0 1 0,0-1 1,0 0-1,0 0 0,-1 0 0,1 0 0,0 0 1,0 1-1,0-1 0,0 0 0,0 0 1,0 0-1,0 0 0,0 1 0,0-1 1,0 0-1,4 0 0,1 0 0,0 0 0,1 0 1,-1 0-1,-1 0 0,1 0 0,-2 0 1,0 0-1,-2 0 0,0 0 0,-2 0 1,-1 0-1,-3 0 0,-1 0 0,-2 0 109,18 1 0,-5 0 0,-5 0 0,-2 0 0,-4 0-156,8-1 1,-5 0-40,-6 0 0,0 0 0,9 0 0,-1 0 11,-10 1 0,0-1 6,12 1 0,1 1-17,-10-1 0,2 1 11,3 0 0,3 0 0,-3 0-11,-2 0 0,0 0-8,3 1 1,2-1 0,-2 0 10,-7 0 1,-1-1 0,1 1-8,6-1 1,1 1-1,-2 0 4,5 0 0,-2-1 0,-2 1 0,-3 0 0,-9-1 0,-1 1 5,0-1 1,-1 0 5,19 2-11,-1-1 56,-1 1-50,-17-2 0,0 0 16,0 0 0,0 1 192,0-1 1,0 0-92,7 1 1,1-1-96,-7-1 0,-1 1 11,6 0 0,-1-1-39,9 0 67,0 0 12,2 0-57,1 0-5,-17 0 0,0 0 11,0 0 0,1 0-6,-1 0 1,0 0-18,1 0 1,-1 0 10,0 0 1,1 0-262,0 0 1,1 0 250,0 0 0,0 0 5,1 0 0,-1 0 11,1 0 1,0 0-7,9 0 1,1 0 0,-8 0 0,1 0-12,8 0 1,0 0-6,-8 0 0,-1 0 33,2 0 1,1 0-23,1 1 1,0-1-1,-1 1 0,2 0 11,-4 0 1,3 0-1,-3 1-11,4-1 1,-2 0 4,8 1 1,-2 0-17,-13-1 0,-2 0 23,12 1 33,-7 0 11,-6-1 659,-5 0-614,-2-1 107,-2 1-106,-1-1 802,-3 0-792,-1 0-2174,-3 0-1226,-11 0 2457,-7 0 1,3 0 0,0 0 0</inkml:trace>
  <inkml:trace contextRef="#ctx0" brushRef="#br0" timeOffset="38948">2160 7128 16513,'27'-6'42,"1"1"1,-1-1 0,0 1 0,0 0-1,-2 0-37,7 1 1,-2 1-6,1 0 0,3-1 4,-5 0 0,2 1 0,-1 0-1211,3-1 1,0 1 1217,-6 0 0,0 0 1,-1 1 10,6-1 1,-3 1-23,-5 1 0,0-1 0,-3 1 0,-1 0 944,3 0-854,-18 1 408,-2 0-1439,-3 0-672,-8 0-1664,-12 0 2468,-3-1 1,2 1 0,10 0-1</inkml:trace>
  <inkml:trace contextRef="#ctx0" brushRef="#br0" timeOffset="39295">2379 7181 18026,'26'11'1019,"8"-2"-969,-9-11 1,0-2-919,4 0 0,-1 0 884,3-3 1,-1 0-12,-1 0 1,-1-1 0,-2 2 0,-1 0 301,2-1 0,0 1-324,-7 2 0,-1 0 6,15-2 242,-15 3-634,-11 3-2465,0 2-409,-5 4 3187,0 4 0,-3-3 0,0 0 0</inkml:trace>
  <inkml:trace contextRef="#ctx0" brushRef="#br0" timeOffset="47098">2578 6282 13173,'-10'33'1638,"9"-14"0,2 1-1410,-1 3 0,2 1-105,2-4 0,4-4 359,13-8-297,-4-11 0,3-4-146,10-7 1,2-5-127,-4 0 1,1-2-1,1-3 96,-4 3 0,3-3 0,-1-1 0,0 1 0,-2 2-24,3-2 0,-3 2 0,2-1-285,-2 1 0,2-2 1,-3 2-1,-6 7-2977,-2 5 2457,-5 6 1,-11 5 0,-1 2 0</inkml:trace>
  <inkml:trace contextRef="#ctx0" brushRef="#br0" timeOffset="48801">7023 7128 13364,'-4'-1'1614,"1"0"22,3 1-1480,7-3 46,9 1-112,13-3-23,-1 2 0,5 1-339,-8-1 0,2 0 0,2 0 272,0 0 0,1 0 0,1 0 0,-1 0-434,6-1 0,-1-1 0,1 1 434,-8 1 0,1 0 0,0 0 0,-2 0-747,4-1 1,-2 1-1,1-1 754,3 1 1,-1-1 0,2 1-1,1-1 1,0 1-1,1-1-314,-8 1 0,1 0 0,-1 1 1,1-1 306,0 0 0,-1 1 0,1 0 0,2-1-247,1 1 1,3 0 0,0 0 0,0-1 0,-3 2 246,1-1 0,-2 0 0,0 1 0,2 0 0,-2-1 0,3 1 0,-1 0 0,0 0 0,-3 0-38,7 1 0,-2-1 1,-1 1 37,1 0 0,0 0 0,-1 0-4,-1 0 0,0 0 1,3 0-11,-2 0 0,2 0 0,1 0 0,0 0 5,1 0 1,-1 0-1,0 0 1,1 0 5,-1 0 0,1-1 0,0 1 1,-1-1 39,-3 1 1,1-1 0,-2 0 0,-1 0-42,0-1 1,-2 0-1,0 0 7,-1-1 1,1 1 0,0-1-4,-1 1 0,-1-1 0,1 0 0,-2 1 0,0-1 0,0 0 201,9 0 0,0-1-207,-6 1 1,-1 0-1,-6 0 0,-3 0-5,8-1 1864,-13 1-1853,-9 2 1277,-3 1-3742,-3 0 3017,-13 12 0,9-10 0,-10 10 0</inkml:trace>
  <inkml:trace contextRef="#ctx0" brushRef="#br0" timeOffset="52301">7420 5677 15907,'-17'24'24,"1"1"1,-1-1 0,1 4 0,2 1 0,4-1-42,9 1 0,4-1-857,-1 1 1,3-2 834,2-5 0,2-3-200,11-1 37,4-9 328,1-5-406,2-9 274,-9-6 0,0-5 68,-1-4 0,-1-4 78,1-7 0,-3-2 80,-4 5 0,-3 0-7,-3 2 0,-3 1 179,-10-9 79,-5 2-258,-8 6 384,-4 5-396,1 6-111,2 8-90,3 4-34,2 11 23,2 6-78,3 12-247,4 4-684,4 2-619,10-12 1,3-2-1639,10 5 2891,-1-11 1,0-3-1,1-6 1,-2-3-1</inkml:trace>
  <inkml:trace contextRef="#ctx0" brushRef="#br0" timeOffset="52830">7778 5491 14271,'-6'31'11,"1"1"1,1-1-1,0-2-11,4-8 0,0-1 0,0 1 0,0 0-6,0 0 1,0-1-1,0 0 1,0-2-74,2 15 57,1-6-23,1-9 45,-2-7 45,-1-5 235,0-4 269,-1-1-179,0-7 347,-1-10-101,-1-11-425,0 0-68,1 1-89,1 11-34,2 3-34,5 4 12,4 4-12,6 3-100,2 2-584,12 11 203,-9 0-191,6 12 470,-15-3 214,-3 3-12,-5 0 1,-2-1-68,-12 5 90,-1-11 11,-10 2 101,-6-12-90,5-3 0,-6-2-11,10-2-482,4-4-1433,3-2-607,6-5 2522,2-1 0,2 4 0,0 2 0</inkml:trace>
  <inkml:trace contextRef="#ctx0" brushRef="#br0" timeOffset="53185">8101 5720 14171,'5'23'231,"1"-1"1,-1 0-1,-1-1-152,-1 11-79,-2 2 0,-1-15 0,1 0 0,-2 18 0,-4 0-113,-1-15 1,-1 0 101,-7 7 11,-5 1 0,8-19 348,1-6 134,3-3 167,0-4-222,-1-4-159,0-4-133,0-5-46,2-4-89,3 5-56,2-2-324,15 2-226,1 4-571,15-3-783,-2 3 1960,-6 1 0,0 0 0,-2 1 0,7-5 0</inkml:trace>
  <inkml:trace contextRef="#ctx0" brushRef="#br0" timeOffset="53403">8086 5471 13162,'14'14'-547,"0"0"1,1 0 0,-1-2 0,-1-3 0,-1-2 0</inkml:trace>
  <inkml:trace contextRef="#ctx0" brushRef="#br0" timeOffset="53796">8331 5809 10395,'-2'3'1557,"1"-1"-705,1-2-292,22-24-67,-10 11-348,3-3 1,-1-1 235,-3 3 124,-4 2 727,-4 2-795,-5 3-347,-4 2-79,-6 4-11,-2 5-11,-1 4 0,0 7 11,2 4-23,3 1 23,3 2-179,3-1-124,3 0-223,1-3 145,6-2-270,4-2-547,8-4-441,1-5 1,1-3 1527,12 1 0,0-1 0,-17-2 1</inkml:trace>
  <inkml:trace contextRef="#ctx0" brushRef="#br0" timeOffset="54284">8756 5700 12277,'0'-6'3276,"0"1"-1779,0 5-1127,-40-11-370,22 14 0,-6-5 0,0 3-34,9 17 23,3 5-34,2 1-67,3 0-257,4 0-472,2-3-55,6-1 840,7-4-56,9-3-908,7-5 124,4-3-583,1-6 840,-1-7 639,-1-5 11,-2-7 807,-7 2 0,-1-2 185,-1-4 0,-1-1-1235,0-1 0,-1 0 579,-3-1 0,-3-1-44,-6 8 0,-2-1-439,0 1 0,-1-1 337,0 2 1,-1 0 112,1-15 156,-1 10 158,-2 9-628,0 8 1071,-1 8-1071,-3 11 0,-3 10 0,-4 13 169,5-14 0,0 1-264,0 2 0,1 1-432,-1 10 0,2 2-381,4-3 1,3 1-732,5 2 1,2-2-1,0-12 1,2-4 1167,16 2 0,-18-18 1,-3-3-1</inkml:trace>
  <inkml:trace contextRef="#ctx0" brushRef="#br0" timeOffset="54497">8858 5607 11593,'32'0'112,"0"1"1,-1-1-1,0 2-528,-6-1 0,0 0 298,0 0 0,0 1-190,0-2 0,0 1-269,-2-1 0,0 1-241,-1-1 0,-1 0 818,-1 0 0,-2 0 0,3 0 0,-7 0 0</inkml:trace>
  <inkml:trace contextRef="#ctx0" brushRef="#br0" timeOffset="54778">9354 5606 13061,'-22'-1'762,"0"0"0,-15 1-639,25 4-56,1 2 23,4 3-56,0 1-34,4 2-56,0-1-34,3 1 0,3 0-89,5-1-202,5-1-145,5-1 392,2-1 43,7 1 80,-10-3 0,1 1-34,-14-3-358,-2-1 347,-3-1-717,-15 1-527,0-1-1977,-12-1 2841,6 0 1,9-1 0,4 1-1</inkml:trace>
  <inkml:trace contextRef="#ctx0" brushRef="#br0" timeOffset="55236">9678 5659 17465,'11'12'-146,"0"3"57,0 5 89,1 5 0,0 6-17,-6-13 0,0 0 6,-1 1 0,-1 1 11,0 8 0,-1 2 0,-2-8 0,-1 0 0,-2 6 0,-3 0-17,-1-9 0,-2-1-256,-2-1 1,-2 0 227,-2-1 0,-1-1 45,0-1 0,-3-1-11,-10 3 0,-3-2 27,-1-1 1,0-1-17,0-1 0,0-1 28,3-2 0,3-2-28,-5-1-11,6 0-134,6-3-293,7-1-111,3-1-403,5 0-665,0 0-1084,2 0 2701,1 0 0,1 0 0</inkml:trace>
  <inkml:trace contextRef="#ctx0" brushRef="#br0" timeOffset="55646">9374 6122 17566,'-15'23'213,"-1"-1"0,1 1 0,-7 9 0,3-2-197,8-10 1,2-1 17,-6 13 33,4-6-56,3-10 23,1 2-12,4-11 45,1-2 68,1-2 2038,1-2-2206,7 0 33,18-1-101,3-1-325,-6 1 1,0 0-752,13 0-1119,-1 0-981,-5 0 3048,-3 0 1,-13 0-1,-4 0 1</inkml:trace>
  <inkml:trace contextRef="#ctx0" brushRef="#br0" timeOffset="71478">18705 9143 16905,'33'-15'141,"-1"0"0,-7 7 0,3 2 0,1 1 0,1 1-127,5 2 0,0 1 0,2 2 0,0-1-670,-2 1 1,2-1-1,-1 1 1,1 0 0,-2 0 171,-3 0 1,0 0 0,-1 0 0,0 0-1,1 1 484,2-1 0,1 0 0,0 1 0,0-1 0,0 1 2,1-1 0,1 0 1,0 1-1,0-1 1,-1 0-118,1 1 1,-1-1-1,1 0 1,0 1-1,2-1 116,-6 1 1,2 0 0,1-1-1,0 1 1,0 0 0,-1 0-1,-3 0-6,4 0 1,-2-1 0,-1 1-1,1 0 1,0 0 4,-1 0 0,0 0 0,1 1 0,0-1 0,-2 0 0,-3 0-15,3 1 0,-3 0 0,-2 0 1,-1 0-104,7 1 0,-3 0 6,0 0 0,-5 0-89,-14 0 1848,-6-2-2286,-3 0 158,-2 1 481,0 3 0,0-2 0,0 0 0</inkml:trace>
  <inkml:trace contextRef="#ctx0" brushRef="#br0" timeOffset="71946">22446 9285 12456,'27'-3'585,"-1"0"1,2 1-1,2 0 1,-1 1-508,5 1 1,-1 0-1172,-1 0 1,3 0 0,-2 0 694,-6 0 0,0 0 0,-1 0 428,2 0 0,0 0 0,-1 0 228,1 0 1,0 1 0,2 0-251,-3-1 1,3 1-1,-1 0 1,-2 0 5,-1 0 1,-1 0 0,1 0-101,3 1 0,1-1 1,-4 1-1563,9 2-1534,-18-1 3182,-10 2 0,-8-3 0,0 1 0</inkml:trace>
  <inkml:trace contextRef="#ctx0" brushRef="#br0" timeOffset="73230">9779 9079 13588,'32'0'-226,"0"0"1,0 0-1,0-1 1,0 1 0,2 0-1,0-1 1,1 0 0,-1 1-1,-2-1-594,4 1 1,-1-1 0,-1 1 0,1-1-1,-1 1 1,0-1 0,0 0 0,-3 1 522,2 0 0,-3 0 1,-3 0-1,-1 0 1,-3 0-1,-3 0 1,-1 0-1</inkml:trace>
  <inkml:trace contextRef="#ctx0" brushRef="#br0" timeOffset="73480">11283 9126 14215,'-1'-5'1379,"0"0"-1166,35-9-169,-8 7-537,2-1 0,3 0 493,-9 5 0,1 2-467,3 0 1,1 0 102,3 0 0,2 1-1275,4 0 1,0 0 1464,-8 0 1,0 0 0,-2 0-1,-2 0 1,-2 0 0,-2 0-1,-1 0 1</inkml:trace>
  <inkml:trace contextRef="#ctx0" brushRef="#br0" timeOffset="73946">12854 9097 16826,'26'-5'59,"-1"1"0,1-1 0,12-2 0,-2 1-59,-9 4 0,-1 1-690,1 0 0,0 0 387,-1 0 1,1 1-791,-2 0 1,2 0 0,-1 0 545,5-1 1,-2 1 0,0 0 0,-4 0 0,0-1 0</inkml:trace>
  <inkml:trace contextRef="#ctx0" brushRef="#br0" timeOffset="74245">14131 9083 18630,'32'-4'-277,"0"0"1,1 0 0,-1 2-430,-1 1 0,0 2-933,1-1 1,0 0 1367,1 0 1,-3 0 0,5 0 0,-7 0 0</inkml:trace>
  <inkml:trace contextRef="#ctx0" brushRef="#br0" timeOffset="74896">15002 9118 16927,'32'-3'67,"-1"1"0,0 0 0,0 0 1,0 0-1,-1 0 0,0 1 1,-1 0-1161,1 0 1,-2 2 0,1-1 797,2 0 0,0 0 0,1 0 310,2 0 0,0 0 0,1 0-1,-7 0 0,1 0 0,-1 0 0,2 0 5,0 0 1,2 0-1,0 0 1,-1 0-1,3 0 1,-1 0 0,1 1-1,-1-1-11,1 0 1,1 0-1,-1 0 1,0 0 2,-1 0 0,-1 1 0,1-1 1,-1 0-4,-2 0 0,0 0 1,-1 0-1,-1 0-8,6 0 0,0 0 0,-3 0 4,-4 0 0,-1 0 0,-2 0 579,4 0 1,-3 0-505,9 0 994,-19 0-725,-8 0-337,-6-1-694,-1 1 497,-3 0 186,-5-1 0,4 1 0,-4 0 0</inkml:trace>
  <inkml:trace contextRef="#ctx0" brushRef="#br0" timeOffset="78534">526 10395 15090,'4'31'546,"1"-1"0,0 1 0,0 0 0,-1 1 0,0-1 0,5-2-309,8 0 1,6-1-1,0-6-819,-2-7 0,2-5 645,2-3 1,3-3-1,-1-4-560,6-12 0,0-7 515,-7 2 1,0-3 0,1-1-314,-5 3 1,1 0 0,0-2 0,2-1 168,-1 0 1,2-1 0,1-2 0,0-1 0,0 1 0,-2 2-531,0-1 1,-1 1-1,0 1 1,0-2 0,1 0 108,1 0 1,1-2 0,0 0 0,1-1 0,-2 1 0,-3 2 218,3-4 0,-1 0 0,-3 2 1,-1 2-1,-3 3 0,-1 2 1,-1 1-1,1-6 0,-1 1 1</inkml:trace>
  <inkml:trace contextRef="#ctx0" brushRef="#br0" timeOffset="89166">664 11854 15639,'17'22'819,"-1"-1"0,0 1 0,4 5 0,1-5-698,0-13 0,2-4-65,10-3 0,1-3-1695,-4-4 1,1-2 1335,-2 0 0,1 0 0,0-3 310,-4-1 1,-1-2-1,0-1 15,2 0 1,0-1 0,1-1-29,1-1 1,2-2-1,-1 0 1,-1 1 5,1 0 0,-2 0 0,0 0-23,-2 1 1,0 0-1,0-1 1,-3 3-107,4-4 0,-3 1-29,-3 3 0,-2 0-615,-3 3 0,-1 0-1062,12-6 1835,-4 4 0,-10 7 0,-3 2 0</inkml:trace>
  <inkml:trace contextRef="#ctx0" brushRef="#br0" timeOffset="93132">16129 5446 15079,'-3'34'273,"0"0"0,0 0 0,0 0 0,0 0 0,0-1 0,0 1 0,0-1 0,1-1 0,-1 0 0,0-1 0,-1-1 0,0 1-929,-2 5 1,-2-1-1,1 1 1,-1-2 0,0-2 636,0 1 0,1-3 0,-1 0 1,0 0 15,1-2 0,-1 1 0,1-1 1,-1 0-32,-1 6 0,0 0 0,1-1 13,1-5 0,0 0 0,1-1-680,-1 6 1,2-2-208,1-7 1,2-3-2370,4 8 2722,4-19 0,-1-5 0,-1-8 0</inkml:trace>
  <inkml:trace contextRef="#ctx0" brushRef="#br0" timeOffset="93545">15740 5723 12826,'-4'0'2521,"1"0"-1849,3 0-189,20-26-80,-1 9-421,-2 1 1,3-3-1,1 1 337,7-4 1,1 1-107,0-2 0,1 1-28,-3 0 0,-1 0 179,-4 2 0,-2 1-12,-5 4 0,-1 1-184,13-12-168,-14 14 0,-4 11 12,4 3-24,20 14 1,-6 1 234,-7-4 0,0 3-369,8 8 1,-2 1-500,-8-9 1,1 0-449,0 0 1,2 2 0,-1-4-547,-1-2 1,1-3 988,2-1 0,-1-1 0,4 1 0,-4-4 0</inkml:trace>
  <inkml:trace contextRef="#ctx0" brushRef="#br0" timeOffset="103883">8167 12326 13341,'-2'-8'3026,"1"3"-3026,3 3 22,9 5-33,7 2 0,2 0 11,16 3-880,-8-4 1,1 0 817,-5-2 1,0-1-23,3 0 0,0-1-12,2 1 1,1-2-140,1 0 0,1 0-74,0-1 1,1 0-51,-1-2 1,1 1-197,-1-1 1,-1 1-158,0 1 1,0-1-391,-2 2 0,0 0-243,-1 0 0,0 1 1274,-2 0 0,-3 0 0,5 0 0,-8 0 0</inkml:trace>
  <inkml:trace contextRef="#ctx0" brushRef="#br0" timeOffset="104350">10182 12298 13465,'32'-2'108,"-1"0"0,4 0 1,0 0-109,1 2 0,1 0-1093,-9 0 1,2 0 0,0-1 798,4 1 1,0-1-1,1 0 290,2 0 0,0 0 1,1 0-93,-8 0 1,0 0 0,0 0 0,0 0-228,-1 0 1,0 0 0,1 0 0,1 0 322,-1 0 0,2 1 0,0-1 0,-1 0 0,-4 1 0,11-1 0,-3 0 0,-7 1 0,0 0 0,0-1 0</inkml:trace>
  <inkml:trace contextRef="#ctx0" brushRef="#br0" timeOffset="104831">12368 12375 14059,'-6'-2'952,"2"1"-425,4 1-494,43-6-33,-25 5 0,2 0-194,4-1 0,3-1 0,1 2 18,3 0 1,0 1 0,-1 0-1243,8-1 0,-1 1 813,-5 0 0,2 0 0,-2 1-1034,5 0 1,-2 0 1523,4 1 0,-3 0 0,-13-1 0,-3 1 0,15 1 0</inkml:trace>
  <inkml:trace contextRef="#ctx0" brushRef="#br0" timeOffset="105980">15141 12381 14540,'22'1'86,"-1"0"0,1 1 0,-1-1-75,12 3-539,4 0 533,-17-2 1,0 0-522,2 0 0,0 0 510,1-1 1,1 0-40,3 0 0,0 0 28,2 0 0,1-1 11,3 1 1,1-1 5,1 0 0,2 0-332,-11 0 1,1 0 0,0 0 338,1 0 1,1 0-1,-1 0-7,2 0 0,0-1 0,0 0 3,1 1 1,0-1 0,0 1 0,0-1 0,0 0 0,1 0-4,-1 0 0,1 0 0,1 1-630,0-1 0,1 1 0,1 0 0,-2 0 622,2 0 1,-2-1 0,2 1 7,-3 0 0,1 0 0,0 0 0,-3 0-86,-1 0 0,-1 0 0,0 0 88,1 0 1,1 0 0,0-1 0,-1 1 0,0 0 1,-1 0 0,1 0-4,6 0 0,2 0 0,-2 0 3,-6 0 1,-1 0 0,-2 0-4,2 0 0,-1 0 0,4 0 0,-2 0 0,-2 0 12,-6 0 517,-7 0-473,-4 0 1084,-3 0-714,-2-1 2850,-1 0-2385,-2-1 297,0 0-953,0 0-56,-1 0 45,0 1-44,-1 0-169,2 0 0,-1 0-11,5 0-11,-1 0 11,2-1 0,-2 2-11,-3-1-1082,-1 1 1,0 0 0</inkml:trace>
  <inkml:trace contextRef="#ctx0" brushRef="#br0" timeOffset="107533">18864 12463 9101,'28'-1'219,"1"1"1,-1 0 0,0-1 0,0 1-1,-1-1-191,9 0 0,-2 0-28,-9 0 0,1 1 0,0-1-19,2 0 1,0 1-1,1-1-524,1 0 1,0 1 0,1-1 553,0 1 0,2-1 1,-1 0-553,3 0 1,1 0-1,0 0 557,-7 0 1,0 0 0,0 0 0,1 0-15,1 0 1,-1 0 0,2-1 0,3 1-127,-3 0 0,3 0 1,1-1-1,0 1 1,0-1-1,-1 1 124,-1 0 0,-2-1 0,1 1 0,-1 0 0,3-1 0,1 1 0,1-1 0,2 1 0,-1-1 0,-1 1 0,-2-1-202,-3 1 0,-1 0 1,-1 0-1,-1 0 1,0-1 203,7 1 1,0-1 0,-1 1 0,0 0-57,-2-1 1,-1 1-1,0 0 1,-1 0 53,-2 0 0,0 0 0,-1 0 0,0 0 182,6 0 1,-2 0 0,1 0-187,-5 0 0,0 0 1,-1 0 607,8 0 1,-2-1-605,0 0 0,-3 0-28,-10 0 0,-2 1-583,2-2 0,-2 1-2666,3-1 3129,2 0 1,-11 1-1,-1 0 1</inkml:trace>
  <inkml:trace contextRef="#ctx0" brushRef="#br0" timeOffset="131679">2074 13012 9060,'26'0'-10,"0"0"1,0 0 0,1 1 0,2 0 0,0 1-1,-1-1 395,-2 1 1,-1 0 0,3 1-709,0 0 0,3 1 1,1 0-1,0 0 1,-3 0-250,4 0 0,-3 1 1,4 0-85,-2-1 1,3 1-1,2 0 1,-1 0 0,-3-1 363,3 0 0,-3 0 0,0 0 0,1 0 0,-1 0 0,-5-1 0,-8-1 0,0 0 0</inkml:trace>
  <inkml:trace contextRef="#ctx0" brushRef="#br0" timeOffset="135395">6462 13022 17050,'30'-8'112,"1"-1"0,1 2 0,0 1-718,1 2 1,-1 1 610,4 0 1,-1 0-639,2 1 1,0 0 632,-12 0 0,0 2 0,0-1-84,12 0 0,0-1-56,-2 2 0,-1-1-84,-3 1 0,0-1-293,-1 1 1,-1-1-414,4 1 1076,-7 0 122,-30 0 180,-12 0 68,-12 0-247,10 0 0,-2 0-45,-2-1 0,-1 0-22,-3 1 0,-1-2-16,1 1 1,-3-2 0,0 1 22,0 1 0,-1 0 0,0 0-75,-4-1 1,-1 0 0,3 1-135,-3 0 0,3 1 0,10-1 0,5 2 1260,8-1-1428,6 4 135,13 3-113,9 0 0,5 0-142,1-3 1,2-1 0,1-1-265,0 2 0,1 0 1,0-2 286,3 0 0,1-2 0,-3 0-167,2 0 1,-3-1-51,-2 0 0,-2 0 213,-5 0 1,-2 0 1400,4 0-158,-54 5-223,0-2-522,-3 1 1,-3 0-539,10 0 0,0-1 342,1 0 1,-1 1-17,0-1 0,1 1-17,1-1 0,1 1-364,-3 0 0,2 0-2471,-4 3-442,4 0 2866,28-3 1,-1-1 0,5-1 0</inkml:trace>
  <inkml:trace contextRef="#ctx0" brushRef="#br0" timeOffset="136297">8785 13009 16434,'28'0'130,"-1"-1"0,0 1 0,2-1 0,1 1 0,1-1-1223,0 2 1,1-1 0,0 1 522,2-1 0,1 0 1,0 1 569,1-1 0,-1 1 0,3 0-290,-6-1 0,2 0 0,0 1 0,1-1 0,-2 0 192,1 1 0,-2-1 0,1 0 0,1 1-115,0-1 0,2 1 0,1-1 0,-1 1 0,-2-1-474,-1 1 1,-1 0 0,-1 0 0,0 0 686,1 1 0,0-1 0,-1 0 0,-3 0 0,8 2 0,-3-2 0,-6 1 0,-1-1 0</inkml:trace>
  <inkml:trace contextRef="#ctx0" brushRef="#br0" timeOffset="136600">11335 13225 16860,'27'-9'275,"0"1"1,-1-1 0,4 1 0,1 1-1,1 1-167,2 3 1,1 1-1,1 0-928,-5 1 1,0 0 0,2 1 0,0-1 616,2 1 1,1-1-1,1 1 1,0 0 202,-7 0 0,1 0 0,0 0 0,0 0 0,0 0-9,0 0 0,0 0 0,0 0 0,0 0 0,0 0-362,0 0 1,-1 0 0,0 0 0,1 0 0,-2 0-165,8 0 0,-2 0 0,1 0 0,-1 0-285,-1 1 1,0-1 0,-1 1 0,0-1 484,-1 1 1,0-1 0,-1 1-1,-3 0 1,7 0 0,-3 0-1,-8-1 1,1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41:35.41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4925 5401 18586,'0'33'310,"0"-1"0,-1 1 0,1-1-226,-1-5 0,0 0-974,-1 1 1,0 1 922,-1 0 1,0 1-18,0 0 1,-1 0-17,0-2 0,-1 0 0,0-2 0,0-1 277,0 1 1,-1 0-1197,-1 7 34,2-5-72,3-18-937,2-9-1383,-3 0 2457,-2-4 1,0 2 0,2-2 0</inkml:trace>
  <inkml:trace contextRef="#ctx0" brushRef="#br0" timeOffset="380">4778 5603 13218,'3'-20'825,"1"-1"1,3-2 0,0 1-580,4 1 12,4-7 246,-1 1-33,-2 3-12,3-3-213,-6 10-55,-1 6 0,-4 7-57,9 2 34,11 9-163,-5 4 1,1 4-12,1 6 1,-1 4-348,-2 6 0,-3 1-835,-5-5 1,-2-1-452,-4-4 1,-1-2 818,1-2 1,-1-8 0,0-7 0</inkml:trace>
  <inkml:trace contextRef="#ctx0" brushRef="#br0" timeOffset="11164">5053 4719 17857,'-25'-6'1367,"5"1"-1233,20-7-178,0-3 32,8-15 1,-2 13 0,3-1-1002,6-6 0,4-3 0,0 1 983,-3 4 0,1 0 0,0-1-21,1 0 1,2-1 0,0 0 0,2-1-571,1-1 0,2-1 1,0 0-1,-1 2 490,2-2 0,-2 2 1,2-2 29,-2 2 0,1-1 0,0 0 0,-2 3-482,-3 1 0,-1 2 0,0 0 163,7-7 0,-1 1-225,-5 3 1,1 1-995,-1 2 1,-1 3 1280,3-2 1,-5 5 0,-13 14 0</inkml:trace>
  <inkml:trace contextRef="#ctx0" brushRef="#br0" timeOffset="11448">5701 3883 13846,'-3'-4'2880,"1"2"-2847,2 2-10,19-11-23,-5 8-23,17-8 34,-4 18-190,2 13-169,-7-2-178,-4 8 78,-16-10-169,-2 3-2660,-12 9 3216,2-7 1,-3-2 0,6-12 0</inkml:trace>
  <inkml:trace contextRef="#ctx0" brushRef="#br0" timeOffset="12130">6416 2971 13600,'-7'-1'2218,"2"0"-1905,5 1-189,-31 25-35,21-5 1,1 4-763,-3 1 1,-2 2 0,3 1 672,3 8 0,5 0 0,3 1 0,3-3-230,1-9 0,2-3 185,3 0 1,1-2-286,1-2 0,1-2 151,15 8-259,3-11 158,-6-14 0,0-3 280,-5-4 0,-1-2 152,7-5 1,-2-3-125,-7 0 0,-3-2 17,1-1 0,-3 0 370,-1 0 0,-2-2-62,0-7 0,-5-1 386,-4 0 1,-4 0-611,0 2 0,-2 1 73,-4 3 0,-4 4 414,-11 1-471,-3 8-122,-3 7 199,12 10 1,-1 6-313,3 4 1,3 6-483,-1 7 1,4 2 291,7-3 0,5-1-307,5-1 1,6-5-220,19-2 77,-11-13 1,1-2-97,2-2 1,1-4 824,12-10 0,-2-3 0,0 4 0,-12-1 0,0-1 0</inkml:trace>
  <inkml:trace contextRef="#ctx0" brushRef="#br0" timeOffset="12380">6881 2646 16131,'-20'15'-50,"14"12"0,5 7 50,4-1 0,3 4-820,-3-11 1,1 2 0,0 2 0,0-2 190,0 5 0,-1-1 1,0 1 635,0 3 1,-1 0-1,0 0-128,0 1 1,-1 0-1,1-1 42,-1-1 1,-1 0 0,1 0 64,0-7 0,0 2 0,1-1 1,-1-2-1080,1 1 1,0-1 0,0-2-217,0 11 1,1-6-620,1-4 1928,-3-24 0,-1-2 0,0-2 0</inkml:trace>
  <inkml:trace contextRef="#ctx0" brushRef="#br0" timeOffset="12681">6889 3066 14630,'16'-19'26,"1"0"0,5 1 0,1 6-77,-3 11 1,0 6-17,4 3 0,-1 3 33,-3 3 1,-3 3 49,-5 4 1,-2 1 62,0 13-12,-12-4-11,-6-11 101,-17 5-157,0-7-745,3-5 0,-1-1-1138,-4-2 1883,-3-2 0,20-6 0,4-2 0</inkml:trace>
  <inkml:trace contextRef="#ctx0" brushRef="#br0" timeOffset="13331">7347 3059 12456,'26'-6'661,"1"1"0,-5 1 0,-4-2-122,2-16 211,-9 4-111,-5-1-224,-2 0-1,-2-1 90,-1-9-280,-5 8 113,-2-4-113,-4 11-45,-1 5-11,-2 4-157,-1 3-67,-14 15 11,12 1 1,1 3 10,-2 10 0,2 2-344,3-2 0,3 1 249,4 0 0,4-1-17,5-7 0,2-3 12,12 14 108,-6-17 1,4-2-65,9 0 1,3-3-46,1-2 1,2-3 89,-1-2 1,0-3-581,-2-3 0,-2-2 636,-8-3 1,-2-2 4,1-1 1,-2-1-24,0 0 1,-1-2 235,3-7 1,-1-1 302,-3-1 1,-2 0-265,0 1 1,-2 0 238,-3 3 0,-3 1-148,-2 1-119,-1 4-61,0 6 983,-2 4-1487,0 13 135,0 21-191,1 5-270,1-9 0,2 0 253,0-5 1,2 0-79,1 0 0,2 0-97,0-2 0,4 0-1066,8 4 1,2-4 1286,-2-6 0,-1-2 0,0 1 0,-1-3 0,2-5 0</inkml:trace>
  <inkml:trace contextRef="#ctx0" brushRef="#br0" timeOffset="13763">8291 2788 15286,'-32'-3'437,"0"0"0,0 9 0,2 5-443,9-1 1,3 4-1,0 7 0,3 2-16,6-5 0,2 1-12,1 0 0,1 1-16,2-1 0,1 0 351,3 3 1,2 0-482,12 8 23,3-5 135,18-19 44,-10-13 6,-8 2 0,1-3 150,1-7 1,-1-1-123,-1-1 0,-1 1 34,1-2 0,-2 0 11,2-4 166,-12 13-267,-6 8 167,0 3-245,7 13-1143,11 10-337,5 2 689,-7-13 1,1-3-1201,15 0 310,2-5 1759,0-7 0,-14 0 0,-6-2 0</inkml:trace>
  <inkml:trace contextRef="#ctx0" brushRef="#br0" timeOffset="13964">8635 2931 10181,'9'-37'1092,"-1"1"0,0 0 0,-2 2 546,-3 6 0,-1 0-1922,-1 1 0,0-1 531,0 3 0,-1-1 425,-1-3 0,-1 1-145,-2-7 371,-3 1-988,-2 26 9,4 13 81,-1 12-11,3 17-143,1-11 1,1 5 0,0 0-940,0 3 1,1 1 0,-1 0 272,1-3 1,-1 0 0,1 0 0,0-2-274,2 1 1,1-1 0,0-3 457,3 3 0,0-6 0,4-9 0,-1-7 1</inkml:trace>
  <inkml:trace contextRef="#ctx0" brushRef="#br0" timeOffset="14681">8514 2738 14439,'30'-8'14,"0"0"0,-1 1 0,6-3 0,-1 3-36,-5 3 0,-2 1-23,7 2-90,-7 0-33,4 9 146,-11 2 11,-7 3 0,-1 4 22,-4 0 0,-1 1-6,1 5 1,2 1 5,-1 0 1,0-2-1,7 10 11,3-8 1,-4-14 21,2-6 24,1-2 144,8-17 7,-11 3 0,-1-2-40,1-2 0,0-2-335,-1-3 0,-2 1 492,4-14 80,-6 0-103,-4 0 73,-6 14 1,-2 1-219,-7-6 11,-8 1-55,-5 17-68,-3 4-56,-2 10-11,1 4-34,2 9-51,14-3 1,2 2-555,4 15 426,12-3 12,14-13 55,7-15 45,5-10-23,1-3-48,-17 2 1,0-2 182,-1 1 0,1-1 6,4-4 0,1-1 426,-5 2 0,0 0-12,0-1 1,-3 1-97,2-2-156,-12 8-168,-5 7-324,1 1 324,4 15 0,0 2 22,5 14-22,-1 1-698,2 2 698,-4-16 0,1 0-247,0-2 1,2 1-612,0-2 0,2 0 858,9 3 0,1-3 0,-3 1 0,11 1 0</inkml:trace>
  <inkml:trace contextRef="#ctx0" brushRef="#br0" timeOffset="15447">10355 2536 15863,'-20'15'112,"0"1"0,2 1 0,4 2-152,8 0 1,3 3 11,0 13 0,3 2-84,4-3 0,5 0-191,1 2 1,7-5 235,5-12 0,4-7 106,-5-10 0,1-7-245,1-5 0,-2-5 262,-6 0 0,-2-4 274,4-10 1,-3-5 33,-3-1 1,-4-2-145,-4 6 0,-2-2 1,-3 2-453,-3-6 1,-4 3 483,-5 2 1,-4 5-63,1 9 1,0 4-1,-1 1 0,0 2-106,0 3 0,-1 1-39,-6 2 0,1 3-34,-9 7-17,13 0 1,2 3-40,9 10 0,4 2-134,4 13-146,5-9 0,6-2 179,3-6 0,5-2-538,4-2 1,4-1-1,1-2-409,3-2 1,1 0 0,1-2 623,0 2 1,0-2 0,-2 0 0,5-2 0,-6-2 0,-4-1 0</inkml:trace>
  <inkml:trace contextRef="#ctx0" brushRef="#br0" timeOffset="15848">10763 2439 18115,'-14'28'79,"4"3"-68,13 4-528,0-16 1,1 1 482,2 0 1,1 1 33,2 0 0,0 0 0,0 1 0,1-2-23,0 0 1,1-2 254,9 13-524,4-11 608,-3-19 54,-7-12 0,-1-5-130,-4 0 1,0-3-360,1-7 0,-2-1 214,-2 6 1,-1-1-80,1-10 1,0-2-85,-1 1 1,0-1-281,0 0 1,1 2-1292,-1 9 1,1 5-1639,3 7 3164,4 19 1,-7-1 0,0 1-1</inkml:trace>
  <inkml:trace contextRef="#ctx0" brushRef="#br0" timeOffset="16830">11204 2556 15538,'38'-1'661,"-3"-10"-605,-10-6 123,-5-8 236,-10 7-1,-5-1 68,-3 2 34,-2 0 16,-17 7 0,-5 4-555,1 5 17,-5 2 1,0 4-51,5 18 45,9-2 0,3 1-62,2 0 0,3 2-106,3 5 0,3-1 139,4-7 1,2-2-154,5-2 1,2-3 47,18 2-29,-6-10 1,2-3-52,1-4 1,0-3 224,0 1 0,-2-3 5,-3-2 1,-2-4 72,-6-1 1,-2-1 55,5-8 80,1-5-69,-12 8 113,-5-6 22,-1 2-146,-7 0-134,1 10 262,-3 6-318,3 6 23,0 1 111,3 0 359,-2-1-201,2-1-124,-2-1-12,2 1-10,-2-2-34,0 2-11,0-2 11,-1 3-45,1-1 34,-1 0-23,0 0-11,0 0 1,0 0-35,-2 0-44,0 0 22,-1 0-89,-2 2 67,2 1-23,-1 2 23,4 1-326,1 3-88,3-1 391,9 0 79,0-2-12,7-1-33,-2 0-302,8 5 112,1 2 133,3 5 90,-9-3-44,-5 2 45,-6-3-1,-1 1 12,-1 3 0,5 8 0,3 2-930,-3-8 0,0 0-1581,10 8-755,2-4 2667,-3-10 1,-9-5 0,-1-3 0</inkml:trace>
  <inkml:trace contextRef="#ctx0" brushRef="#br0" timeOffset="17214">11784 2701 14820,'25'-19'209,"0"0"1,-4 3-1,-2-1-52,-3-1 0,-2 0 50,-3 1 0,0-1 0,0-2 1,0-1-952,2-3 1,-1 0 816,0-3 0,0 0 5,1-1 1,-1-1 199,-3 3 1,-1-3-1,0 1 28,-3 3 1,0 0 0,-2 0-9,0-1 1,-1 1 0,-1 1-38,-2 1 1,-3 4-262,-7 3-157,1 20 106,-1 13 1,1 7 38,1-1 1,2 2 0,-1 2-139,2-1 0,-1 2 0,2 1 0,0 0-486,0 1 0,1 0 0,2 1 0,0-3 35,3 3 0,1-2 0,2-2-335,4 8 0,4-5-515,2-12 0,4-5 1420,0 0 0,0-3 0,3 1 0,-3-5 1</inkml:trace>
  <inkml:trace contextRef="#ctx0" brushRef="#br0" timeOffset="17649">12266 2485 14719,'-12'21'56,"0"-1"0,0 4 0,5-2-56,11-2 0,4 4 46,8-15 111,9-5-12,4-15 96,-12 2 0,0-3-28,-3-1 0,-2-1 61,0-2 1,-3-1 195,2-12-66,-2-1-493,-5-3 470,-2 0 78,-4 2-263,-4 14 0,-3 0-106,-15-5-68,6 12 1,0 3-68,-11 10 34,6 11-45,13 10-84,6-3 0,4 2-718,6 1 1,6 0-320,6 5 1,4-2-62,1-6 0,3-3-368,5-4 0,1-4 626,-5-4 0,-1-2 980,4-1 0,-3-1 0,6 1 0,-6-3 0</inkml:trace>
  <inkml:trace contextRef="#ctx0" brushRef="#br0" timeOffset="18013">12855 2418 14887,'-6'-19'1092,"0"0"0,-6 0 0,-2 5-580,-11 7-355,6 5 0,-1 1-565,-13 9 475,0 4-67,3 9 73,13-3 1,2 3-125,4 0 1,3 1-68,0 2 1,4-1-29,10 9 165,11-15-41,9-13 16,-7-6 1,2-2 27,0-1 1,-1-2-1,4-2 0,-2 0 46,6-7 230,-10 5-332,-12 8-78,-1 1-22,1 3-1368,5 12-1775,8 6 1638,-2-5 1,1 0 982,-1-4 1,-1-1-1,10 3 1,-13-11 0</inkml:trace>
  <inkml:trace contextRef="#ctx0" brushRef="#br0" timeOffset="18467">13179 2380 15762,'-11'-17'1042,"0"-1"0,-4 2 0,-2 4-1008,-15 16-79,-2 7-368,17 0 1,2 4 389,4 0 1,2 2-141,-2 10 0,2 1-538,3 0 1,6 1 448,9 3 0,6-2-190,-1-9 0,4-4 50,8-5 0,3-5-57,-8-4 1,0-3 448,-2-3 0,0-2 8,15-8 463,-12-5 0,0-5 173,-3-3 0,0-4-583,-5 3 1,0-2-1,-1 0 107,-4 4 1,0 1-1,-2-1-23,0 1 1,-2-2 0,-1 1 192,-1-4 1,-1-1-1,-1 3 20,-1 0 1,-1 2-370,0-8 0,-4 6-157,-4 15 101,-4 22 44,2 9 12,-1 16-62,6-14 0,1 3-207,0 0 0,1 3 0,0 0-632,1 1 1,0 1 0,1 1-182,-1 4 1,1 2 0,1-2-547,1 4 1,2-3 1357,2-7 1,1-5 0,2-7 0,0-8 0</inkml:trace>
  <inkml:trace contextRef="#ctx0" brushRef="#br0" timeOffset="18980">13542 2378 17745,'-14'23'-422,"0"-1"0,2 2 0,3 1-178,6 1 1,6 0-695,4-7 0,3-2 521,11 3 773,8-15 22,-8-12 1793,6-12-1031,-14 6 1,-2-3-68,2-1 0,-2-1-235,1-8-135,-8 10-347,-4 12-112,-5 4 146,-8 14-23,-9 8-22,3 3-45,2 0-68,12-11 46,2-4 11,3-4 224,11-3-45,15-11-101,-6 3 0,1-1-17,-1-1 1,0 0 5,-1 1 0,-2 1-34,4 2-526,3 3-1221,-5 11-1496,-3 4 3017,-8 3 1,-7-6 0,-1-7 0</inkml:trace>
  <inkml:trace contextRef="#ctx0" brushRef="#br0" timeOffset="19196">13683 2092 13016,'10'25'0,"0"-1"0,-1 0 0,3 5 0,0 1 0</inkml:trace>
  <inkml:trace contextRef="#ctx0" brushRef="#br0" timeOffset="19766">14105 2433 17644,'-22'13'-126,"0"-1"0,-1 1 0,-4 6 0,4 1-109,13-3 0,4 0-68,5 10-213,12-16 169,9-5 347,9-4 140,-7-7 0,2-2 331,-1-1 0,-1-2-281,0 0 0,-2-2-5,-4 0 0,-2 0 39,-3-4-11,-4 3-123,-4 3-90,-2 5-202,-1 2-280,-14 20 342,5 7 0,2 4 185,-3 2 0,2 4-609,7-3 0,1 4 0,2 2 1,1-4 615,1-1 0,1-2 0,0 2-27,2-2 0,0 3 1,0-1-1,-1-1-74,1 3 0,-1-1 0,-1-1 110,1 3 1,-3-3 302,-3-1 1,-4-5 543,-6-11-449,-10-26-168,2-10-162,3-2 0,0-3-174,2-1 0,2-2-510,-2-4 1,5 0-101,5 8 0,5 2-869,14-9-1753,13 17 0,4 5 2457,0 5 1,-15 1 0,-6 4 0</inkml:trace>
  <inkml:trace contextRef="#ctx0" brushRef="#br0" timeOffset="20364">7785 3282 10181,'32'0'297,"0"-1"1,0 1 0,1 0 0,-1 0 0,0-2 0,2 1 0,1-2 0,1 1-1,1 0 1,-1-1 0,0 1-708,-4 0 0,0 0 1,0 0-1,1 0 1,-1 0-1,1 0 0,1 0 1,0 0 445,-2-1 0,1 0 0,1 1 0,0-1 1,1-1-1,-1 1 0,1 0 0,-1 0 0,0 0 1,-1 0-114,1 0 1,0 0 0,-1 0 0,0 1-1,0-1 1,0 0 0,1 0 0,0 0-1,0 0 92,-1 0 1,0 1 0,0-1 0,1 0-1,-1 0 1,1 0 0,0 0 0,0 1-1,1-1 1,-1 0-35,2 0 1,-1 0 0,0 0 0,0 1 0,1-1 0,0 0 0,0 0 0,2 0 0,0 1 0,2-1 38,-7 1 1,2-1 0,0 1 0,1-1 0,1 1 0,0 0 0,1-1 0,0 1 0,0 0 0,0-1 0,0 1-1,1 0 1,-1 0 0,0 0 0,-1 0-60,-1 0 1,0 0 0,0 0-1,0 1 1,0-1 0,0 1-1,0-1 1,0 1 0,1-1-1,-1 1 1,0-1 0,0 1 0,0-1-1,0 1 1,0-1 0,0 1 49,0 0 1,-1-1 0,1 1 0,0-1 0,0 1 0,0-1 0,-1 1 0,1 0 0,0-1 0,-1 1 0,0 0-1,1-1 1,-2 1 0,1 0 0,-1 0 0,0 0 12,4 0 0,0 0 0,1 0 0,-1 1 1,0-1-1,-1 0 0,0 1 0,0-1 0,-1 1 1,-1-1-1,-1 1 0,-1-1 0,-1 1 6,5 0 1,-1-1 0,-2 1 0,-1 0 0,-1 0 0,0 0 0,0 0 0,0 0 2,2 0 1,-1 0-1,0 0 1,0 0 0,-1 0-1,0 0 1,-1 0-23,7 0 0,-1 1 0,0-1 1,-1 1-1,0 0 153,0 0 0,-1 0 0,0 0 0,-2 1 0,-2-1-157,5 1 1,-4 0-1,-1 0 672,-3 0 0,0 0 0,-7 0 16,-3-1 1766,-18-1-2361,-2-2 2983,-1-1-3027,-2-1 711,1 0-834,1 2 313,3-1-2498,0 3-1025,-5-2 2989,-6 0 1,4 1 0,-3-1 0</inkml:trace>
  <inkml:trace contextRef="#ctx0" brushRef="#br0" timeOffset="33430">9266 6941 12565,'34'-3'-210,"-1"0"0,1 0 1,0 0-1,-1 1 0,1-1 1,0 0-1,-1 0 0,4 0 1,0 0-1,1 0 1,-1 0-1,-2 1 0,0-1 1,-2 1-447,0 0 1,-1 0-1,-2 0 1,1 1 0,0-1 357,2 0 0,2 0 0,-1 0 0,-2 0 0,-2 0 0,4 0 0,-3 0 0,-2 0 1,8 0-1,0 0 0</inkml:trace>
  <inkml:trace contextRef="#ctx0" brushRef="#br0" timeOffset="33666">11530 6934 14887,'34'-8'-267,"-1"0"0,1 0 0,-2 2 0,3 0 0,-1 1 0,1 0-553,-1 0 1,0 1 0,1 1 0,0-1 497,-4 1 0,3 1 1,-1-1-1,-1 1 0,-5 1 1,7-1-1,-4 0 0,-3 1 1,0 0-1</inkml:trace>
  <inkml:trace contextRef="#ctx0" brushRef="#br0" timeOffset="34447">15212 7048 14003,'33'4'201,"0"-1"1,2 0-1,2-1-196,-11-2 1,2 1 0,2-1 0,0 0-725,3 0 0,2 0 0,1 0 0,2 0 730,-6 0 0,1 0 0,2 0 1,0 0-1,0 0 0,-2 0-473,2 0 0,0 0 1,-1 0-1,-1 0 0,2 0 491,0-1 0,1 1 1,0 0-1,0-1 1,-3 1 17,2-1 1,-2 0 0,-1 0-1,1 0-152,2 0 1,-1 0-1,1 0 1,0 0 115,-1 0 0,0 0 1,1 0-1,2 0-148,-6 0 0,2 0 0,0 1 1,2-1-1,-1 0 0,0 1 165,0-1 0,1 1 0,0 0 0,-1-1 0,1 1 0,0 0-25,-1-1 1,0 1 0,0 0 0,0-1 0,0 1 0,-1 0 2,3 0 1,1 0 0,-1 0 0,-1 0-1,-3 0-123,6 0 1,-2 0 0,-2 0 116,-1 0 0,-1 0 0,-1 0 15,-3 0 0,-1 0 0,-1 0 466,2 1 1,-1-1-1,-3 0-459,2 1 1,-2-1-6,-3 1 0,-3-1-17,-6 0 634,-12 0-3911,-8-1 3526,-9 0 1,6-1-1,-2 1 1</inkml:trace>
  <inkml:trace contextRef="#ctx0" brushRef="#br0" timeOffset="36346">11005 7998 13432,'-2'-4'812,"21"-1"0,10 2-667,-8 2 1,3-1-1239,5 0 1,4-1 0,0 1 475,-4 1 1,0-1-1,0 1 620,3-1 1,1 1 0,0 0-28,2 0 0,1 0 0,2 1-111,-5 0 0,2-1 1,1 1-1,2 0 1,-1 0 134,-4 0 0,1 0 0,0 0 0,1 0 0,-2 0 0,-1 0 0,7 0 0,-2 0 0,-1 0 0,-1 0 0,-6 0 0,1 0 0,0 0 0,0 0 0</inkml:trace>
  <inkml:trace contextRef="#ctx0" brushRef="#br0" timeOffset="37031">14978 7986 16546,'34'-6'201,"1"-1"1,-6 4 0,2 0 0,3 1-1,1 0-188,-2 1 1,1 0-1,2 1 1,1-1 0,2 1-424,-7-1 0,2 1 1,0-1-1,2 0 1,0 1-1,1-1 0,1 0 1,-1 1 168,-2-1 0,0 0 1,1 0-1,0 1 1,0-1-1,1 0 1,1 0-1,-1 1 0,1-1 1,0 0 147,-3 0 0,1 1 1,0-1-1,1 0 1,0 1-1,-1-1 1,1 0-1,0 1 1,0-1-1,-1 0 0,-1 1 1,0-1 89,3 1 1,-1-1 0,-1 1 0,0-1-1,0 1 1,0-1 0,0 1 0,-1-1 0,1 1-1,-1 0-50,0-1 0,1 1 0,-1 0 0,1-1 0,-1 1 1,0 0-1,0 0 0,-2-1 0,-1 1 0,-1 0 30,7 0 1,-2 0 0,-1 0-1,-1 0 1,0 0 0,2 0-167,-2 0 1,2 1 0,0-1 0,0 1 0,0-1-1,-1 1 1,-1-1-359,0 1 1,0 0 0,-2-1 0,0 1 0,0 0 0,-1 0 511,4 0 1,0 0 0,-1 0 0,-2 0-1,-2 0 1,1 0 0,-2 0 0,-8 0 0,-6 0-1</inkml:trace>
  <inkml:trace contextRef="#ctx0" brushRef="#br0" timeOffset="41718">11272 8924 9871,'32'-3'409,"0"1"1,-1 0-1,1-1 1,0 1-1,5-1 1,0 1 0,0-1-1,-1 2-304,-2 0 1,0 1-1,-1 0 1,-1 1-923,-3-1 0,-1 0 0,1 0 0,1 0 817,2 0 0,2 0 0,1 0 0,-1 0 0,-1 0 0,0 0 0,-1 0 0,0 0 0,3 0-13,-5 0 0,1 0 0,2-1 0,0 1 0,0 0 0,0 1-286,-1-1 0,-1 1 1,0-1-1,0 1 1,1 0-1,0-1 299,3 1 0,2 0 0,-1 0 0,0 0 0,-1 0 0,-4 0 0,1 0 0,-2 0 0,-3 0 0,-1 0 0,8 2 0,-1-1 0</inkml:trace>
  <inkml:trace contextRef="#ctx0" brushRef="#br0" timeOffset="43131">15047 8848 12333,'0'-4'1815,"0"1"-952,0 3-549,63 2-292,-39-1 1,1 1-787,9-1 0,6 0 0,-2 1 786,-9-1 1,-1 0-1,4 0-13,-3 0 0,4-1 0,1 1 0,1-1 0,0 0 26,-2 0 1,1 1-1,0-1 1,1 0-1,1 0 1,1 0-301,-3 0 0,1 0 1,1-1-1,0 1 0,1-1 1,-1 0-1,-1 1 1,-1-1 271,5 1 0,-1 0 1,0-1-1,-1 1 1,-1-1-1,0 1-320,-2-1 1,0 0-1,-1 0 1,0-1-1,-3 1 1,-2 0 308,8 0 0,-5 0 0,-1 0-69,6-1 1,-3 0-1567,-6 1 1,-3 0 1294,1 0 1,-7 1 0,-15 0 0</inkml:trace>
  <inkml:trace contextRef="#ctx0" brushRef="#br0" timeOffset="43783">20001 8976 16098,'34'-2'112,"-1"0"0,1 1 0,1-1 0,0 0 0,3 0-110,-7 0 0,2 0 1,2-1-1,0 1 1,1-1-550,-2 1 1,1 0 0,1 0 0,-1 0 0,1-1 0,0 1 94,1 0 1,-1 0-1,1 0 1,0-1-1,0 1 1,0 0 92,0 0 0,0 0 0,1-1 1,-1 1-1,-1 0 0,-1 0-260,-2 0 1,-2 0-1,0 0 1,-1 0 0,1 0 652,0-1 0,0 1 1,0-1-1,-1 1 0,-3-1 1,3 1-1,-2 0 0,-2-1 1,6 0-1,-1-1 0</inkml:trace>
  <inkml:trace contextRef="#ctx0" brushRef="#br0" timeOffset="46150">18829 8993 18765,'1'33'100,"0"0"1,0 0 0,0 0-90,0-3 1,0-1-961,0 2 1,-1 1 948,-2-1 0,-1 1-56,1-1 0,-2 0-140,-2-2 0,0 0-163,0-3 0,1-1-224,-1-3 1,1-2-1170,-4 12-1525,1-11 2995,3-8 0,2-6 1,1-5-1</inkml:trace>
  <inkml:trace contextRef="#ctx0" brushRef="#br0" timeOffset="46514">18638 9119 15415,'17'-26'567,"0"0"1,-4 5 0,2 2-496,3 2 1,1 2-1188,11-5 1295,0-2 21,-1 4 482,-5 2-112,-4 5 219,-8 3-779,-5 5-56,0 4 45,0 7 651,7 7-651,6 9-134,-7-10 0,0 1-416,2 0 1,0 1-431,0 0 0,1 0 980,4 4 0,0-2 0,-1 2 0,3 0 0</inkml:trace>
  <inkml:trace contextRef="#ctx0" brushRef="#br0" timeOffset="64050">7936 5829 15314,'-34'-8'494,"0"-1"1,-1 0 0,3 3 0,-3-1 0,1 2 0,3 3-411,-7 4 0,2 4-911,1-1 1,-2 1 0,3 1 826,1 3 0,2 3 16,6 0 1,2 3 305,3 3 0,4 4-344,1 6 0,1 4 16,0-1 0,2 2-379,5-7 1,2 0 0,1-1 378,1 7 1,1-1 5,0 3 0,1 0 0,0 1 0,0 1 0,1-12 0,0 1 0,-1-1-224,1 1 1,0 0 0,0 2 225,0 1 1,0 2 0,0 1 0,0 1-1,-1 3 1,1 0 0,-1 2 0,1 1-252,-1-7 0,0 2 0,0 1 0,0-1 0,0 1 0,0-2 251,0 1 0,0 0 0,0-1 1,-1 1-1,1-1-7,-1 0 1,0 1-1,0 0 1,0-2 0,0-1-183,0-1 0,0-1 1,0-1-1,0 2 187,-1 3 0,0 2 0,0 1 0,0 1 0,0-1 0,1-4 0,0 0 0,-1 1 0,1-1 0,-1 1 0,1-1-47,-1 1 0,1-1 0,-1 0 1,0 1-1,1-1 0,-1 0 49,1 4 0,-1 1 1,1-1-1,-1-1 0,1-2-5,-1-2 0,1-2 1,-1-1-1,1 0 5,0 0 1,0 1 0,-1-1 0,1 0 0,0 0 0,-1 0 0,0 1 0,1-1-3,-1 0 0,1 1 0,-1-1 0,1 0-72,0 1 1,-1-1-1,1 1 1,-1 2 113,1 0 1,-1 2-1,0 2 1,0-1-1,1 1 14,-1 0 0,-1 1 0,1-1 0,0 2 0,0 0-31,0-5 1,1 0 0,0 2-1,-1 0 1,1-1 0,0-1 0,-1-1-18,1 6 1,-1-3 0,1 0 0,0 0 0,1-1-3,-1-1 1,1 0 0,0 0 0,0-2 0,2-2 68,1 6 1,1-3-1,2 1-75,2-1 0,2 2 0,1-1 0,1 0-23,3-1 1,1-1 0,2 0-1,2 0-336,-1-2 1,2 0-1,1 0 1,2-2 0,1-2-298,2-3 1,3-2-1,1-2 1,0-1 0,-1-3 356,4 1 1,0-2-1,-1-2 1,-1-2 0,3-2-1,-2-2 1,-4-2 0,-5-4-1,1 0 1</inkml:trace>
  <inkml:trace contextRef="#ctx0" brushRef="#br0" timeOffset="64750">3468 7209 15135,'-24'4'552,"0"-1"1,1 2 0,3 4-369,3 15 1,5 6-986,0-4 1,2 2 856,1 0 0,0 2 0,2 0-507,3-4 0,0 0 1,2-1 498,-1 2 1,1-1 0,1 1-46,2-2 1,2 1 0,2 0 56,4 5 1,2 1 0,5-1-80,2-4 0,3-2 1,3-1-94,-2-5 0,2-1 0,1-1 0,-1-2-359,3-1 0,0-2 1,0-4 25,0-4 1,0-3-1,-3-2-508,2-4 1,-2-4 952,-2-3 0,0-3 0,-2 1 0,10-7 0,-12 5 0,1-1 0</inkml:trace>
  <inkml:trace contextRef="#ctx0" brushRef="#br0" timeOffset="65283">3851 7376 13510,'-12'23'523,"0"1"1,0 0 0,-3 10 0,3-2-519,9-11 1,3-1-553,0 1 0,3-1 547,0 0 0,3 0-11,1-2 0,2-2 253,13 11-186,-3-17 0,3-3-4,1-4 0,1-8 102,-5-12 0,1-10 0,-2-4 0,-2 6-9,3-1 1,-3-2-298,-5 0 0,-2-6 1,-2 0-1,-5 8 410,-9 6 0,-4 4 10,-1 0 1,-3 2 183,-14-8-49,-2 8-268,1 8-135,3 4 0,35 18 0,15 11 0,4 3 0,-8-7 0,-7 1 0,11 0 0,0 0 0,0 0 0,0 0 0</inkml:trace>
  <inkml:trace contextRef="#ctx0" brushRef="#br0" timeOffset="65632">4406 7340 12244,'-19'24'364,"0"1"0,-1-1 0,1 1 0,0 0 0,0-1 0,-7 9 0,-2 1 0,7-3 0,14-7 3,21-5 1,10-6-525,1-5 0,4-6 151,7-7 1,-1-7-790,-6-1 0,-3-4 901,-2-8 1,-2-3-474,-8 5 0,-1-1 512,0-2 1,-1 0 44,0-2 1,-2-3 24,-1 2 1,-2-4 0,0 0-15,-2-1 1,-1-2 0,0 0-51,-2 5 0,-1-1 0,0 0 0,-1 2-69,-1-2 0,-1 3 1,-2 1 35,-2-5 0,-1 6 27,-7 6-33,1 9 527,1 20-639,2 13-6,6 0 1,1 3 178,2 5 1,0 1-180,0 5 0,2 0-225,2-10 1,0 1-1,1-1 227,1 0 0,0 1 1,2-1 3,0 0 0,2-1 0,1 1-155,4 5 1,3 0 0,0-1 124,-1-4 0,2-2 1,0-1-397,3 1 0,0 0 0,1-4-476,1-2 0,-1-4-1765,13-3-610,-15-15 2947,-2-4 1,-8 2 0,-3-1-1</inkml:trace>
  <inkml:trace contextRef="#ctx0" brushRef="#br0" timeOffset="66164">4953 7335 13992,'34'-6'44,"0"-1"1,-2-2 0,-3-3-23,-9-2 1,-3-3 341,-1-2 0,-5 1 488,-4-1-146,-2-4 604,-17 5-167,-12 6-863,3 7 0,-2 3-229,3 4 0,-1 2-184,-2 3 0,2 4 161,6 1 0,2 4-17,-2 10 0,3 5-67,6 1 0,4 1-45,3 1 0,5-1 17,6-3 0,8-4-208,4-10 1,6-4 0,0-1-330,-6-2 1,1-2 0,2 0-200,6-1 1,5 1 0,0-2 0,-3-1 409,-6-2 0,-2-1 1,0 0-1,0 0 1,1-1-1,-5 1 0,5-1 1</inkml:trace>
  <inkml:trace contextRef="#ctx0" brushRef="#br0" timeOffset="66749">3576 8542 16355,'-24'-4'777,"1"0"0,-4 3 0,3 3-754,3 9-12,-5 13-17,15-1 1,5 4-57,3 5 1,3 1-544,3 2 1,4-1 542,6 1 1,5-3-376,3-8 1,3-4 307,2 1 0,2-2-590,1 0 1,0-1 611,0-1 1,-1-1 106,-1-1 0,-1 0-6,2 4 1,-2 0 5,-8-3 0,-3 0 547,-2 2 0,-6 0 2,-14 4-123,-15-7-191,-7-7 874,-4-3-1064,-2-2-45,-1-2 1315,0-1-2273,13-3 0,2-4-2319,-6-10 0,3-7 2457,28-5 1,-1 16 0,6 1 0</inkml:trace>
  <inkml:trace contextRef="#ctx0" brushRef="#br0" timeOffset="67197">3913 8631 17084,'4'29'252,"0"1"0,0 0 0,1 4 1,0-1-253,1 2 0,0-3 11,-1-12 0,0-2-22,3 0 0,-1-1 67,5 1 448,1-10-336,-4-20 145,1-13-133,2-9-319,-5 14 0,1-1 195,-1 0 0,2-2 56,3-5 0,2-1-50,-3 7 0,0 1-62,-1 0 0,2 4-236,16 8 192,-13 17-46,1 5 0,0 5-689,-3 1 0,0 2-717,4 4 1,1-1 1495,0-6 0,-1-2 0,4 4 0,-5-17 0</inkml:trace>
  <inkml:trace contextRef="#ctx0" brushRef="#br0" timeOffset="67381">4505 8439 17386,'4'23'274,"0"-1"1,4 13-281,-2-9 1,1-1-320,7 9-1314,-4-14 1,0-2 1070,4 3 1,-1-1 0,-9-17 0</inkml:trace>
  <inkml:trace contextRef="#ctx0" brushRef="#br0" timeOffset="67566">4383 8189 15549,'16'-5'-820,"3"1"1,-5 4 0,-2 0 0</inkml:trace>
  <inkml:trace contextRef="#ctx0" brushRef="#br0" timeOffset="67783">4701 7995 14708,'7'30'409,"-1"1"1,1-1-1,0 1 1,-1-1-1,1 3 1,0-2 0,0 0-1,-1 1-66,0 1 1,0 2 0,0-1-1,-1-2-1366,1 5 0,0-1 0,0 2 1029,-2-6 1,1 2 0,0 1 0,-1 0 0,0-1-341,0-1 0,-1 0 0,1 0 0,-1 0 0,0 0 170,0-2 1,0 1-1,0-1 1,0-1 0,0-1-614,0 10 0,-1-2 0,0-6-2500,0 5 3052,-1-19 1,-1-10 0,0-7-1</inkml:trace>
  <inkml:trace contextRef="#ctx0" brushRef="#br0" timeOffset="68082">4721 8531 14260,'20'-27'388,"0"0"1,0 1 0,0 7-389,14 9 0,1 5 0,0 3-23,-13 5 1,0 3 78,-2 3 0,-2 3 78,1 4 1,-3 3-57,-5-2 1,-4 0 111,-5 16 79,-11-13-78,-17 4-388,7-13 1,-1-1-1443,-7 0 1,-1-1-1,6-4 1,1-3 1478,2-6 1,2-2 0,5 1 0,4-6 0</inkml:trace>
  <inkml:trace contextRef="#ctx0" brushRef="#br0" timeOffset="68300">5107 7939 13891,'9'29'655,"0"0"0,0 0 1,-1 1-1,0 2 0,-1-1-321,-1 1 1,-2 0 0,0 0-1428,0 4 1,0 1 0,-1 1 859,-1-8 1,-1 1-1,1 0 1,-1 0 260,0 1 0,0 1 0,0-1 0,0 0-28,0 0 0,0 0 0,0 0 0,0 2-76,1-3 1,-1 2 0,1 0 0,0 0 0,0-2-745,0 1 1,0-1 0,0-2 0,0 1-274,0 7 1,1 0 0,0-6 827,-1-4 0,0-8 0,-1-13 1,-1-6-1</inkml:trace>
  <inkml:trace contextRef="#ctx0" brushRef="#br0" timeOffset="68630">5189 8385 15392,'29'-12'-15,"0"-1"0,-3 1 0,0 6 15,-7 10 0,-1 5 28,-1 1 0,-2 3 17,2 5 0,-2 1 168,1 12-34,-10-1 56,-8-11 34,-5-2-112,-6-1-33,-19 5-242,14-12 0,-2-1-941,-4 0 0,1-2-1675,-12 1-543,13-14 2953,16-7 1,5 4-1,1-2 1</inkml:trace>
  <inkml:trace contextRef="#ctx0" brushRef="#br0" timeOffset="69199">5580 8265 13857,'20'-11'552,"0"0"1,-2 0 0,-3 0-228,-2-5 0,-4-1 471,-1-9 10,-5 1-435,-3 1-24,-7 8-78,-4 10 78,-4 3-123,-3 2-191,-9 16-50,14-1 1,1 4-1,0 8 0,2 3-299,3-2 1,2-1 124,7 1 1,4-2-12,13 7-131,6-16 0,6-4-60,3-3 1,2-5 229,0 0 1,0-4-155,-2-5 0,-4-4 328,-11-1 0,-3-3 17,1 0 0,-3-2 157,0-1 0,-2-1-17,0-2 0,-1-1 28,-2-1 1,0-2-11,-3-2 1,0-2-1,-2-2-37,0-5 1,-2 0-1,0-1-71,0-1 1,0 1 0,-2 0-518,-1-1 0,-2-1 0,0 4 539,-2-2 1,-1 3 50,-2 3 1,0 1 301,2 6 0,-1 3 40,-5-8-382,5 18-156,2 40 50,4-12 1,2 4-415,1 1 1,0 2-1,1 1 397,0-2 1,2 0 0,-1 0-42,2 1 1,1 1 0,0 0 149,0-1 0,1 0 0,1 0-587,3 5 1,2 0 0,1-1-604,-2-6 1,2-2 0,0-1 923,9 8 1,0-4-1,3-2 1,-12-21-1</inkml:trace>
  <inkml:trace contextRef="#ctx0" brushRef="#br0" timeOffset="69397">5777 7901 16678,'36'-4'-383,"1"0"0,-1 0 0,-2 0 0,1 0 0,1 0-437,-6 2 1,1 0 0,-1 1 0,-2-1 409,1 1 0,-3 0 1,0 0-1,1-1 1,0 1-1,-5 0 0,1 1 1</inkml:trace>
  <inkml:trace contextRef="#ctx0" brushRef="#br0" timeOffset="69733">3877 9581 17510,'-19'16'173,"1"0"1,12 3-45,29-25 0,15-11-96,-11 6 1,4-2 0,4-1-1,1-2 1,2 0 0,1 0-362,-11 4 0,2-1 0,0 0 1,1 0-1,1 0 0,0-1 1,1 0-1,0 0 0,1 0 1,1 0 218,-5 1 0,2 1 1,0-1-1,1 0 0,0-1 1,1 1-1,0-1 1,0 1-1,0 0 0,0-1 1,0 1-1,-1 0 0,0 0 1,-1 1 23,2-1 1,0-1 0,-1 1 0,1 1 0,-1-1 0,0 0-1,-1 1 1,1 0 0,-1-1 0,1 1 0,-1 1 0,0-1 91,2 0 0,0 0 0,0 1 0,0-1 0,0 1 0,0-1 0,-1 2 1,-1-1-1,-1 1 0,0 0 0,-2 1 10,8-2 1,-1 0 0,-3 1 0,0 1 0,0-1 0,1 1-65,2-1 0,0 1 1,0-1-1,0 1 1,-2 1-1,-1 0-637,3-1 1,-2 1-1,-1 0 1,-1 1 16,-2 0 0,1 0 0,-3 1 1,-6 2 1089,-1 0 0,-21 5 0,-15 1 1</inkml:trace>
  <inkml:trace contextRef="#ctx0" brushRef="#br0" timeOffset="73284">3837 7504 16109,'5'-3'302,"2"1"-245,3 2-46,4 0-11,3 1-213,15 2-824,-10-2 1,1 0 1036,7 0 0,0 0 0,-10 0 0,-2-1 0,13 0 0</inkml:trace>
  <inkml:trace contextRef="#ctx0" brushRef="#br0" timeOffset="75031">5509 9514 13218,'30'1'190,"0"0"1,0 0-1,2 4 1,1 1 0,-1 2-188,-6 1 1,-1 1 0,0 1-548,1 3 1,0 1 0,-2 0 543,1 5 0,-1 3 63,-2 1 1,1 4 0,-1 1-11,-5-4 0,-1 0 0,0 2 0,0 2-656,-1 0 0,0 2 0,0 1 0,0 0 0,-2-1 645,1 3 0,-1 0 0,0 0 0,-2 0-14,0 2 0,-2 0 0,0-1 0,-1 0 38,-1 1 1,0-1 0,0 3 29,-2-8 1,1 1-1,1 2 1,-1 1-1,1-1-47,0 2 0,0 0 1,0 1-1,1 1 0,0 0-285,0-4 1,0 1 0,1 1-1,0 0 1,0 0 0,-1-1 0,1-2 240,0 1 1,0-1-1,0-1 1,0 0 0,0-1-1,1 1-4,0-1 1,0 1 0,1-1 0,0 0 0,0-2 0,0-1-2,2 4 0,1-3 0,-1 0 0,1-1 3,0 0 0,0 0 0,1 0 0,0-1-149,-1 0 0,1-1 0,1-1 0,-1 1 149,5 6 1,0 0 0,0-1 255,-1 0 0,0-2 0,1 3-254,-1-2 1,0 1 0,0 0 0,0 0-79,-1-2 0,0 0 0,0 0 1,0 0-12,-1-1 0,0 0 0,-1-1 0,1-1-77,1 3 0,-1-2 1,-1-3 120,-4-4 0,-1-3-3237,6 12 4496,-10-15-2312,-5-8 1,-4-11 0</inkml:trace>
  <inkml:trace contextRef="#ctx0" brushRef="#br0" timeOffset="75447">7139 12059 17409,'15'28'48,"1"0"1,-5-6-1,0-1-82,1 1 1,0 0-79,-1 6 45,-2-3 22,-5-1-67,-16 6 134,-3-13 1,-4-2-23,0 1 0,-1-1-580,-7-1 1,-1-1 164,6-4 1,-1-2-1225,-9 3 1,1-2 1125,9-3 0,1-1 0,-1 1 1,3-1-1,7-4 0</inkml:trace>
  <inkml:trace contextRef="#ctx0" brushRef="#br0" timeOffset="76266">7500 11049 13756,'-24'-6'332,"1"1"1,-6 6-1,1 6-35,4 9 0,1 7-1385,4 0 0,-1 3 0,1 1 1211,4-3 0,0 0 1,3 2-12,0 2 0,2 2 0,3-2-17,1 6 0,4 0-28,3 2 1,3 0 151,-1-10 0,2 0 0,1 1-138,1 2 0,2 2 0,0 1 1,0 0-77,0 1 1,-1 0 0,1 1-1,0 1-296,-1-1 0,1 1 1,0 0-1,-1 0 1,0-1 292,-1 0 1,0 0 0,0-2 0,-1 1-3,0-3 0,0 1 0,-1-2 0,0-1-163,1 0 1,-1-3 0,0 2 158,0 8 0,-1 2 1,0 0 3,-1-3 0,0 0 0,-1 1 11,-2-5 0,0 1 0,0-1 1,-2-1 21,0 0 1,-1-1-1,-1-2 12,-5 10 1,-2-4 71,0-8 1,-2-2 83,-2 2 1,0-1 89,-1 1 0,-1 0-347,1-2 1,-1 1 0,1-1 128,-2 3 0,1 0-17,2-5 0,0 2 0,2 0-208,-1 10 0,3-1 180,2-7 0,2 0 606,0 8 0,1-1-617,4-9 0,0 1 24,2 1 0,-1 4 0,1 1 15,1-2 0,0 2 0,0 2 0,1 0-303,0 3 1,2 2 0,-1 1 0,1-1 0,-1 0 221,1-5 0,-1 1 1,1-2-1,-1 1 0,2-1-196,1 9 0,1-1 0,0-1 0,1-4-161,0-4 1,0-4-1,2-2-1257,6 4 1,3-5 1592,6-8 1,-1-4 0,4-1 0,1-9 0</inkml:trace>
  <inkml:trace contextRef="#ctx0" brushRef="#br0" timeOffset="77183">3443 12186 15594,'36'1'260,"1"-1"1,-10 1-1,1 0 1,1-1-112,3-2 1,1 0-1,1-1-969,-5 1 1,1 0 0,1-1 0,2-1 774,-1 0 0,3-2 0,2 0 0,1 0 0,-2-1 0,-1 1-192,1 0 1,-2 1 0,-1-1-1,2 0 1,0-1 248,-3 2 1,0-1 0,1 0 0,1-1 0,0 1 0,-1 0 0,-1 0-4,3-1 0,0 1 1,-1 0-1,0-1 0,-2 2 1,0-1-10,3 0 0,-1 0 0,-2 1 0,2-1-9,-4 1 0,2 0 0,0 0 0,-3 1 0,-3 0-112,9 1 1,-5 0-620,-7 2 1,-2-1-875,5 2-1663,-12 5 2586,-6-2 0,-7 2 0,1-2 1</inkml:trace>
  <inkml:trace contextRef="#ctx0" brushRef="#br0" timeOffset="79914">13595 13403 15011,'-5'5'1109,"2"-1"-335,3-4 88,0 0-424,64 3-394,-36-2 1,2-1-786,-2 1 0,3 0 1,2 0-1,-1 0 748,4-1 1,-1 1 0,4-1 36,-11 1 1,2-1 0,2 1 0,0 0 0,1 0-1,-1 0 10,2 0 0,1 0 0,0 0 1,0 1-1,1-1 0,0 1-315,0 0 0,0-1 0,2 1 0,-1 0 1,1 0-1,-2 0 0,-2 0 261,6 0 0,-2 0 0,-1 1 0,-1-1 0,-1 1 2,2-1 1,-1 1 0,-3 0 0,-3 0-324,4 1 1,-5-1 320,-5 1 0,-3-1-235,8 2-135,-11 0 1294,-10-2-3165,-4 3-1036,-2 1 2973,-2 0 1,0-1 0,0-5 0</inkml:trace>
  <inkml:trace contextRef="#ctx0" brushRef="#br0" timeOffset="80517">15976 13414 17521,'26'1'319,"0"0"0,0 0 1,6-1-1,2 1 0,2-1 1,1 1-217,-3-1 0,1 0 0,0 0 0,1 0 1,0 0-760,1 0 1,0 0-1,0 0 1,0 0 0,1 0 341,-6 0 0,0 0 1,1 0-1,-1 0 0,-1 0 1,-2 0 346,5 0 1,-2 0 0,-1 0-1,-1 0-15,8 0 1,-1 0 0,-1 0 293,-5 0 1,-1 0 0,-2 0-313,10-1 0,-5 1-41,3 0-3236,-31 0 0,-25 0 2621,-1 0 1,1 0-1,-3 0 1,4 0 0</inkml:trace>
  <inkml:trace contextRef="#ctx0" brushRef="#br0" timeOffset="81681">17816 13408 14316,'0'-4'1535,"36"0"-1507,-12 4 0,2 0-34,8-1 1,1 0-1083,-1 1 0,-1 0 880,-10 0 1,-1 0 8,2 1 0,-1 0-137,6 1 1269,-9 1-384,-27-1 146,-14-1-34,-10-1-180,3 0 1,-1 0 232,8 0 1,-1 0-491,-16 0 1,3 0-225,8 0-79,-5 0-728,32 0-694,30 2 1501,-2-1 0,2 0 0,-9 0 0,-1 0 0,4 0 0,1-1 0</inkml:trace>
  <inkml:trace contextRef="#ctx0" brushRef="#br0" timeOffset="83263">19472 13429 16255,'34'-1'141,"0"1"0,0-1 1,0 0-1,-1 1 1,2-1-1,-1 0 1,-1 1-1,1-1-133,0 1 1,2 0-1,-1 0 1,-2 0-1102,2 0 1,-1 0 0,-1 0 1056,1 0 1,1 0 0,-1 0 124,0 0 1,-1 0 0,2 1 59,-3-1 0,1 1 1,0 0-1,-2-1-116,4 1 1,-1 0 0,-1 0-19,0 0 0,0 0 0,-5 0-15,-4 0 0,-5 0 715,-8-1-883,-11 0-2320,-9 4 2488,-12 2 0,7-1 0,-4 1 0</inkml:trace>
  <inkml:trace contextRef="#ctx0" brushRef="#br0" timeOffset="83915">21377 13335 17622,'28'3'145,"0"1"1,0-1 0,-3 0 0,-1-1-1,3 0-140,4 0 1,2 1 0,1-1 0,-1-1-826,-3 1 1,-1-1 0,1 1 0,0-1 633,2 1 0,2-1 1,-1 1-1,1-1 231,0 1 0,1-1 0,0 1 0,2-1 12,-5 0 1,2 1 0,1-1 0,0-1 0,-2 1 0,-1 0-36,5 0 0,-1 0 1,-2 0-1,2 0-11,-2-1 0,1 1 1,0-1-1,-1 1 0,-2-1-7,5 0 0,-3-1 0,-3 0 377,1 0 1,-3 0-477,0-1 0,-5-1-239,-12-2-1885,-13-1-1058,-17-1 2457,-16-2 1,11 4 0,-2 1 0</inkml:trace>
  <inkml:trace contextRef="#ctx0" brushRef="#br0" timeOffset="91813">8821 12495 17745,'-1'20'302,"0"1"1,2 15-179,6-18 10,3-2-56,4-1 23,4-2 34,6-3-1,-2-6 0,5-2-11,6-7 1,4-5-1217,-4 1 1,3-3 0,-2 0 928,-3-1 1,-1-1 0,0-1 163,2-1 0,-1-2 0,-2 1 171,3-2 1,-1-1-180,-3 2 1,1-1 0,-1 0-505,-1 0 0,0 0 0,0-1 512,-4 2 0,0-1 0,0 0 0,-3 2 0,6-3 0,-3 1 0,-9 4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43:16.31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15716 2797 9913,'35'0'267,"0"-1"0,0 1 0,-1 0 1,-1 0-1,-1-1 0,0 1 1,-1 0-89,-2-1 0,0 1 1,-1-1-1,-1 1-1272,6 0 1,-2-1 0,3 1 729,-1 0 0,3 0 0,-1 0 0,-1-1 396,-5 1 1,0 0 0,-2 0 0,2 0-216,2 0 0,0-1 0,0 1 0,0-1 193,2 1 0,0-1 1,0 1-1,0-1-6,2 1 1,0-1 0,0 0 0,0 1-1,0-1 1,0 1-1,1-1 1,2 1-1,-3-1 1,2 1 0,1-1-1,0 1 1,0-1 0,-2 0-148,0 1 1,-1-1-1,-1 1 1,1-1-1,2 1 143,-5-1 1,2 1 0,0-1-1,1 1 1,-1-1 0,-1 0-1,-1 1-181,3-1 0,-1 0 1,-2 1-1,1-1 1,-1 1 183,1-1 1,0 1-1,0-1 1,0 1-1,0-1-4,-1 1 0,-1 0 0,1-1 0,0 1 0,-1-1 0,0 1 0,0 0 0,-1 0 0,1 0 0,-1 0-6,6 0 1,0-1-1,0 1 1,3 0 6,-8 0 1,1 0 0,1 0 0,1-1 0,-1 1 0,1 0 30,-1 0 0,-1 0 0,1 0 0,0 0 0,1 0 1,1 0-30,-1 0 0,1 0 0,1 0 0,0 0 1,0 0-1,-1 0 0,-2 0-17,5 0 0,-1 0 1,-1 0-1,-1 1 0,0-1 16,-2 1 1,-1-1-1,1 0 1,-3 1-1,-1-1-2,6 1 0,-2 1 0,-2-1 291,0 0 0,-1 0 0,0 0-291,-2 0 0,-1 0 0,1 0 7,5 1 1,1 0-1,-2-1-7,4 1 0,0 1 3,-7-2 1,1 1 0,-3 0 1,3 0 1,-1 0-6,1 0 0,-1 0 6,3 0 0,-1-1 44,1 1 0,1 0 472,-1-1 0,1 0-493,-5 0 1,1 0 0,-1 0 675,9 0 1,0 0-678,2-1 0,-4 1-17,-13-1 0,-3 0 2346,0 0-2335,-14 0-829,-6 0 807,-23 0 0,16 0 0,-16 0 0</inkml:trace>
  <inkml:trace contextRef="#ctx0" brushRef="#br0" timeOffset="11400">2472 4299 11246,'-2'-6'3276,"1"1"-2215,0 5-737,1 0-380,3-1 56,6 1 45,9 0-23,2 0 1,4 0-18,5-3 1,1 1 5,2-1 1,0 1-490,2-2 0,-1-1 478,-8 1 0,1 0 11,1 1 0,0-1-11,0 1 0,0-1 5,1 1 1,0 0 5,-2 0 1,2 1-5,-3 0 0,2 0 1,-2 0-8,5 0 0,0 0 0,-4 0 0,1 0 0,-2 0-6,3 0 1,-2 0 10,0 0 1,-1-1-6,-1 1 0,-1 0 0,-3-1 0,0 1 22,14-3 1,-3 1 526,-12 0-78,-3 1-23,-11 0-90,-3 2-186,-2 0-3449,3 2 0,-2 3 2457,4 3 1,-3-2 0,1 1 0</inkml:trace>
  <inkml:trace contextRef="#ctx0" brushRef="#br0" timeOffset="12134">4325 4279 13633,'-5'0'1692,"2"0"-1233,3 0-336,4 0 213,10 0-100,11 0-141,5-3 1,4-1-855,-9 2 1,2-1-1,0 0 759,0 0 0,1 0 0,0-1-127,-1 2 0,0-1 0,-2 1-1378,3 1 0,-1 0-134,1 1 1,-1 0 982,3 0 1,-3 0-1,4 0 1,-6 0 0</inkml:trace>
  <inkml:trace contextRef="#ctx0" brushRef="#br0" timeOffset="13085">6028 4307 15616,'23'-1'71,"0"0"0,5-1 0,1 0-60,6 1 0,5-1-809,-8 0 0,4 0 0,2 0 1,1-1 805,-4 1 1,1 0 0,1 0 0,1-1 0,-1 1-365,-5 0 1,0 0 0,0 0 0,0 0 0,1 0 0,-1 0 358,1 0 1,0-1 0,0 1 0,0 0 0,-1 0 0,-1 0-2,5 0 1,-3-1 0,1 1 0,2 0 10,-1 0 1,3 0-1,0 0 1,-1 0-1,1 0-6,-4 0 0,0 1 0,0-1 1,0 0-1,0 1 42,2-1 1,1 0-1,-1 0 1,-1 0-1,-2 1-120,7-1 0,-2-1 1,-5 1 333,-3 1 0,-6-1 1179,-6 0-937,-15 1-3782,-2 1 2457,-11 6 1,7-5 0,-7 5 0</inkml:trace>
  <inkml:trace contextRef="#ctx0" brushRef="#br0" timeOffset="15801">10066 4305 9834,'-7'3'1379,"2"0"-337,5-3-12,0 0-704,23 3-147,-5 0-95,2 0 0,1 0 17,12 1-23,4 0-45,-10-2 1,2 0-6,3 1 0,1 0-533,-5-1 1,1-1 0,0 1 526,5 0 0,0 0 0,0 1 1,-2-1-23,-9-1 0,0 1 17,11 1 0,2 0-10,-11-1 1,1 0-1,0 0-4,0 1 1,0-1 0,0 0-10,12 2 1,-3-1-127,-10-1 1,0 0 131,0 0 0,1 0 0,-2-1 0,6 0 0,-1 0 4,-4 0 0,1 0 0,-1-1 1,12 0 1,-1 0-1,-1 0 1,1 0 5,-8 0 0,2 0 1,-2 0-265,4 0 0,-2 0 253,-3-1 0,-2 1 11,10-1-11,-12 0 0,1 1 5,2-1 1,2 1-1,7 0 1,1 0 377,-6 0 1,-1 0-384,0 0 0,-1 0 0,-7 0 0,-1 0 6,0 0 0,1 0 67,0 0 1,1 0-52,10 0 1,1 0-12,1 0 0,2 0-288,-6 0 0,0 0 0,0 0 277,5 0 0,-1 0 11,-1 0 1,-2 0-398,-9 0 1,0 0 413,1-1 0,0 1 169,0-1 0,1 1-152,11-1 0,0 0-17,-7 0 1,0 0-334,9 0 1,-1 1 309,-9-1 1,-2 1 5,1-1 0,0 1-11,-1-1 0,0 1 0,-1-1 0,0 0 544,-1 1 0,0-1-533,9 0 0,0 0 0,1 0 1,2-1 17,-7 1 1,2 0 0,-2 0 57,6-1 0,-1 1-59,-1 0 0,-2 0-6,-8 1 1,0 0 46,9-1 0,2 0-47,3 1 1,0-1-18,0 1 1,1-1-347,-1 0 0,-1 0 346,-9 1 1,-1-1 5,1 1 0,0-1-195,-1 1 1,1-1 183,-1 0 0,-1 0 190,1 0 0,1-1-198,-1 1 1,1-1-1,0 1 14,4-1 0,0 0-6,-4 0 0,1 1 0,0-1 3,0 0 1,-1 1 0,0 0-301,4-1 0,0 0 297,-5 0 0,2 1 0,-3 0 0,2 0 0,1 0 334,-3 0 1,2 1 0,1-1-335,4 0 0,1 0 0,1 0 0,-1 0 0,-1 0 0,2 0-547,2-1 1,0 1-1,-1-1 543,-8 1 0,-1-1 1,0 1-5,2-1 1,-1 0 0,1 1-236,0-1 1,-1 1 0,1-1 242,0 1 0,-1 0 0,0 0 14,0 0 0,-1 0 0,2 1-14,8-1 0,2 1 0,-2 0 7,-8 0 1,-1 0 0,2 0-5,6 0 1,3 0 0,0 0-7,-8 0 0,1 0 1,-1 0-1,0 0-356,4 0 1,-2 0 0,2 0 355,-2 0 0,2 0 0,0 0 0,-3 0-1,1-1 1,-2 1-1,1 1 277,-1-1 0,0 0 0,1 1 0,-1-1-273,7 1 0,0 0 0,-1-1 0,-1 1 0,1 0 0,-2 0 15,-6 0 0,-2-1 0,-1 1-10,-1-1 1,-1 0-6,-1 0 0,-1 0 6,0 0 0,1 0-1,-1 0 1,1 0 394,-1 0 0,2 0-260,12 0 0,1 0-67,-7 0 0,0 0-10,-3 0 1,0 0 0,0 0-25,3 0 0,-2 0-17,0 0 1,-1 0-1,-2 0 1,0 0 11,-3 0 0,-1 0 1884,12-1-1850,6-2-46,-19 1 0,1 1-16,1-1 0,0 0-6,1 1 0,1-1-40,-3 1 1,0 0-1384,4 0 0,0-1 1573,1-2 1,0 0 0,4 1 0,-6-3 0</inkml:trace>
  <inkml:trace contextRef="#ctx0" brushRef="#br0" timeOffset="23204">6843 6555 16075,'-3'-7'124,"1"2"-124,2 9 89,0 5 1,1 8-90,2 4 22,2 3 1,5-1 44,12 3-45,-5-16 1,2-2 10,1 1 1,1-3-468,4-2 0,1-3 518,-3-5 0,0-1 28,4-2 0,1-1-23,3-5 1,1-2-34,-9 4 0,0 0 0,1-1-379,1 0 1,-1-1 0,2-2 364,0 0 0,2-1 0,0 0 0,-2 0-718,1-1 1,0 1 0,-1-2 689,-1 2 0,1-1 0,-1 0 0,-2 1 14,8-7 0,-2 2-330,-2-1 0,-1 1 324,-2 1 1,0 0 288,3-3 1,-2 1-290,-5 5 1,-2 1-23,-1 1 0,-2 2 0,-3 3 786,-10 8-921,-2 2 1202,-2 7-4344,-2 12 2711,-2 3 0,2-2 1,1-10-1</inkml:trace>
  <inkml:trace contextRef="#ctx0" brushRef="#br0" timeOffset="24337">9932 6959 10864,'36'-4'-600,"0"0"0,0 0 1,-10 1-1,1-1 600,0 1 0,7 0 0,1-1 0,-2 1 0,-8 0 0,-4 0 0,-4 1 0,14-2 0</inkml:trace>
  <inkml:trace contextRef="#ctx0" brushRef="#br0" timeOffset="25005">11756 7001 15997,'35'0'373,"-1"0"1,-2-1 0,0 0-326,1 0 1,3 0-1,-1-1-907,-4 0 1,-1 0 0,1 0 884,0 0 0,1-1 0,0 1-362,0-1 0,0 1 1,0-1 346,-1 0 0,0 1 0,0-1-11,0 1 0,-1-1 0,-1 1 15,-1-1 0,0 1 0,-1-1-15,10 0 0,-1 0 148,-10 0 0,0 0 1,-1 0-1740,4 0 0,-1-1-48,-1 0 1,-3 0 818,7-1 1,-21 2 0,-3 2 0</inkml:trace>
  <inkml:trace contextRef="#ctx0" brushRef="#br0" timeOffset="26967">7970 7691 13969,'-3'-1'1356,"1"1"-1110,30 2-235,-6-1 1,3 0-304,2-1 1,3 1-1,0 0-801,-4-1 1,0 1 0,0-1-1,2 0 1,1 0 0,-3 0 888,6 0 0,-3 1 1,5-1-1,-8 0 1</inkml:trace>
  <inkml:trace contextRef="#ctx0" brushRef="#br0" timeOffset="27569">9220 7704 14193,'-3'-2'1311,"1"1"-482,2 1-403,31 0-236,2-1 1,4 1-744,-11 0 1,2 0-1,0-1 605,7 1 0,1 0 1,-2 0-445,-8 0 0,0 0 0,-1 0 420,11 0 0,0 0 16,-3 0 1,1 0-64,-8 0 0,0 1 0,-1-2 24,6 1 1,-1-1-17,2 0 0,-3 0-79,3-1-1165,-14 1-2022,-10 0 3446,-2 0 0,-4 1 0,0 0 0</inkml:trace>
  <inkml:trace contextRef="#ctx0" brushRef="#br0" timeOffset="28318">11544 7845 6069,'25'1'3276,"1"-1"-2231,4-2 1,2 0-917,-2 0 0,0-1-28,5-1 0,0 1 52,-10 0 1,0 0 0,1 1-128,-1-1 0,1 1 1,0-1-9,0 0 1,0 0 0,0 1 9,11-2 0,-1 1 243,-1-1 0,-2 1-271,-3 0 0,-1 1 6,-3-1 0,-1 1-1,-4 1 1,0-1 1155,0 1 0,-1 0-1116,13-2-45,-6 1 663,-9 0-651,-11 2 1521,-3-1-1533,-2 1-682,-1 0-2595,-6 0 3261,-4 0 1,2-1-1,-1 1 1</inkml:trace>
  <inkml:trace contextRef="#ctx0" brushRef="#br0" timeOffset="31139">7593 7553 14227,'-28'0'819,"1"-1"0,-1 0 0,-11 0 0,4-1-61,2-5-862,-2-2 552,2-2-213,-1-3-174,17 6 1,0-2-12,-7-6 1,-1-3-29,1-4 1,0-2-488,1 0 0,1 0 465,4-2 0,4 0-6,7 9 1,3 0-7,-2-17 343,9 4-376,8 11 0,5 1-17,7 1 0,3 1-306,2 0 0,1 2 256,3 2 0,0 2-408,-9 5 0,0 1 223,-2 1 0,-1 0-454,16 0 592,-6 3-973,-7 0-2145,-2 5 0,-9-1 2974,-2 3 1,-9-3-1,-1-1 1</inkml:trace>
  <inkml:trace contextRef="#ctx0" brushRef="#br0" timeOffset="31468">7434 6884 11593,'-2'-2'2813,"1"-1"-2118,1 3-527,9-4 90,2 2 122,18-2-66,-2 2-135,1 2-66,-7 3-57,-9 2 11,1 3-33,-2 3 22,-1 9-34,-4 7-11,-8 3-22,-7 6-1326,-7-5-1940,0 1 2813,-1 0 1,8-15-1,3-4 1</inkml:trace>
  <inkml:trace contextRef="#ctx0" brushRef="#br0" timeOffset="34218">6458 7222 13476,'0'-5'3276,"0"1"-2115,0 4-1128,11 5 58,2 8-58,14 9-22,-13-7 1,0 1-618,1 2 0,1-1 606,-1 2 0,0-1-68,-1 0 1,1 1-258,-1-2 0,0 0-213,-1-1 0,0-1-1422,11 11 2032,3-4 0,-13-11 0,0-3 1</inkml:trace>
  <inkml:trace contextRef="#ctx0" brushRef="#br0" timeOffset="34502">6807 7068 13779,'-4'0'1030,"1"0"-727,-9 12 0,-3 6-23,-4 7-776,-2 1 0,-1 2 563,8-6 0,1-1-22,-1 2 0,0 1 22,0-1 0,0 2-34,0-2 1,1 1-34,0-1 0,1 0 5,-5 6 1,0 0-12,5-8 1,1 0-6,-3 3 0,0-1-319,0 3-2947,4 0 2457,4-12 1,3-1 0,3-11 0</inkml:trace>
  <inkml:trace contextRef="#ctx0" brushRef="#br0" timeOffset="35820">18604 7751 15090,'-2'-5'1602,"1"1"-1266,28-7-112,7 5-968,-11 2 0,4-1 1,4-1-1,-1 2 757,-1 0 1,2 1-1,0 1 1,1 0-1,-1-1-466,3 0 1,-1 0 0,1 0 0,0 0-1,1 1 453,-3-1 0,1 1 0,1 0 0,-1 0 0,0 0 0,-2 0 6,1 0 1,-1 0 0,0 1 0,0-1 0,2 0-3,-2 1 1,0-1 0,2 1 0,0 0 0,1-1 0,-1 1 0,-1 0-160,5-1 0,-1 1 0,1 0 0,-1 1 0,0-1 0,0 0 151,-1 0 0,0 0 0,0 0 1,-1 0-1,0 0 0,-2 0-1,0 1 1,0-1 0,-1 1-1,-2 0 1,-2 0-346,2 0 1,-3-1 0,-2 1 343,-1 0 1,-3 0 576,14-1-571,-28 0 1687,-4-1-1867,-1 1-463,-4-1-2634,-3 1 3297,-6 0 0,4 1 1,1 0-1</inkml:trace>
  <inkml:trace contextRef="#ctx0" brushRef="#br0" timeOffset="37469">13170 8505 14955,'0'-4'1076,"0"1"-712,17 2 0,7 1-1804,12 0 1473,-13 0 1,4 0 0,-1-1 10,7 1 1,1 0-142,1 0 0,4-2 0,-1 1-996,-8 0 1,-1-1 0,1 0 963,0 0 1,3-1 0,-2 0 0,-4 0 0,-2 0 0,-3 0 0,-4 0 0,1 0 0</inkml:trace>
  <inkml:trace contextRef="#ctx0" brushRef="#br0" timeOffset="45985">3059 10427 15863,'24'2'257,"1"0"1,2 1 0,0 0-185,2 0 0,0 0-866,3 1 1,2-1 825,-7 0 1,2-1 0,1 1 0,-1-1-884,4 0 1,-2 0 0,3 0 863,-1 0 0,2-1 0,1 1 0,-2-1 4,4 0 1,-1-1 0,0 0-355,-7 0 0,1-1 0,-1 0 0,1 0 355,1 0 1,0 0 0,0-1 0,1 1-6,0-2 0,0 1 0,1 0 0,-1-1-194,0 1 1,-1-1 0,1 0 0,1 0 190,-1 1 0,1-1 1,1 1-1,0 0 0,-1 0-212,-3 1 1,0 0 0,0 0-1,-1 0 1,0 0 200,7 0 0,-1 0 0,0 0 0,-2 1-4,2 1 1,-2 1-1,-3 0 474,-3 1 1,-3 1-483,-2 0 1,-2 1 34,16 3-12,-6 0 1825,-8-3-1881,-3-1 1151,-10-1-1083,-3-2 3231,-6-1-3646,-1 0-2885,2 0 3155,1-7 0,0 5 0,-1-5 1</inkml:trace>
  <inkml:trace contextRef="#ctx0" brushRef="#br0" timeOffset="48735">6251 10411 9890,'-2'-4'1748,"-1"1"34,3 3-1692,-4-7-79,3 6 23,-3-6-34,9 7 101,13 0-1,17 0-83,-15 0 0,1 0-330,4-1 1,0 1 329,-4-1 0,-1 0-12,3 1 1,-1-1-6,2 0 0,-1 0 11,2 0 1,0 1-7,-1-1 1,3 1 9,-3-1 0,2 1 0,0 0-12,2 0 1,-1 0 0,1 0-1,0-1 1,1 1 0,-1 0-573,-1 0 0,0 0 1,-2 0 568,4 0 0,-1 0 0,0 0 0,1 0-217,-2 0 0,0 0 0,0 0 217,4 0 0,0 0-4,-4 0 0,0 0 1,0 0 3,2 0 0,-1 0 0,0 0 0,0 0 0,0 0 0,0 0 0,-2 0 0,0 0 0,-1 0 0,0 0 5,-2 0 1,1 0-118,7 0 0,1 0 112,-1-1 0,-1-1 0,1 2 0,-1-1-6,-3-1 1,-3 0 5,11 0 0,-2 0 0,-1 2 0,0-1 0,-1 1 234,-9 0 0,1 0-229,-1 0 1,1-2-6,-1 2 0,0-1-6,-2-1 1,-1-1-7,6 0 12,-1 0 12,-2-1 1591,-1 2-1603,-1-1 825,15 0-819,-14 1 0,2 0-1,0 1 1,0-1-276,2 0 0,-1 0 315,10 0-45,2 0 0,1 0-12,-1 1 35,0 0-29,-12 1 1,0 0 5,11 0 0,-13 0 0,0 0 0,8 0 0,2 0 11,1 0-11,-1 1-23,1 1 34,-13-1 1,1-1-1,13 1 191,-3-1 78,-16 0 904,-10 0-992,-5 0-114,1 0-2252,2 1-1103,-3 2 2782,3 3 1,-3-1-1,0-1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49:27.97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3876 4924 14059,'-5'0'3276,"-4"0"-2059,8 0-1015,32 0-146,-1 0 0,6-2-876,-7 0 1,4 0 0,1 0 0,-1-1 583,-3 1 1,1 0 0,-1-1 0,1 0 232,2 0 0,2-1 0,-1 0 0,-2 0 68,1 0 1,-2 0 0,1-1-61,-1 1 1,1-1 0,1 0-1,-1 1 6,-3 0 0,0-1 1,-1 1-1,1 0-6,2 0 1,1-1 0,-1 1 0,-3 0-6,11-1 0,-4 0 0,-12 2 0,-5 1 11,-4 1-11,-7 1 22,-4 0-1052,-2 0-2247,6 0 3151,2-1 1,-1 1 0,0-1 0</inkml:trace>
  <inkml:trace contextRef="#ctx0" brushRef="#br0" timeOffset="2464">5617 4933 12624,'-4'0'1300,"0"0"-381,4 0-751,70-1-118,-34-1 1,3-1-871,-5 1 1,4 0 0,1 0 0,-3-1 524,1 0 0,-3-1 0,0 0 302,1 0 1,0 0 0,-2-1 296,2 0 0,-1 0-301,-7 1 1,1 1 0,-1-1 2,6-1 0,-2 0 5,0 0 0,-2 1 23,0-1-1,-18 3-33,-10 1-1093,1 1 1,-1 0 0</inkml:trace>
  <inkml:trace contextRef="#ctx0" brushRef="#br0" timeOffset="4981">3188 7266 13184,'-7'0'1267,"25"0"-1267,7 0-208,-1 1 1,2-2-1148,0 1 0,0 0 150,1 0 0,2 0 1085,2 0 1,-2-1 0,5 1-1,-7 0 1</inkml:trace>
  <inkml:trace contextRef="#ctx0" brushRef="#br0" timeOffset="5332">4387 7167 12792,'-2'-2'640,"0"1"-461,2 1-1894,61-6 1715,-28 1 0,1 1 0,4 0 0,-1 0 0,-11 0 0,0 0 0</inkml:trace>
  <inkml:trace contextRef="#ctx0" brushRef="#br0" timeOffset="6050">6176 7143 17095,'32'0'329,"0"1"0,1-1 0,2 1-221,-4-1 0,2 1 0,0-1-574,-5 0 1,1 1 0,0-1 0,1 0 509,6 0 1,3 1 0,-1-1 0,-2 1-34,-6-1 0,-1 0 0,-1 0 1,-1 0 2,7 0 1,-1 0 0,-3 0-15,-2 0 0,-1 0-6,0 0 1,-1 0 671,7 0-666,-5 0 318,-19 0-878,-7 0-2717,-2 0 2457,-13 4 1,10-3 0,-10 4 0</inkml:trace>
  <inkml:trace contextRef="#ctx0" brushRef="#br0" timeOffset="8481">10145 7776 15347,'0'15'1053,"0"6"-806,0 8 112,0 6-107,-1-4 0,1 3-525,-1-8 1,1 1 0,0 2 339,-1-2 0,1 2 1,-1 0-1,0-1-486,1 3 1,-1 0 0,1 0 425,-1-2 1,0 0 0,0-2 14,1 0 0,-1-1 279,1 6 1,-1-1-297,0-5 1,1-1-6,0 0 0,-1-1-11,1 1-90,0-15-111,0-7-1600,0-2-1465,-4-11 3028,-1-1 0,0-2 1,1 4-1</inkml:trace>
  <inkml:trace contextRef="#ctx0" brushRef="#br0" timeOffset="9101">9988 8018 15515,'15'-30'852,"0"3"-617,-4 11 12,0-2 134,5-10 33,1-4-212,-1 0 34,-4 5 77,-5 12-66,-3 6-91,-2 3-55,0 3-101,4 3 67,8 1-33,2 3-34,6 4 11,-6 2 0,0 3-11,1 3 0,1 4-11,0 2-493,-5-4 0,-1 1-829,7 12-306,-8-10 1,0 0-1639,2 11 2480,-1 1 1,-6-15 0,-2-4 0</inkml:trace>
  <inkml:trace contextRef="#ctx0" brushRef="#br0" timeOffset="9615">9747 8836 13924,'-5'-2'1323,"1"1"-629,1 28-436,1-5-202,1 0 0,-1 2-12,2 10-38,-1-11 0,2 1-331,2-3 0,1 1-1314,2 1 1,0-1 1266,10 5 1,-5-14 0,-6-10 0</inkml:trace>
  <inkml:trace contextRef="#ctx0" brushRef="#br0" timeOffset="9985">9895 8928 14048,'3'29'67,"0"-4"-56,1-13-11,-1-2 0,2-5 0,-1-1 112,-1-4 235,2-2 57,1-3 223,8-12-280,4-6-241,-5 9 1,0 0-96,8-5-11,0 8-44,-7 8 10,1 2-44,0 5-23,2 5-358,-3 6-2276,1 12 158,-9-6 2577,0 5 0,-6-16 0,0-4 0</inkml:trace>
  <inkml:trace contextRef="#ctx0" brushRef="#br0" timeOffset="10232">9758 8641 14283,'29'-1'-1093,"1"-1"1,-2 2 0,0 3 440,-6 3 1,-2 1 0,4 3 0,-5-2 0</inkml:trace>
  <inkml:trace contextRef="#ctx0" brushRef="#br0" timeOffset="10815">10343 8804 15325,'-19'11'26,"0"1"0,0 3 0,4 2-306,8 17-6,4-12 0,2 0-117,6 13-471,5-8 874,4-17-101,2-5-134,0-5 235,0-7 246,-1-4 618,5-20-69,-7 4-856,-4 8 1,-2 0 620,1-13-100,-2-2-299,-4 15 0,-1 0 220,0-9 0,-1-1-230,-1 9 1,-2 0 38,1-4 1,-1 2 369,-6 3-560,3 10-135,1 4 678,5 9-543,-1 7 0,1 11-34,1 12-84,1-14 1,-1 3-1203,2 10 1,1 2 646,-1-8 1,1 1 246,-1 6 1,3 1 425,7-3 0,0-2 0,-4-1 0,2-12 0,0 1 0</inkml:trace>
  <inkml:trace contextRef="#ctx0" brushRef="#br0" timeOffset="11132">10587 8956 10552,'1'-4'1153,"-1"1"-581,0 3-527,25-11-23,-10 1 73,3-1 1,-1-1 890,-3-8-370,-5 4-134,-6 0 78,-3 7 718,-5-2-909,-1 4-55,-5 1 134,-6 4-392,-1 9-67,0 2-23,2 10 34,8 2-89,1 15-684,3 1-242,6-15 1,2-1 443,9 8-134,10-10-2041,4-12 2746,0-4 0,-11-2 0,-4-1 0</inkml:trace>
  <inkml:trace contextRef="#ctx0" brushRef="#br0" timeOffset="11365">10856 8844 17330,'-2'4'56,"13"10"-56,8 2-62,-4-5 1,1 1-539,4-1 1,1 0-1059,11 5 19,-10-6 1,-1-2 1031,4 0 0,-10-5 1,-6-2-1</inkml:trace>
  <inkml:trace contextRef="#ctx0" brushRef="#br0" timeOffset="11615">11014 8835 15437,'-19'21'52,"1"0"0,1-1 1,4-1-53,4 4-571,2 0-1122,1-2 1693,-3 5 0,6-14 0,-2 2 0</inkml:trace>
  <inkml:trace contextRef="#ctx0" brushRef="#br0" timeOffset="20600">17140 4148 17386,'31'-4'71,"0"0"0,0 0 0,0 0-54,-4 0 0,1-1 5,8-2 1,1-1-23,-6 1 0,-1-1-219,-1 2 0,-3-1 219,5-2 199,-23 6-109,-4 2 179,-3 0-190,-10 3-113,-3 8 12,-11 7-1,-1 11-129,5 0 1,2 2-303,4-5 1,1 0 326,2-2 0,0 2 0,2 0 71,2 0 0,2 2 0,1 0 41,0 1 0,2 0 0,-1 0-4,0-1 1,1 1-1,0-1-20,2 10 0,0-4-1,0-11 1,-1-1-23,2 3 1,-3-1 78,-7-5 0,-3-1 498,-6 0 0,-4-2 196,-10-6 1,-2-5-550,2-2 1,1-1-273,-2-3 1,1-1 238,8-1 0,1-1 306,-6-4 0,1-1-631,5-2 0,1 0-230,1 0 0,3-1-1467,0-11-864,22 6-520,14 0 2973,-1 8 0,1 1 1,4-1-1,2 2 0</inkml:trace>
  <inkml:trace contextRef="#ctx0" brushRef="#br0" timeOffset="21484">18132 4440 13588,'-14'-15'1614,"-1"4"-1054,2 10 89,-11 2-21,-7 9-348,0 1-67,1 9-45,12-2 0,1 4-123,5 1-29,6-6 1,1 2-73,0 17 39,3-15 1,2-1 5,6 7-68,3-10 79,6-12 23,2-1 44,4-4 22,14-10-44,-18 1 1,1 0 10,0-2 0,-1-1 56,-2-2 0,-2-1 179,3-7 23,-2-3-1,-1-1-61,-6 7 1,-1 1 374,1-9-504,-1 2-224,-5 16 34,-1 13 56,0 7-45,6 25-561,1-14 1,3 2-1023,9 5 1,3-1-1,0-5 1,1-5 1059,8-3 0,-2-5 0,-1-2 0,-4-6 0</inkml:trace>
  <inkml:trace contextRef="#ctx0" brushRef="#br0" timeOffset="22348">18990 4389 17286,'-6'-20'1524,"0"4"-1334,5 16-89,0 0-56,-1 0-34,1 4 0,0 6 34,1 8-1,2 2 1,2 2-39,2 1 0,2 1-133,-1 0 1,1 0 137,1-3 1,1-2-1,5 0-11,-1-4 0,1-4 11,-1-6 11,-1-2 136,8-3-91,4-15 12,0 1 33,1-14 123,-9 3-81,0-5 14,-3-4-129,-6 9 0,-1-1-39,0 2 0,0-1-370,-1 0 1,0 2-808,1-6-895,-2 18-439,1 13 2511,11 16 0,-9-11 0,6 10 0</inkml:trace>
  <inkml:trace contextRef="#ctx0" brushRef="#br0" timeOffset="23032">19925 4316 15672,'-28'-9'478,"1"0"0,1 2 0,2 5-388,0 12-45,4 7 0,2 4-40,5-4 1,0 1-6,-4 8 0,3 1 0,6 0 0,3-1-68,3-4 1,2 0-67,2-2 0,3-3-34,14 4 168,5-17 0,3-3 11,3-7 106,-10-2 1,0-3 100,1-5 1,0-2 251,2-4 1,0-2 55,-4 1 1,-2 1-320,-5 5 1,-3 2 117,1-6-168,-8 14-247,-1 4-89,3 14 179,2 6-269,5 15-415,1 3-320,-5-16 1,0 0 201,0 0 1,1-1-838,7 7 1,1-2 1091,-1-6 1,-1-2 0,0 1 0,-1-2 0,2-4 0</inkml:trace>
  <inkml:trace contextRef="#ctx0" brushRef="#br0" timeOffset="23848">17244 5293 15818,'-22'18'302,"0"1"1,2 0 0,3 1-287,9-1 1,3 2-321,0-1 1,1 1 308,1 0 1,1-1-12,1 0 1,1-1-29,8 15-80,2-16 0,4-2-37,4-5 0,2-3 151,0 1 0,0-4 17,1-6 0,-2-4 195,9-9 215,-3-10 144,-3-3 17,-11 7 0,-1-2-190,-4-1 0,-2 0-348,-1 0 0,-1 1-50,-5 0 0,-2 2-249,-8-7-64,-5 4-294,-1 5-1096,0 8-1574,2 7 3046,4 11 0,6-4 0,3 4 0</inkml:trace>
  <inkml:trace contextRef="#ctx0" brushRef="#br0" timeOffset="24234">18168 5209 18451,'0'28'186,"0"0"1,0-1 0,0-2-176,0 12-11,0-1-336,0-3-1303,2-13 1,2 0 1519,13 13 0,-7-7 0,5-12 0</inkml:trace>
  <inkml:trace contextRef="#ctx0" brushRef="#br0" timeOffset="24866">19099 5138 17767,'22'-17'-86,"1"-1"0,0 3 1,1 7-442,0 14 1,-1 6 268,-5-3 0,-3 3 84,-3 7 1,-3 1-1137,-6 15 1310,-7-15 0,-2 0 22,-2 1 1,-2 1-18,-4 0 1,-2 0 22,0-1 0,-2 0 162,-5 5 1,-1 0 369,5-7 1,1 0-427,2-1 1,0-3 471,2 1-326,11-13 112,3-2-89,5 0-180,9-1-123,11-1-544,4-5 1,3-1-212,-6 1 1,1 0 145,-3 0 0,1-1 0,0 0 609,2-1 0,-1 0 0,-3 1 0,12-3 0,-12 3 0,0-1 0</inkml:trace>
  <inkml:trace contextRef="#ctx0" brushRef="#br0" timeOffset="25398">19886 5082 17756,'29'-15'7,"1"0"1,2 1-1,-1 5-186,4 13-51,-16 1 1,-2 2-174,3 9 212,-11 6 191,-8-3 34,-8 2-34,-4 0 45,-10 6 100,7-6-66,1-1 55,9-5 1,4-6 133,16 8-268,-1-5 67,10 5 1,3 0 122,2 1-95,-7-4 1,-2 1-85,-4-2 438,-6-4-293,-5-3 147,-4-3 290,-4 0-144,-28 3-449,-5 1-761,7-1 0,-6 0 1,2-1-876,-3 2 0,-1 1 1636,4-2 0,-2 1 0,5-1 0,9-2 0,2 0 0,-11 2 0</inkml:trace>
  <inkml:trace contextRef="#ctx0" brushRef="#br0" timeOffset="27634">19192 5860 16759,'-6'29'591,"-1"0"0,3 2 0,0 3 0,2 2-418,0-6 1,1 0 0,0 2 0,0-1-332,1 0 0,-1 0 1,0 2-1,0 1 167,-1-1 0,0 3 1,-1 2-1,0-1 1,0-2-1,1-4-1102,0 1 1,1-3 0,-1 1 405,-1 3 1,0 2 0,-1-1-1,3-9-1128,2-2 563,3-18-2025,3-7 3241,3-6 1,-4 3 0,-1-2 0</inkml:trace>
  <inkml:trace contextRef="#ctx0" brushRef="#br0" timeOffset="28031">19025 6044 12266,'0'-6'2936,"-1"1"-2096,9-28-425,-1 16-253,0-5 1,0 0 363,5 1 101,-1-2 57,-1 1-202,-2-2-78,-2 0 548,-2-7-89,-1 10-852,-2 3-11,-1 13-101,0 5 45,4 3 56,6 5 5,5 5 1,4 3-180,4 4 0,1 2-629,-2-3 0,1 1 1,-2 0-837,7 5 1,-1-2-1,-3-1 1,0-3 982,-6-7 1,-3-2-1,3 1 1,-3-5 0</inkml:trace>
  <inkml:trace contextRef="#ctx0" brushRef="#br0" timeOffset="29448">19317 3870 11280,'-28'-1'552,"-1"1"1,2-1 0,2 1-318,-9 5-813,-2 4 667,18-3 1,-2 2 22,-8 5 0,0 1-73,6-2 1,1-1 27,-7 4 0,2 1-22,9-5 0,2 1 120,-4 4 0,1 3-126,-1 2 1,0 2 8,2-2 1,1 1-1,-1 1-908,-1 1 1,0 2 0,1-1 948,3-3 1,0 0 0,0-1 11,-5 11 0,1-2-73,7-8 1,2-1 105,-2 9 1,2 1-18,2 0 1,2 1-44,2-6 1,0 1 0,2-2-60,2 5 0,3-2 24,0-2 1,2-1 16,12 6-12,-3-10 0,2-2 6,3-1 0,3-2-44,4 3 0,3-3 33,0-2 0,0-3-39,-6-3 0,-1-2 5,-2-1 1,-1-1 28,7-1-34,2-1 3079,-1-1-3074,-6-2 1,0-1-1,2-1 1,0-2-6,-1 2 0,1-2 17,6-3 0,-1-2-17,-5 1 0,0-1-6,5-3 0,0-2 17,-2-1 1,-1-2 21,-4-1 1,-1 0 22,-5 3 0,-1 0-6,-3 0 1,-1 1 16,5-10 110,-6 7 1,0-3-44,-1-3 1,0-2 117,0-9 0,-2-1-112,-2 7 0,-1 0 2,-4 4 0,-1-1 0,-1 1 9,-5-5 0,-2-1-91,1 6 0,-1-1 0,-1 0-15,-2 1 0,-2 1 0,1 1-34,-3-4 1,0 2-7,0 2 1,1 3 5,-6-6-11,0 3-76,1 1 76,-1 4-45,2 2-953,-5 2-1713,-4 8 1120,0 5-1686,-2 12 2603,8 9 0,10-7 0,2-2 0</inkml:trace>
  <inkml:trace contextRef="#ctx0" brushRef="#br0" timeOffset="30299">13408 8041 20569,'34'-8'166,"0"-1"1,0 0 0,0 0-1,1 1 1,0-1 0,-1 1-1,0 0 1,1-1-823,-3 1 1,2-1-1,0 1 1,-1-1 0,-1 2 276,-1-1 1,-3 2 0,1-1 0,0 0 386,6 0 1,0-1-1,1 0 1,-2 1 260,3-1 0,-2 0 0,0-1-266,1 1 1,-1 0 0,-3 1 334,-3-1 1,-5 2-428,-1-2-2062,-15 5-1126,-7 2 3596,-12 1 0,7 0 1,-8 0-1</inkml:trace>
  <inkml:trace contextRef="#ctx0" brushRef="#br0" timeOffset="34782">7539 10493 14204,'22'1'347,"0"-1"1,4-2 0,0-1-220,-5-1 1,-1-1-62,8 0 1,0 0-12,-4 2 0,-1 1-318,1 0 0,0 1 284,-4 0 1,0 1 5,12-2 0,2 0-25,-9 0 1,-1 0 0,3 1-4,5-2 0,2 1 0,0 0-635,1-1 0,1 0 1,-3 1 634,-5 0 0,-2 0 0,2 1 0,4-1 0,2 0 0,-2 0-117,5 1 0,-1 0 124,-7 1 1,1-1-1,-2 1-7,4 0 0,-2-1 0,-2 1 0,-2 0 0,10 0 34,1 0-34,-1 0 0,-1 0 0,-2-1-11,-14 0 0,1 1 44,6-1-48,5-1 26,-14 0 309,-1 0-185,-2 0 2169,-2 1-2091,-1-1 491,4-2-335,0-2-56,0 1-134,-4 0-34,-7 3-32,-3 1-57,-1 1-56,5-1 0,-2 0-145,6-1-1077,-6 1 129,1 0 1,-4 1 0</inkml:trace>
  <inkml:trace contextRef="#ctx0" brushRef="#br0" timeOffset="41600">4714 2521 19302,'-8'1'-268,"1"-1"-550,7 0-79,2 3-604,4 2-1776,4 3 3241,5 0 1,-5-3 0,-2-2 0</inkml:trace>
  <inkml:trace contextRef="#ctx0" brushRef="#br0" timeOffset="42115">5100 2648 13581,'15'-23'597,"0"0"1,-2 2-1,0-1-367,0-2 0,-2-2-102,1-4 1,1-2-1222,-3 3 1,0-2 0,-1 2 992,-2 3 1,0 1 0,-1-1 103,-1 0 0,0 1 0,-1 0 163,-2-3 1,0 1-157,0 1 0,-1 0 344,-1 2 1,0 0-272,-2-3 0,-3 2 229,-6-10-313,-3 6-11,-1 20 65,2 16 2,-2 6-45,-5 14 17,5 0 0,1 5-83,7-8 1,1 1 0,0 0 61,0 0 1,-1 1 0,3 0 14,3 12 1,5-3 196,1-10 0,2-1-219,1-1 0,3-1 0,0 0 0,1-2 0,0 0 0,1 0 0,0-2 0,2-1-196,5 5 0,3-2-954,0-4 1,1-2-490,5 0 1,0-3 1233,-6-6 1,-3-3-1,7-3 1,-16-3-1</inkml:trace>
  <inkml:trace contextRef="#ctx0" brushRef="#br0" timeOffset="43315">5515 2430 10832,'16'4'672,"-1"-1"180,1-10-360,-1-6-144,0-4-23,-5-2-11,-5 4 66,-3 2 113,-1-1 594,-5-1-515,-11 5-325,-10 2-236,-9 21-22,5 3 5,15-2 0,3 3-16,-2 12 5,8-7 0,2 0-22,0 0 0,4-1-102,7 3 1,3-1-207,10 6 84,-4-20 0,2-3-388,13-2-513,0-3-383,1-7 292,-12-1 0,1-3 17,-2-2 0,-1-2 1226,1-1 1,-2 1 11,-4 0 0,-1 0 1939,3-14-976,-6 7 1144,0-14-459,-8 10-797,0 2-324,-2 8-12,0 10-179,0 3-437,0 2 135,0 19-1,0-1-21,-1 19 21,0-6 23,-2 2-45,0-1 1,0-5-1,2-5 22,0-9 382,1-6 134,0-4-34,0-3-179,1-4-235,2-4-67,4-6-34,5-5 0,2-1 0,2 0-23,7-1-223,0 9-68,0 2-33,-3 8-146,-2 6 78,1 1-33,2 5-381,-5-2 0,2 0 78,2-1 1,0-2 324,0 1 0,0-1 112,-1-2 1,-1-2 313,5-7 0,-2-2 459,-6-6 404,-1-1 89,-4 0 718,-2-6-987,-5 6-201,0-5-67,-3 8-1,-3 2-100,0 2-180,-4 3-78,0 3-78,-6 4-12,-6 19 23,0 2 11,8-3 0,1 1-278,3-1 1,2 0 266,1 2 0,1 1 11,1 3 0,1 0-401,2 3 1,2 1 405,-1 1 1,2 1-6,0-2 0,1 1 0,-1-1 0,1 1 0,-1 0 0,2 6 0,-2-3 0,-1-6 202,-2-11 156,-1-10 158,-4-4 1005,-12-8-1072,-10-13-304,-3-4 131,14 7 0,2-2-265,-5-12-51,10 7 1,1-1-28,0-10-23,3 11 1,3 1-1289,14-14 447,3 10 393,0 9 0,2 1-280,-1 4 1,2 0-822,2 0 1,2-1 1444,1-2 0,-1 0 0,5-2 0,-5 2 0</inkml:trace>
  <inkml:trace contextRef="#ctx0" brushRef="#br0" timeOffset="43900">6531 2032 17028,'-6'25'28,"0"0"0,0 0 0,-2 4 0,2 1-28,6 7 0,3 0-323,-1-11 0,0-2 166,2-1 1,0-2-707,5 14-22,2-9-256,1-11-1582,9-7 2300,-3-13 265,7-6 158,-6-11-225,0-5 372,-2-3 26,-9 13 1,-1-1 10,0 0 1,-1-1 521,2-8 0,-1-2-34,-1 3 1,-1 0-354,0 1 0,-1 2 898,0-7-982,-4 23-235,0 4 0,0 11 12,-1 8 144,-1 14-111,-2-1 0,0 3-12,0 1 1,-1 0-465,0 1 1,1-2 447,1-6 0,0-3 5,2-2-33,1-10 11,0-6 11,1-3 370,6-4-213,2-1 982,7-1-1128,-1-2-22,3 3-56,-2 1-179,1 2-437,-2 3-931,8 11-1674,-3 6 2796,-3 2 1,-8-6 0,-8-10-1</inkml:trace>
  <inkml:trace contextRef="#ctx0" brushRef="#br0" timeOffset="44117">6315 2244 15571,'29'-4'-820,"0"0"1,0 0 0,6-2 0,-1 1 782,0 2 0,-3-1 0,-5 1 0,-6 1 0</inkml:trace>
  <inkml:trace contextRef="#ctx0" brushRef="#br0" timeOffset="46882">4895 3123 15863,'23'-2'15,"1"0"1,0-1 0,5 0-1,1 0 1,0 0-836,-2 0 1,-1 1 0,2-1 0,1 0 626,4-1 0,2-1-1,1 1 1,0-1 0,-1 0-153,-4 0 1,0 1 0,-1-1 0,1-1 0,0 1 365,3 0 0,0-1 0,1 0 1,-1 0-1,1 0-134,-5 1 0,0 0 0,0-1 0,0 1 0,1 0 1,-1-1 118,0 1 1,1-1-1,0 1 1,0 0 0,-1-1-1,1 1-8,4-2 1,0 1 0,0 0 0,1-1 0,0 1-94,-2 0 0,1 0 0,0-1 0,1 1 0,-2 0 0,-1 0 100,0 1 1,-2-1-1,0 0 1,-1 1-1,-1 0-4,7-1 0,-1 0 0,-2 0 0,-3 0 22,7 0 1,-10 1 936,-13 1-903,-7 2 2008,-7 1-1773,0 0 906,-6 1-1197,-6 14 0,3-10 0,-2 10 0</inkml:trace>
  <inkml:trace contextRef="#ctx0" brushRef="#br0" timeOffset="49051">3278 2663 11280,'-10'-11'358,"0"2"-122,6 8-57,0 0 168,-4-2 124,-3 1-180,-1-1-257,-1 1 179,2 2 78,-5 0-134,-3 5-90,-6 16-28,12-2 1,2 4-46,2 7 1,2 1-274,1-3 1,2-1 255,3-2 1,2-2-56,5 1 22,11-5 101,6-8 22,2-5 67,-2-11-22,-6-6 23,-2-7 89,-1-4 482,-3-13 100,-4 0-110,-3-1-517,-3 15 131,-1 12-411,0 12 112,2 15-101,9 12-56,1 3-179,7-2-156,-4-17 145,0-4-57,-1-5 203,6-6 212,1-17 11,-9 3 1,-1-2 44,-2-1 1,-2-1 123,-2-8 0,-1 2 78,-2-4 34,-2-5-34,-4 14 90,-2 3 33,-5 1-403,3 7 45,0 1-45,5 7-336,1 0-281,2 4-55,5 9 247,7 6 65,11 10 125,-1-4-67,2-3 112,-7-6-169,7 6 67,-3 1 79,0-3-44,-5-4-247,-6-8-482,4-1 918,-2-5 617,2-12 460,-5-11-303,-3-5-146,-3-3-134,-3 8-23,0 0 79,0 0 392,-2-6-224,-3 5-336,0 2-57,-2 9-257,5 9-11,0 1-168,1 2-157,1 6 313,5 11-504,9 12 203,1 2-404,5-1-225,-6-11-123,1-2-515,0-3-1686,8-5 2844,-4-4 0,-1-3 0,-11-2 1</inkml:trace>
  <inkml:trace contextRef="#ctx0" brushRef="#br0" timeOffset="50083">3869 2533 15191,'-22'3'70,"1"0"1,1 1 0,3 4-37,8 9 0,3 2-34,-3 11 0,4-10 0,1 0-23,2 3-33,2 0-179,0-10-191,5-3 426,0-9 0,5-3 67,0-2-45,5-6-11,0 0-11,0 1-22,-5 5-34,-4 3-45,0 1-22,1 0-235,4 2-942,2 0 549,4 1 684,-4-8 45,-1-2 22,-4-6 45,-1-2 11,0-2 739,-1-8 493,-4 0-683,1 1 214,-3 7-80,0 12-414,0 2-482,-1 3 0,0 3 157,-1 14-34,1 9-369,2 3-347,4 0 234,4-14 135,4-5 23,4-6 246,8-6 190,4-14 135,-2 0 280,-3-9 23,-9 6 21,-4 0-145,-2 2-33,-4 2-135,-1 4 179,-3 1-369,-1 5-875,0 1 718,1 12 11,4 3 112,4 8-17,2-4 1,2 0-668,12 12 315,0-2 200,-6-9-10,-12-11 179,-2-3 157,-1-2 605,1-6-79,1-10-369,2-9-190,-4 0-12,0 4-56,-4 9 22,0 1-56,0 3 23,0 2 112,0-1-23,0 5-55,0-2-113,-1 4-1378,0-1-985,-1 1 324,-2 1 929,2 2 898,0-1-359,-1 1-1737,1-1 2342,0 0 0,0-1 0,1 0 0</inkml:trace>
  <inkml:trace contextRef="#ctx0" brushRef="#br0" timeOffset="50865">4236 2512 10776,'-2'-3'3014,"1"0"-2365,1 3-985,-5-3 348,3 9-12,-4-3-34,6 9 12,-1-3-1,1-1 12,0-2-67,0 1-12,0-3 169,0 0 704,0-3-300,-1-1 346,-3-4-347,-4-2-135,1-2-145,-1 2-102,4 3 12,0 1-112,2 1-212,1 1-136,0 5 348,1 6 0,1 11 0,3 9 6,1 2 0,1 3-652,1-5 0,0 1 769,-1-2 0,1 2 0,0 0-82,1 4 0,0 0 0,1 0-26,-3-2 0,1-2 0,-1 1-15,0-2 0,1 0 0,-2-3 0,0 3 0,-2-6 79,-2-9 1377,-2-8-907,-4-6-134,-5-2 246,-21-12-381,4-1-493,7 1 1,0-2 223,5 2 1,0 0-57,-3-6 0,2-1-201,-4-8 1025,2-6-3266,43 5 1394,-6 16 1,5 1 0,1 0 733,1-1 1,0 1-1,0 1 1,11-4-1,-4 3 1,-15 5 0,0 1-1</inkml:trace>
  <inkml:trace contextRef="#ctx0" brushRef="#br0" timeOffset="52031">3892 3428 17398,'33'-7'-298,"-1"0"0,0-1 0,0 1 0,1 0 0,-1 0 0,0 0 0,1-1 0,-1 2 1,-2-1-1,1 1 0,1-1 0,0 1 0,1-1 0,2 0 0,-3 1 0,-2 0 0,-4 1 0,6 0 0,-5 0 1,-3 1-1,0 0 0</inkml:trace>
  <inkml:trace contextRef="#ctx0" brushRef="#br0" timeOffset="56882">11787 10274 11481,'22'-26'253,"-1"0"1,0 0 0,0 0-1,1 0 1,-1 1 0,0-1 0,4-5-1,-1 1 1,0 1 0,-2 1-1,-2 1-750,1-6 0,-3 2 0,-2 0 650,-2-2 1,-2-1-1,-2-1 22,-2 0 1,-2-1-1,-1 0-361,1 0 0,0 1 0,-3 1 305,-4 2 1,-2 1-1,-1 3 350,-2 2 0,-3 1-21,-8-1 0,-2 3-275,6 8 1,-1 2-163,-3-2 0,-2 6 1,-9 24-12,10 12-541,8-1 0,2 4 552,5 3 0,1 1-207,3-7 0,0 1 0,1-1 203,1 3 1,2 0-1,0 0-7,1 1 0,2 0 0,0 0-4,1-1 1,2-1-1,1 1-142,1-4 1,0 1-1,2-1 1,1-2-610,6 3 1,1-2 0,1-2 74,-2 0 0,1-1 0,0-5-738,10 0 1,-2-8 1590,-10-9 0,-2-2 1,3 1-1,-6-4 1</inkml:trace>
  <inkml:trace contextRef="#ctx0" brushRef="#br0" timeOffset="57249">12489 9870 9913,'24'3'291,"-1"0"0,-2-1 1,-3-4 246,-2-14 1355,-3-12-55,-6-2-1222,-11 12 0,-3 0-100,-7-9-135,-15 8 56,3 11-281,6 5 1,-1 4-56,0 7 1,0 4-63,0-2 0,2 2-34,2 8 1,5 2-180,6-3 0,3 1 174,0 1 0,1 0-90,3-1 1,4 0-455,5 6 1,6-2-718,6-5 1,6-4 167,-3-4 1,3-2 0,-1-3 620,10-3 0,-2-4 1,-7 0-1,-5-2 1,0-5-1</inkml:trace>
  <inkml:trace contextRef="#ctx0" brushRef="#br0" timeOffset="57649">12873 9771 10451,'-3'-29'1092,"0"1"0,1 5 0,0 5 495,-2 8-1587,3 8 67,-1 15 79,1 18-124,1 6-394,-1-11 0,1-1 389,0-4 0,0-1 229,0 1 0,2 0 68,0 0 0,2-1-264,1 0 1,1-1-114,9 13 74,-1-8 12,-4-10 346,-2-6 483,-3-6-460,1-9 346,1-7-397,0-2 1,1-4-134,1-1 0,1-1-203,-2 4 1,-1 0 275,7-10-426,-1 24-606,9 13-11,1 2-67,5 10-561,-7-3-548,2-1-527,3-5 2465,3-6 0,-12-3 0,-4-3 0</inkml:trace>
  <inkml:trace contextRef="#ctx0" brushRef="#br0" timeOffset="58051">13346 9844 12792,'-1'-26'1092,"1"0"0,-1 6 0,-2 2 663,-9-16-1452,0 21-123,-1 2-158,3 9-44,1 9 10,-2 8 12,-1 12 6,5-9 0,-1 2-205,-4 12 0,0 4 191,4-8 1,0 1 0,1 0-733,-1 1 0,1 0 1,1 1 750,1 0 0,1 1 1,1-1 4,1 5 1,1 0-373,2-2 0,0 0 361,0-3 1,1 0-6,-1-3 0,1-1 112,0 4 291,-1-8-101,-6-20 2015,-3-6-1868,-8-4-270,-4-8-90,-1-8-72,9 9 0,1-2 28,-2-9 0,1-2 199,4 7 1,1-1-251,-1-6 1,2 0-17,10-5-45,9 2-225,11 3-78,-7 14 0,2 1-185,2 1 1,1 1-1085,11-4 1,2 0 1509,-12 2 1,0 0 0,-1 1 0,4 1 0,-1-1 0,-8 0 0,1 0 0</inkml:trace>
  <inkml:trace contextRef="#ctx0" brushRef="#br0" timeOffset="58299">13582 9365 17196,'-11'28'22,"-1"-1"1,1 1-1,1-1 1,0 0-1,3-1-22,4 5 0,3 1-345,-1-5 1,0 1-1,2-1-288,5 6 0,1-1-269,-2-2 0,3-3-404,5-11 1,2-5-1114,12-8 2419,3-13 0,-13 7 0,-2-7 0</inkml:trace>
  <inkml:trace contextRef="#ctx0" brushRef="#br0" timeOffset="58632">13790 9529 11056,'0'-31'967,"1"0"0,-1 3 1,0 4 567,0 3-1412,-1 13 90,-1 12 145,-2 14-167,-1 13-124,1-2 1,-1 2-7,-1 2 1,0 0-233,0 0 0,1 0 216,-2 3 0,0-3-40,4-12 1,1-2-6,-3 16 941,5-17-526,18-19-303,10-7-118,-7 4 0,2 1-168,1-1 1,0 2-152,-2 7 0,-3 2-471,9 7-531,-10 9-1950,-13-6 3236,-3-2 0,-2-6 1,0-4-1</inkml:trace>
  <inkml:trace contextRef="#ctx0" brushRef="#br0" timeOffset="58848">13277 9590 13084,'0'-5'106,"27"-1"0,11 1-134,-14 2 0,1 2-1065,9-3 1,4 1 0,-1-1-1,-10 3 1,-2-1 0,1 1 623,1 0 1,1-1 0,-4 0 0,0 1 0,-2 0 0,12-2 0</inkml:trace>
  <inkml:trace contextRef="#ctx0" brushRef="#br0" timeOffset="59132">14372 9307 15504,'-21'24'336,"0"1"0,1 1 1,3 2-13,8 0 1,4 0-1035,0 4 1,1 3 757,3-4 1,2 4-1,1-2-123,3-1 1,2 0-1,1-1-448,-2 0 0,0-2 1,2-1-1117,6 4 1,3-6 1633,5-9 0,-10-9 1,-2-6-1</inkml:trace>
  <inkml:trace contextRef="#ctx0" brushRef="#br0" timeOffset="59382">14783 9222 13532,'22'9'1042,"1"0"0,-1 2 0,-3 3-924,-6 2 0,-3 4-282,2 14 0,-3 3 224,-5-9 0,-1 0 0,-1 0-737,-1 1 1,-1-1 0,-2 0 612,-2-2 1,-2 1 0,-2-4-268,-5 1 1,-6-3-763,-3 0 1,-4 0 0,-1-2 727,3-2 1,0-2 0,1 1 0,0-1 0,1-1 0,1-1 0,2-3 0,0 0 0</inkml:trace>
  <inkml:trace contextRef="#ctx0" brushRef="#br0" timeOffset="66501">8458 12846 18395,'-28'-22'269,"37"9"-1362,12 10 1,10 5 0,0 1 353,2-1 1,0 0 0,3-1 749,-2-1 0,3-1 0,0 0 0,-2-1-179,-2 0 1,-2 0 0,0 0 0,1-1 164,1 0 0,1-1 1,0 1-1,-1-1 3,0 0 0,0 0 0,0 0 0,1 1-25,-3-1 0,2 1 1,0 1-1,-1-1 1,-1 0-182,1 1 1,-1 0 0,0 0 0,-1 0-105,8 0 0,-1 0 0,-4 1-697,0 3 0,-7 2-2270,-7 5 3441,-7 8 1,-7-8 0,-3-1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53:34.86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3224 4928 17106,'-12'-2'280,"2"1"-280,10 2-44,1 1 66,18 6-11,2-2-11,-1-2 0,3 0-651,12-2 1,3-1 655,-7 0 1,1-1-3,-3 0 1,2-1 0,-2 0 1,4-1 1,-1-1-6,-4 1 0,0-2 0,-1 1 11,1-1 1,0 0 10,4 0 0,-1 0 12,1-1-12,-14 2 124,-5 1 202,-10 2-3625,-3-1 2726,-7 9 0,6-7 1,-6 7-1</inkml:trace>
  <inkml:trace contextRef="#ctx0" brushRef="#br0" timeOffset="3915">6655 5028 14260,'27'-6'105,"1"-1"1,0 1 0,-1 0 0,6-2 0,0 1-1,1 0 1,-2 0-1199,4-1 1,-1 1 0,1-1 917,-5 2 0,1-1 1,0 1-1,-1 0 223,3-1 1,0 0 0,2 0 38,-7 2 0,3-1 1,0-1-1,1 1 1,0 0-46,1 1 1,1-1-1,-1 1 1,1 0 0,0 0-23,-1-1 0,1 1 0,-1-1 0,1 1 0,-2 0-14,-1 1 1,-1 1 0,0-1 0,-1 1 0,0 0 4,5 0 0,0 0 0,-1 0 1,-2 1-1,1 0 0,-2-1 0,1 1-43,-3 0 1,1 0 0,-1-1-1,-2 1 60,5 0 0,-3 0 468,3-1 0,-2 0-457,-10 2 1,-1-1 139,13 0 11,-21 1 46,-9 1-3513,-2-1 2750,-3 8 0,3-6 0,-4 5 0</inkml:trace>
  <inkml:trace contextRef="#ctx0" brushRef="#br0" timeOffset="7312">19373 3635 17902,'-9'12'90,"6"5"-90,16 11-225,5 4-739,-5-9 1,2 0-676,1-2 1,0-1 982,0-1 1,-1-2-1,7 3 1,-14-17 0</inkml:trace>
  <inkml:trace contextRef="#ctx0" brushRef="#br0" timeOffset="7482">19577 3642 15392,'-2'23'-1093,"0"1"1,3 7 0,5 0 1055,5-5 1,2-1-1,-5-5 1,1-1 0,8 8-1</inkml:trace>
  <inkml:trace contextRef="#ctx0" brushRef="#br0" timeOffset="8044">19886 3710 16075,'26'-4'-93,"1"0"1,-1-1 0,12-2 0,-4 1-166,-12 2 1,-2 0-491,0 0 0,1-1 613,-2-1 1,0 1 78,13-6 354,-8 2 128,-8 1 914,-8 5-892,-10 2-369,-5 6-79,-8 6-40,-5 12 1,-1 8-13,10-10 0,1 2 0,0 2-673,0 3 1,-1 2 0,2 1 0,1-2 731,2 3 1,2-1-1,2 1-3,2 0 0,3 1 0,0-3-251,2 3 0,1-2 253,2-2 0,1 1-72,-1-4 0,0 2 1,-1-3 244,-1-2 1,0 0 167,-1 4 0,-5-3 292,-13-11-56,-13-9-191,-7-1 2464,-4-2-2789,17-1 0,0 0 11,-17-1 281,15-2 0,1-2-975,-5-4-348,3-3-245,22-1-752,15 2-1316,14-4 3235,-8 6 1,0 1 0,4-2-1,-2 1 1</inkml:trace>
  <inkml:trace contextRef="#ctx0" brushRef="#br0" timeOffset="8461">20526 4015 17946,'-24'-13'325,"0"0"0,2 3 1,1 7-298,5 13 0,3 5-62,-9 13 6,9-2 0,2 2-79,6-9 1,2 0-185,4 18 157,6-17 10,7-14 24,3-4 100,2-1 67,0-5-34,1 0 35,0-4 88,-7 3-88,-2 1-35,-6 3-22,-4 1-11,2 1 0,2 1-33,3 2-135,2 1-1670,9 2-1439,4-4 2810,1 1 1,-7-4-1,-10 0 1</inkml:trace>
  <inkml:trace contextRef="#ctx0" brushRef="#br0" timeOffset="8846">20722 4005 19258,'-10'-1'-146,"6"5"146,7 12 0,4 5 0,0-3 0,3-1 0,1 1 0,1 0-17,0-1 0,1-1-185,5 3 1,1-2-303,5 2 476,-4-10 0,-2-6 207,-3-9 213,4-11 79,-11-4-67,-2-4-35,0-1-22,-3-2-55,-2-1-68,0 1-101,-1 2-67,0 4-56,0 6-23,0 7-201,0 5-347,2 3-751,16 13-1955,14 6 1699,-14-7 1,0 0-62,3-1 1,0-2 1115,9-2 1,-13-5-1,-5-1 1</inkml:trace>
  <inkml:trace contextRef="#ctx0" brushRef="#br0" timeOffset="9195">21275 3913 18373,'-27'5'239,"-1"1"0,5-2 0,3 3-239,6 9 0,3 3-23,-3 9-212,4 6-45,6-10 56,4 0 0,13-14 235,10-8 101,5-7-22,5-7 179,-10-4 67,-1-1 44,-4 1 159,5-3-517,1 6-22,-2 3-157,-1 6 56,-7 6-717,5 10-135,-5-1-1164,3 9 2117,-4-1 0,-6-10 0,0 2 0</inkml:trace>
  <inkml:trace contextRef="#ctx0" brushRef="#br0" timeOffset="9445">21625 3242 18317,'-3'25'-820,"0"0"1,0 0 0,-1 6 0,2-4-2458,6 8 2845,4-17 0,-4-8 1,1-5-1</inkml:trace>
  <inkml:trace contextRef="#ctx0" brushRef="#br0" timeOffset="9646">21775 3270 15157,'-8'5'3276,"3"4"-2967,5 10-768,0 4-774,0 3-1131,0 0-913,0-2 2810,0-2 1,0-10-1,0-3 1</inkml:trace>
  <inkml:trace contextRef="#ctx0" brushRef="#br0" timeOffset="13416">6137 6768 15458,'29'-14'15,"1"1"0,-2 0 0,-1 2-54,-7 7 0,1 1-578,8-2 1,2-1-1023,1-1 1,0 0-1,-1-1 1,-1 1 1490,-4-2 0,-3 2 0,-7 0 0,-5 2 0</inkml:trace>
  <inkml:trace contextRef="#ctx0" brushRef="#br0" timeOffset="13669">6558 6604 10193,'-5'-1'1927,"1"0"-952,4 1-796,17-1-44,-3 3-68,14 1 1,-9 3-24,-3 0-21,-3 2 66,-4 2 102,-4 7-169,-3 0-22,-8 4-224,-2-3-2913,-12 8 3137,5-7 0,1-2 0,8-10 0</inkml:trace>
  <inkml:trace contextRef="#ctx0" brushRef="#br0" timeOffset="14545">7332 6353 13633,'-23'-2'519,"0"1"0,3-1 1,1 2-196,-6 12-245,8 0-57,-1 11-22,13-4 0,6 3 23,10 1-18,6-5 1,4-1 5,5 1 0,3-1-586,-1 1 1,1-1 574,0-1 0,-3-1-11,-9-4 0,-2-1 285,11 10-318,-6-2 32,-6-2 24,-6-3 88,-4 2 147,-16-1 795,-1-1-941,-13-2 11,4-3-78,-2-2-34,-1-1 0,-9 0-1020,3-3-1311,5-3-946,11-7 3247,11-7 1,4 5 0,0-1-1</inkml:trace>
  <inkml:trace contextRef="#ctx0" brushRef="#br0" timeOffset="14812">7522 6270 13846,'13'22'366,"0"1"0,-1-2 0,0 2-299,-1 3 1,-2 2-63,0 1 1,0 0-566,-1 0 0,0-1 330,-3-3 0,0-1-1025,-1 3-123,-1-5-146,-1-5-1753,-1-5 3185,0-5 1,-1-4-1,0-2 1</inkml:trace>
  <inkml:trace contextRef="#ctx0" brushRef="#br0" timeOffset="15012">7465 6491 14048,'25'-8'-820,"0"0"1,0 0 0,11-2 0,-4 2 809,2 3 0,-15 3 0,-5 1 0</inkml:trace>
  <inkml:trace contextRef="#ctx0" brushRef="#br0" timeOffset="15432">7776 6656 15135,'5'-26'492,"1"1"-156,9-6-145,-6 7 22,4-7 56,-8 12-67,-2 1-46,-2 4 102,0 4-79,-1 4-414,0 3 235,4 15 0,0 2-78,5 15-287,-3-9 1,0-1-162,4 10 470,3 6-2813,3-14 2869,3-11 0,-5-1 0,-2-9 0</inkml:trace>
  <inkml:trace contextRef="#ctx0" brushRef="#br0" timeOffset="15962">8049 6427 14652,'-4'21'89,"0"-1"1,-3 16-67,8-18-46,8 1-77,1-8 88,3-2-32,-1-6 44,-2-5 0,2-4 33,2-4-22,0-4-11,0 1-33,1 1-34,-6 6-1,1 1 1,-5 5 11,2 7 56,-1-1-67,2 6-213,-1 3 90,-3-3 190,1-1 0,-2-5 123,-1-5 157,2-1 168,0-2-201,4-4-79,1-3 45,10-13-213,3 1 0,0 0-56,-4 7-235,-5 9-640,3 3-1668,4 4-678,3 11 2670,-7-1 1,-6 2-1,-9-8 1</inkml:trace>
  <inkml:trace contextRef="#ctx0" brushRef="#br0" timeOffset="16165">8089 6191 9712,'27'3'-538,"-1"0"0,0 1 0,-4 0 1,-4 3-1,-4-1 0</inkml:trace>
  <inkml:trace contextRef="#ctx0" brushRef="#br0" timeOffset="16778">8582 6372 12781,'-4'-4'3276,"1"1"-2663,3 3-300,-29-5-268,17 7-45,-23 0-34,27 12 1,3 6-34,2 3-101,2 2-158,1-1-435,7 1 637,0-11 12,7-2 112,-2-11 90,2-6-68,0-3 34,7-10-56,-3 2-134,2 3 67,-8 6-56,-5 10 33,-3 5 90,2 8 426,1 9-180,2 6-101,-5-13 1,1 1 190,1 10 1,-2 1-571,-1-7 1,0 0 311,0 7 1,-1-1 55,-4 5 34,-5-6-22,-4-7 807,-4-8-472,0-6 158,-7-5-493,6-6-90,-3-5 567,8-7-645,5-3-56,2-3-214,4-1-358,8-3-538,6 1-347,10-2-104,-1 8 1,1 1 1091,-4 3 1,-1 1 0,0 0 0,-1 1 0,-1 2 0</inkml:trace>
  <inkml:trace contextRef="#ctx0" brushRef="#br0" timeOffset="17094">9028 6081 17431,'2'32'0,"1"0"28,3 1 0,2 4-620,-2-6 1,0-1 602,0 3 0,0-1-1223,1 0 0,0-1 1201,0 0 0,0-1-320,1-3 1,0 0-7,-1-3 1,0-1-527,-1-3 1,0-2-1263,2 11 41,-4-8 2084,-2-9 0,-2-6 0,0-4 0</inkml:trace>
  <inkml:trace contextRef="#ctx0" brushRef="#br0" timeOffset="17381">9080 6388 14887,'4'-21'432,"-1"0"0,7-14-354,9 29-67,3 3-33,11 5-34,-2 14 45,-3 1-23,-9 8 23,-12-7 11,-4-1-90,-2-1 1,-3 7-203,-4-6-190,-5 5-2622,-8-2 225,4-7 2879,-2 1 0,11-11 0,2-1 0</inkml:trace>
  <inkml:trace contextRef="#ctx0" brushRef="#br0" timeOffset="18395">9367 6302 9969,'2'3'1736,"0"-1"-1164,6 31-225,-4-13-207,1 4 0,1 1 96,1-1 33,7 1-291,-3-11 44,4-3 1,-3-12 178,0-8 191,0-4 112,0-6-100,-3-3 313,-1-9-258,-5-3-291,-2 1 57,-7 3 111,-3 14 44,-6 2-88,0 5-102,0 5-89,0 2-135,4 14-11,4 7-11,3 3-168,8 3 45,4-13-179,6-4-34,4-4-46,2-3 13,3-6-326,9-6 515,-9-1 136,6-4-12,-11 8 89,7 1 23,-5 4 213,8 0-191,6 9 6,-16 1 0,0 2-11,1-1 0,-2 2-6,-1 2 0,-2 0-11,5 8 68,-3-3-68,-3-2 11,-4-3 46,-3-5 167,-2-4 246,-2-2-347,0-7 12,-1-3-57,0-5-67,-1-5 34,0-1-45,-3-1 11,-2 3 0,-3 0-5,-2-2 0,-1 0-12,-2 1 0,1 0 0,-2 2 1,1 2 5,-5 2 90,4 7-90,2 4-23,4 9-33,4 5 56,5 17-67,18 2-235,1-2-51,-3-17 0,2-4-376,11-3-290,4-4 492,0-8 527,-8-2 0,1-4-11,-1-4 0,-1-2-182,1 0 0,-2 0 535,-4-1 0,-3 0 543,0-8-426,-4 0 190,-2-1-234,-3 1-11,-3 1 335,-3-7-112,-1 13-268,-3-1 381,-2 15-572,-4 5 106,-1 4-296,-1 7-23,0 9 39,5 2 1,2 3-438,0 3 0,2 2 392,2-1 1,2 0-807,3 0 1,2-3-19,3-7 1,3-1-765,15 5 1,4-2 1091,-5-4 1,0-1 0,0 0 0,-2-2 0,2-2 0</inkml:trace>
  <inkml:trace contextRef="#ctx0" brushRef="#br0" timeOffset="20061">8695 7288 14439,'0'-3'897,"0"0"-68,0 3-706,59 1-123,-40-1 0,1 1-583,8-1 1,5 0-1,-4 0 432,0 1 0,-2-2-73,0 1 0,0 0-639,-1 1 0,-1-2-776,-3 1 1,0 0 1485,13-3 1,-16 1-1,-8 0 1</inkml:trace>
  <inkml:trace contextRef="#ctx0" brushRef="#br0" timeOffset="20297">9129 7154 10809,'2'-3'2813,"-1"0"-2096,26 1-348,-12 1-128,8 3 1,1 1-86,-2 4-10,4 6-90,-8 2-56,-8-4 90,-2 11-3082,-23 4 2992,4-7 0,-2-1 0,-7 6 0,-1-5 0</inkml:trace>
  <inkml:trace contextRef="#ctx0" brushRef="#br0" timeOffset="22131">9763 6846 15004,'10'25'42,"1"-1"1,0 0 0,-2-1-1,1 1 1,-2 0-43,0 2 0,-1 2 0,-1 0-140,-2-1 0,0 1 1,0-1 146,-1 3 0,0-1 1,0-2 120,-1 2 1,-2-5 174,-2 0 79,-3-21 22,-9-11-255,0-8-149,1-11-112,18-8-124,9 6 41,-1 14 1,2 2-400,11-9 140,-7 6 1,1-2 229,-1-1 0,-1-2 235,2-4 0,-2-2 17,-6 6 0,-2 0 117,-4 2 1,-2 1 403,-3-5 12,-4 1 77,-3 4-66,-5 3 167,-2 4 147,-2 4-886,5 3 262,3 8-240,6 10 79,2 12-56,2-7 0,1 3-175,1 1 1,2 3 0,1 0-189,3 1 1,0-1 0,1 1-379,-1 0 0,0 0 0,1-1 24,6 7 0,0-3-908,-6-13 1,0-2-1698,10 9 3028,-1-10 1,-10-7 0,-2-5 0</inkml:trace>
  <inkml:trace contextRef="#ctx0" brushRef="#br0" timeOffset="22479">10259 7155 12042,'-3'-1'672,"1"-1"-280,2 2-336,15-5-22,-1-5-12,8-3 23,-8-3 56,-7-7-11,-3 6 392,-1-6 156,-3 9 527,-9 2-705,0 6-169,-9 1-55,-7 21-158,13-1 0,0 2-61,1 2 0,1 2-259,2 3 1,3 0 230,4 13-22,8-2-348,4-2-657,4-15 0,4-1-601,3-6 1,2-1 1195,0 0 0,-1-2 1,11-4-1,-20-4 1</inkml:trace>
  <inkml:trace contextRef="#ctx0" brushRef="#br0" timeOffset="23012">10635 7047 14809,'-19'-4'420,"0"0"1,-14-2-242,26 6-67,0 0-11,1 0-45,2 0-11,-2 1-12,-4 7 12,-1 3 0,-3 11 112,1 1 22,1 6-67,1 2-78,3 0-12,2-1-22,3-4-11,2-4-34,1-5-44,7-4-23,7-7 56,6-8-46,3-8 58,-3-8 66,-5 5 0,-1-1-10,12-10 89,0 2-79,-11 10-22,-8 8-11,-3 4 11,1 0-22,2 1 22,3 3-191,3 3-3014,9 3 3205,3-5 0,-7 1 0,-4-6 0</inkml:trace>
  <inkml:trace contextRef="#ctx0" brushRef="#br0" timeOffset="23246">10834 6842 12389,'-5'-21'1638,"0"0"0,-4-12-85,5 24-1732,1 17 358,1 11-101,1 0 1,2 3-358,0 4 0,1 3 478,0-3 0,2 3 0,0 1 0,0-1-677,0 4 0,1-1 0,0 2 478,0-1 0,1 1 0,-1 1 0,1-1-281,0 0 1,-1 0 0,1-1 0,-1-2-150,0-1 1,0-1-1,-1 0-497,2 5 1,0 1 0,-1-6-713,-1-8 1,0-3 1346,3 1 1,-4-10-1,0-8 1</inkml:trace>
  <inkml:trace contextRef="#ctx0" brushRef="#br0" timeOffset="23545">10925 7029 13801,'31'-8'523,"-1"0"0,0 7 0,-1 3-495,-4 5 0,-2 4 0,-5 0 0,-3 0-17,3 8 224,-13-11 325,-4-2-89,-3 1-314,-8 3-112,-5 3-286,-2-3 0,-1 1-2246,-12 7 848,10-6 1,1-1 1169,-7 4 0,11-7 0,5-2 1</inkml:trace>
  <inkml:trace contextRef="#ctx0" brushRef="#br0" timeOffset="24512">11599 6914 12154,'18'22'198,"0"0"0,-1-1 0,-3 2-131,-5 3 0,-3 2-34,-2-3 1,0 0 44,-1-1 1,0-2 100,-2 7 192,-1-22 211,0-4 203,0-3 43,1-4-738,4-16-12,2-2-72,-1 3 0,-1 1 38,5-11 12,1 2-56,-4 7 23,-1 7-23,-4 6-213,2 5 213,-2 6 0,3 4 11,2 7 12,1 1-46,0 1-167,5-1-79,-1-7 280,5-10 34,-2-12 0,2-13 100,-1-4 1,1-1 78,-1 3 45,-3 3 11,-3 7 224,-3 6-504,-4 6-145,1 3 145,0 9 0,3 2-11,3 8-12,2 4-156,0 3-622,-4-5 0,1 2-838,-1-3 1,1 0 1168,8 15 1,-6-14-1,-7-15 1</inkml:trace>
  <inkml:trace contextRef="#ctx0" brushRef="#br0" timeOffset="24861">12172 6966 11425,'22'-3'7,"0"0"1,-2 0 0,-3-1-31,-3-9 23,-3-1 68,-3-8 895,-4-1 718,-6-3-1043,-5 8-178,-6 7-224,-1 7-35,-7 9-201,0 19-23,10-5 1,2 3 5,2 0 1,2 1-311,2 2 1,3-1-448,6 8 180,3-14 0,3-2-1045,6-4 1,1-4 1509,0 2 0,0-3 0,9-5 1,-16-2-1</inkml:trace>
  <inkml:trace contextRef="#ctx0" brushRef="#br0" timeOffset="25445">12447 6862 14350,'0'-22'112,"2"9"33,2 27-33,2 4 102,5 15-108,-4-11 1,0 0-79,0-3 0,0-2 95,5 14 1054,-4-24-819,-2-14-201,2-4-23,2-8 79,3-3-123,0-1-1,0 2-66,-3 5-23,0 3-90,-5 7-100,1 1 156,-3 8 0,3 4 34,2 4-44,3 13-102,0 2-89,0-2 179,-3-6-34,-3-13 57,-1-2 33,-1-3 123,6-10-101,0-1 12,3-11 33,5-5 0,-5 6 12,5-3-35,-8 12-44,0 5-11,-2 2-67,2 4-1,3 13 79,5 8-11,-3 4-1020,2 4-661,-5-9 1692,7 1 0,-10-10 0,3-2 0</inkml:trace>
  <inkml:trace contextRef="#ctx0" brushRef="#br0" timeOffset="26529">13026 6809 11952,'0'-3'1961,"0"0"-1300,0 3-594,0 32-45,1-16 90,3 9 0,4 1-156,11-4-326,4-2-582,1-9 459,-8-10 269,-2-6 224,0-4 89,3-16 258,-5 3 113,1-7-23,-8 7-23,-2 0 13,-1 0 234,-8-9 246,-12 1-414,4 15 0,-2 2-157,-14-3-156,-1 11-180,12 10-22,5 4-1,6 8-78,7 9-235,19-2-6,-3-12 0,2-3 135,2-2 0,0-3-57,2-4 1,0-3-84,7-4 89,0-8 213,-3-1 45,-3-1 23,-2 0 234,0-2 359,-8 6-290,-2 3-69,-7 6-178,-3 4-68,0 7 45,0 0 11,7 12-67,-1-7 11,5 4-11,-2-7 12,-1-2-12,1-4 0,3-1 100,4-6-55,-1-2 0,1-5 0,-3 0-45,-1-1 11,0 2-11,-1 1-11,0 2 0,0 1-23,-4 3 0,1 1-10,-2 2 21,3 1 12,3 1-90,2 0-268,0 1 245,-1-2 34,0 0 34,4-8 67,-4-1 23,5-6 45,-7 2 145,-1 0-34,-3 2-55,-2 2-46,-2 3-77,-1 2-236,-2 2 179,0 9 45,-1 2 0,-1 11 0,0 4 56,3 1 0,3 4 0,2-6 0,1 2 0,1 0-435,-2 0 1,0 1-1,1 0 383,1 1 0,1 0 0,-2-2-4,-2 2 0,-2-2 16,-1-3 1,-1 0-17,-5 13 45,-9-6 381,-4-15 649,-7-9-559,7-14-124,1-10-44,4-7-281,5 1 0,2-3-224,2-3 0,3-1-531,2-1 0,3 0-797,4 1 1,4 2 1484,2 8 0,2 3 0,2-3 0,-2 4 0</inkml:trace>
  <inkml:trace contextRef="#ctx0" brushRef="#br0" timeOffset="31545">16133 4061 17218,'-22'-4'299,"1"1"0,2-1 0,1 3-243,-6 11-11,4 12-84,10-2 0,2 2 22,3-2 0,3 0 11,4 3 1,3 0-952,9 10 895,-3-17 0,0-1-28,1 0 1,0-1 52,6 4 0,0-1-69,-2-1 0,0 0 89,0 0 0,-1 0 62,2 7 0,-17-11 268,-23 2 650,-13-4-941,13-4 1,0-1-34,-12 2-370,14-5-807,16-1-2089,2-2 0,12-7 2643,6-5 1,-3 3 0,1 0 0</inkml:trace>
  <inkml:trace contextRef="#ctx0" brushRef="#br0" timeOffset="31945">16518 4239 15989,'28'-6'58,"1"1"1,-1-1 0,0 1 0,6-2 0,1 0 0,3 0 0,0 0 0,0 0-35,-3 0 0,1 1 1,0-1-1,1 1 0,1-1 1,1 1-390,-6 1 1,1 0 0,1-1 0,1 1 0,0 0 0,0-1 0,0 1 0,0 0 0,-2 1 107,0-1 1,0 0 0,-1 1 0,0-1 0,0 1 0,0 0 0,-1 0 0,1 0 109,3 0 1,1 0 0,1 0 0,-2 1 0,0 0 0,-2 0 0,-1 0 148,0 1 0,-2 0 0,-1 0 1,-1 1-1,0-1-74,6 1 0,-1-1 1,-1 1-1,0 0 72,-4 0 0,-1 1 0,0-1 0,-1 1-84,4 0 1,-1 0 0,-2 0 66,6 0 0,-4 0 6,-8 0 0,-2 0-236,2 0 1699,-11 0-1440,-8 0 2058,-2 0-4379,-8-2 3014,-3 0 1,1 0 0,0-1-1</inkml:trace>
  <inkml:trace contextRef="#ctx0" brushRef="#br0" timeOffset="32264">18401 3876 12692,'-4'-3'3276,"1"1"-2182,3 2-602,-2-1-245,9 1-113,0 1 1,11 3-112,0 4-12,1 2 56,-1 2-44,0-1-23,-1 2 0,4 4 0,-7-3-112,1 3 22,-9-6-146,-3 7-458,-12 2-528,-4-5 1,-3-1-418,-1-2 1,-2-2 1612,-8 2 0,2-3 0,1-2 0,2-1 1</inkml:trace>
  <inkml:trace contextRef="#ctx0" brushRef="#br0" timeOffset="33048">16283 4065 12960,'10'-21'941,"0"1"1,4-6-1,-1 2-414,3-2-589,-5 9 0,0 1 499,0-4 249,-3 5-193,-3 3-53,-3 6-261,0 3-515,-2 2 336,2 12 376,2 4-376,2 15 11,-1-6 1,-1 2-259,0 3 1,-1 2-117,-1-6 1,0 2 0,0-2-368,-1 7 1,-1-2 129,0-2 1,0-2-1452,0 7-55,0-5-684,0-6 2790,0-7 0,0-7 0,0-5 0</inkml:trace>
  <inkml:trace contextRef="#ctx0" brushRef="#br0" timeOffset="33245">16339 4356 13756,'-21'5'1638,"-1"0"0,-12 3 84,32-8-1487,2 0-202,5 0-33,7 0-706,8-3 0,2-2-487,-1 1 0,0 0-446,10-3 1,1-1 982,-5 1 1,-2 2-1,4-3 1,-5 3 0</inkml:trace>
  <inkml:trace contextRef="#ctx0" brushRef="#br0" timeOffset="35094">19723 4800 13979,'25'-15'254,"0"1"1,0 0-1,0 0 1,1 0-1,0 0 1,1 0-1,2 1-185,2 0 1,3 1-1,1 0 1,1 0-1,-1-1-495,-2 2 1,0 0 0,0 0 0,1 0-1,1 0 1,0 0 404,0 0 0,1 0 0,1-1 1,0 1-1,-1 0 0,0 0 0,-2 1-43,-2 0 1,0 1 0,0 0-1,-2 0 1,0 0 0,-1 1-103,8-2 1,-1 0-1,-2 1 1,-4 2-334,5-1 1,-4 2-1141,1 0 1,-4 2 1920,4 2 0,-6 0 0,-22 5 0</inkml:trace>
  <inkml:trace contextRef="#ctx0" brushRef="#br0" timeOffset="35347">19965 5002 15314,'30'-12'576,"-1"-1"0,1 1 0,3-1 0,1 0 0,0-1-506,-7 3 0,1 0 0,0 0 0,1 0-890,1-1 1,2 0 0,-1-1 0,1 1 652,0 0 0,0 0 0,0 0 0,2 0 167,-2 0 0,1 0 0,0 1 0,0-1 0,-1 1-300,3-1 0,-2 1 1,0 0-1,0 0-140,-2 0 0,1 1 1,-2 0-1,-2 1-1199,11-2 1,-7 1 1521,-4 4 0,-13 3 1,-8 2-1</inkml:trace>
  <inkml:trace contextRef="#ctx0" brushRef="#br0" timeOffset="36164">18896 6429 5811,'-32'1'863,"0"-1"0,2 2 0,3 1 1959,-10 4-2565,6 6 530,15-2 1,3 3-782,4 3 0,3 3-6,7 8 0,5 1-6,0-3 0,4-1 172,6 2 1,2-1-212,-5-8 0,1-2-5,-1 1 0,0-2-96,12 13 1557,-10-14 1,0 0-1423,6 5 376,-3-2 15,-11-10 80,-6-5-90,-4-2 542,-10 0-1338,-11 1-1213,4-1 1,0 0-1639,-16 1 2554,0-6 0,23 3 0,4-3 0</inkml:trace>
  <inkml:trace contextRef="#ctx0" brushRef="#br0" timeOffset="36548">19066 6346 15392,'23'-8'134,"0"0"1,-2 1-1,-1 2-134,12 5-190,0 13-45,-2 1 145,-7 13 79,-16 2 61,-5-4 1,-3 3 27,-7 1 1,-4 2-776,-1 4 1,-2-1 819,0-9 1,-1-3 123,-9 6 508,17-19-699,4-5 330,3-1-330,1-1-34,6-1-22,5 0 699,11-1-1786,8-4 146,-12 1 0,2-1-698,2-2 1,0-1 1596,4 0 0,-2-1 0,5-1 0,-4 1 0</inkml:trace>
  <inkml:trace contextRef="#ctx0" brushRef="#br0" timeOffset="36782">19786 6509 13588,'-2'2'1737,"31"1"-1087,6-3-1405,-2 1 1,6-1 779,-11-1 0,2 0 1,2 0-1,0-1-845,4 0 1,0-1 0,1 1 0,0-1 545,-7 1 0,0 0 0,1-1 0,-2 0 0,1 1-320,5-2 0,1 0 1,-2 0-1,-3 0-499,-3 0 1,-2 0 0,-2 0 880,8-2 0,-3 0 0,4-1 0,-16 3 0</inkml:trace>
  <inkml:trace contextRef="#ctx0" brushRef="#br0" timeOffset="37027">20568 6327 16860,'29'7'56,"-1"1"0,-1-1 0,-3 0-45,2 4 0,-4-1-11,-2 5 0,-10-4-22,-1 4 22,-8-3-459,-9 3-875,-5 4 1334,-6-4 0,-1 0 0,2 0 0,-11 5 0</inkml:trace>
  <inkml:trace contextRef="#ctx0" brushRef="#br0" timeOffset="38211">21482 6019 18586,'10'-18'56,"7"1"-56,17 9-575,1 0 586,-1 2-11,-5 1 11,-5 0 192,-7 1-181,-6 1 187,-5 0-7,-3 2-135,-2 0-89,-1 12 11,0 6-34,0 15-1594,0-1 1,0 1 1253,0-5 0,0 0 121,2 10 1,0-1-138,1-10 0,0-1 311,1 0 1,0-2 33,0-1 0,0 0 0,-1-3 0,-1 0-11,1 13 112,-6-3 593,-12-10 494,-9-6-662,-4-9-246,-3-6-100,7-2 3104,1-4-3194,0-1 662,4 0-696,6 1-1232,6-1-146,6 2-34,12-1-1009,10 1-660,14-1 3081,-14 4 0,-1 0 0,5-1 0,-5 1 0</inkml:trace>
  <inkml:trace contextRef="#ctx0" brushRef="#br0" timeOffset="38994">22018 6172 17902,'-25'-7'235,"0"-1"0,-5 8 1,2 6-208,9 11 0,2 5-39,0 3 0,1 0-1,5-5 1,3 0-22,7 12-79,10-15 22,5-5-11,6-4 101,0-4 34,2-2-1,11-5-10,-10-1 22,6-3-1,-12-1-32,-4 1 32,2 0-66,-6 3-68,0 0-392,-5 3-67,0 1-168,2-2-314,8-6 819,-2-3 212,7-7 168,-1-10 358,-7 6 124,0-7 33,-8 13 69,-2 3-148,-1 4-111,0 4-605,0 3-33,5 10 133,3 1 12,6 10 0,1-2-89,2 1-158,-1-1-761,7 2-382,1-6 774,0-2 381,-3-8 190,-8-4 45,-1-4 79,-1-3 884,1-13-257,-3 3-280,-1-8 784,-4-5-740,-1 6-21,-2-6-147,0 11-134,-1 4 112,0 3-44,0 4-326,0 4-89,0 2-258,0 4 179,2 3-481,3 5-472,5 5-2066,10 11 3138,5-2 1,-7-3-1,-2-9 1</inkml:trace>
  <inkml:trace contextRef="#ctx0" brushRef="#br0" timeOffset="39352">22607 6052 17801,'-23'2'157,"0"0"0,1 1 0,5 3-157,7 13-11,3 3 0,3 1-12,1-1-167,3-4-113,7-1 213,0-8 90,7-3 34,-1-5 10,3-4-44,0-1 68,9-7-68,1-1 0,5 2-23,-10 5-10,-3 3-79,-7 5-3165,0 5 0,-5 1 2457,-5 4 1,-2-8 0,-4 0 0</inkml:trace>
  <inkml:trace contextRef="#ctx0" brushRef="#br0" timeOffset="39666">21100 5802 14574,'6'21'-176,"0"-1"1,0 0 0,0-1-2537,9 2 2712,0-3 0,-6-8 0,-2-5 0</inkml:trace>
  <inkml:trace contextRef="#ctx0" brushRef="#br0" timeOffset="39828">21265 5803 14540,'2'21'-656,"-1"-1"1,8 16-1,0-24 1,2-5 0</inkml:trace>
  <inkml:trace contextRef="#ctx0" brushRef="#br0" timeOffset="40078">22505 5498 16468,'-1'27'-1093,"1"1"1,-1-7 0,0-1-2185,0 17 2646,0-19 1,1-8-1,0-5 1</inkml:trace>
  <inkml:trace contextRef="#ctx0" brushRef="#br0" timeOffset="40261">22653 5505 18317,'-7'24'-2130,"0"4"-1147,-2 3 3015,-2 4 0,4-15 0,1-4 1</inkml:trace>
  <inkml:trace contextRef="#ctx0" brushRef="#br0" timeOffset="42111">10890 6259 13364,'18'-29'354,"-1"1"1,3-1 0,3 3-277,3 7 1,5 1-899,-6 3 1,4-1 0,1-1 0,2 1 777,-5 2 0,1 1 1,1-1-1,1 0 0,0 0 1,-1 0-281,2 0 0,1-1 0,-1 1 0,1-1 1,0 0-1,1 0 322,-1 1 0,0 0 0,1 0 0,0 0 0,-1 1 0,1-1 0,-1 1-124,0-1 0,0 1 1,-1 1-1,0-1 1,2 0-1,2-1 130,-5 2 1,0 0 0,2-1 0,1 0-1,0 0 1,1-1 0,1 1 0,0-1 0,0 0-1,0 1-104,-4 0 0,2 1 0,-1-1 0,0 1 0,1-1 1,0 0-1,1 0 0,0 1 0,0-2 0,1 1 1,0 0-1,1-1 98,-4 2 1,1 0 0,0 0-1,0-1 1,1 0 0,1 0-1,-1 0 1,1 0 0,0 0 0,1 0-1,-1 0 1,0 0 0,1 0-1,-1 0 1,0 0 0,0 1-19,-1-1 0,0 1 0,1 0 1,-1-1-1,1 1 0,0-1 1,-1 1-1,1 0 0,0-1 1,0 1-1,-1 0 0,0 0 0,0 0 1,0 0-1,-1 0 0,0 1 1,0 0 21,3-2 0,1 0 0,-1 0 1,-1 1-1,1 0 0,-1 0 1,-1 0-1,1 0 0,-1 0 1,0 1-1,0-1 0,0 0 1,0 1-2,1-1 1,0 0 0,0 1-1,0-1 1,0 0 0,-1 1 0,0-1-1,0 1 1,-1 0 0,-1 0 0,-1 1-1,0 0 1,3-1 0,-1 1 0,-2-1 1,0 1-1,0 1 0,-1-1 1,0 1-1,0-1 4,3 0 0,-1-1 0,1 1 0,-1 0 0,0 0 0,-1 0 0,1 0-8,1 0 0,0 0 0,0 0 0,0 0 0,-1 1 0,-1-1 77,3 0 1,-1 0 0,0 1 0,-1-1 0,0 1-78,1 0 0,-1 0 0,-1 0 0,0 1 253,5-2 0,-2 2 0,-3 0-253,-4 1 0,-3 1 1873,11-2-1828,-34 7 2411,-9 1-2479,-5 0 1665,-9 0-2045,-2 0-482,0 0 1094,3 0-1317,5 2 43,5-1-33,5 0-986,3-1 2084,2 0 0,1 0 0</inkml:trace>
  <inkml:trace contextRef="#ctx0" brushRef="#br0" timeOffset="42663">15372 4217 10977,'-5'0'3276,"1"-1"-1577,4 1-1452,34 0-12,-12 2-140,3-1 1,1 2 5,6 4 11,2 5-407,-16-5 1,-1 1 311,1 1 0,1 0-17,0 1 0,0 0 5,1 1 1,-1 0-6,0 0 0,0 0 22,-1 0 1,-1-1 129,13 10-141,-2 1 34,-13-5 280,-3 4-202,-16-4-123,-10 6-56,-13 2-466,9-9 1,-1 2-480,-3 1 0,-1 2 1001,2 2 0,-1 3 0,3-3 0,3-6 0,1-1 0,-3 8 0,0 0 0</inkml:trace>
  <inkml:trace contextRef="#ctx0" brushRef="#br0" timeOffset="43548">14665 6856 15112,'29'-9'71,"1"1"1,-1-1 0,3 1 0,0-1 0,1 1-1165,0 0 1,1 1 0,1 0 984,-5 0 0,1 1 0,2-1 0,-1 1-216,-2 0 0,0 0 0,1-1 0,1 1 0,0 0 337,-2 0 0,0 1 0,1-1 0,0 0 1,0 0-1,1 0-120,3 0 1,0 0 0,0 0 0,1 0 0,0-1 0,1 1 110,-3 1 1,0-1 0,0 1 0,1-1 0,0 0 0,0 1 0,0 0-121,-3 0 0,0 0 0,1 0 0,-1 0 0,1 1 0,0-1 0,0 0 0,0 1 125,1-1 1,0 1 0,0-1 0,0 1 0,1-1 0,-1 1-1,0 0 1,1-1-44,-1 1 1,0 0-1,-1 0 1,1 1 0,0-1-1,1 0 1,0 1-1,1-1 37,-1 1 0,1-1 1,0 1-1,1 0 1,1 0-1,-1 0 1,1 0-1,-1 0 0,0 0 1,-1 1 4,1 0 0,-1 0 1,1 0-1,-1 0 0,-1 0 1,1 1-1,0-1 0,0 1 1,0-1-13,1 0 0,0 1 0,1-1 1,0 0-1,0 1 0,-1 0 0,-2-1 1,-1 1-1,-1 1-32,8-1 0,-1 1 0,-2 1 1,-3 0-1,-3 0-174,1 0 1,-3 0 0,-8 2 1255,-5 4-934,-31 1 1485,-9-2-1642,-9-1 2003,8-2-2731,12-2 2978,8-1-4446,0 0-1036,2-2 3247,1-2 1,0 1-1,1-1 1</inkml:trace>
  <inkml:trace contextRef="#ctx0" brushRef="#br0" timeOffset="43878">17742 6226 18742,'23'1'148,"0"0"1,2 3-1,1 1 1,1 2-123,0 2 0,0 1 0,1 2-997,4 3 1,1 2 0,-2 0 981,-8-3 0,-2 0 1,-2 1-12,3 7 0,-5 2 1005,-7 12-994,-13-7 0,-5 1-90,-2-5 1,-5-1-1015,1-1 1,-2 0 0,-2-1 113,-1-3 1,-2-2-1,0-1-114,-2 2 1,-2 0 0,1 0 682,-3 2 0,0-1 1,2-2-1,2-1 1,1-1-1,4-2 0,0-1 1</inkml:trace>
  <inkml:trace contextRef="#ctx0" brushRef="#br0" timeOffset="50561">5758 8867 15276,'32'0'-680,"0"0"0,1 0 1,0 0-778,-4-1 1,0 0 1304,3-1 0,-1-1 0,6 0 1,-8-1-1</inkml:trace>
  <inkml:trace contextRef="#ctx0" brushRef="#br0" timeOffset="50932">6506 8753 12165,'26'-1'-547,"0"0"1,1-2 0,-4 1 0,-2-2 0,-2 0 0</inkml:trace>
  <inkml:trace contextRef="#ctx0" brushRef="#br0" timeOffset="51312">7325 8797 16434,'22'0'-583,"0"0"0,-1 0 1,-1 0-2667,4 0 3249,2-1 0,-11 1 0,-3-1 0</inkml:trace>
  <inkml:trace contextRef="#ctx0" brushRef="#br0" timeOffset="53213">9150 9005 16199,'32'-3'277,"1"-1"0,-9 1 1,0 0-1,4 1-257,-2-1 0,3 0 0,2 0 1,1 0-1,1-1-567,1 0 1,1-1 0,0 0 0,2 0 0,2-1 0,0 0 348,-8 1 1,1 0-1,2-1 1,0 0 0,0 0-1,1 0 1,0 0 0,0 0-1,-1-1 1,-1 1 52,2 0 0,-1-1 0,-1 1 0,1 0 1,-1-1-1,0 1 0,1-1 0,-1 0 0,1 0 115,2 0 0,1-1 0,-1 0 0,1 0 1,0-1-1,0 1 0,-1 0 0,-1 0 1,-1 1-140,2-1 1,-1 0-1,-1 0 1,0 1-1,-1-1 1,0 1-1,1 0-1,0 0 0,0 0 1,0 0-1,-1 0 1,1 0-1,0 0 0,-1 1-299,0 0 1,0 0 0,-1 0 0,1 0 0,-1 1 0,0 0 0,0 0 448,5-1 0,0 1 0,-1 0 0,0 0 0,-2 0 1,-2 1-1,0 0 0,-3 0 0,-1 0 0,0 1 0,0 0 1,1 1-1,0-1 0</inkml:trace>
  <inkml:trace contextRef="#ctx0" brushRef="#br0" timeOffset="54847">12725 9046 13668,'36'-6'366,"0"0"1,0 0-1,-6 0 1,1 1 0,1-2-1,2 1 1,1-1-350,-3 1 1,1-1 0,1 0-1,1 0 1,1 0 0,0-1-1,1 1-382,-5 1 1,2-1 0,0 1 0,0-1 0,1 1 0,0-1 0,-1 1 0,0 0 0,-1 0 128,5-1 1,-1 0 0,0 0 0,-1 1-1,1-1 1,-1 1 0,0 0 40,-1 1 0,0 0 0,0 0 0,0 0 1,-1 1-1,-1 0 0,-3 1-178,9-1 1,-2 2-1,-2 0 1,0 0-448,-3 1 1,0 1 0,0 0 0,-1 0 791,8 3 1,-2 0-1,-3 0 1,-2-1 0,-4 0-1,-8 2 1,0 0-1</inkml:trace>
  <inkml:trace contextRef="#ctx0" brushRef="#br0" timeOffset="58031">6967 3914 11504,'6'26'403,"0"-1"1,-1 1-1,0-2-325,-2-5 1,1 1 5,-1 6 0,0 1-62,1 9-11,-2-15 1,0-1 77,-2-2 461,1-8 357,-1-5-257,0-6-347,2-5-158,-2-7 12,3-9 0,0 2 0,2-2-101,3-13-17,1 4 0,1 0-28,3-1-11,-5 12 0,1 2 0,1 1-89,-1 9 10,-1 4 23,6 20-67,-1 17 16,-6-14 1,-1 2-218,-1 3 1,-1 1 88,0 9 33,-1-6 113,-1-6 44,0-9-45,0-5 78,2-6 114,1-7-46,3-4 524,1-9-379,1-3 1,2-1 190,4-5-123,-4 8-258,2 3 0,-4 10-11,-1 10 0,1 4-22,2 6-113,0 6-100,-2 4 134,-1 5-515,-4-7 0,0 0-1023,-1-2 1,1-1-1639,3 17 3159,1-18 0,-5-15 0,-1-3 1</inkml:trace>
  <inkml:trace contextRef="#ctx0" brushRef="#br0" timeOffset="58446">7468 3998 12479,'7'21'22,"3"-7"45,8-10-55,-5-7 44,-4-3 0,-6-3-23,-1-1 57,-1 0 257,-1 0 158,-2 0 480,-7-2-211,-5 5-662,-3 0 101,0 7-180,3 9 23,-3 19-56,5 1 0,6-8 0,1 1-84,4 0 0,3-2-274,7 9-270,7 4 348,6-18-34,5-5-717,2-6-336,1-2-280,0-5 1647,-3-3 0,-12 1 0,-5-1 0</inkml:trace>
  <inkml:trace contextRef="#ctx0" brushRef="#br0" timeOffset="59066">7689 3980 14428,'-12'-15'90,"2"9"22,10 41-56,0-5-12,0-9 1,0 0 0,0 6-34,3 1 1,-1-11 515,3-4-158,-2-10 35,0-4-192,0-5-178,3-5-23,0-7 12,3-3-23,0-3 5,-1 7 1,0-1-17,7-12 11,-2 4-79,-4 13-10,-6 11 55,3 10 34,-1 11 11,3 11 0,-2 0-22,-1-4-56,0-12-34,0-5-33,1-3 55,1-3 158,0-6-57,4-4 1,6-14-1,-4 3-11,4-6 0,-8 10 1,3-2-12,1 7-56,6 1 44,-4 11-21,1 5 33,-4 6-23,-1 4-234,4 10-550,-3-5-2470,7 9 167,-8-20 3110,4-1 0,-9-11 0,-1 0 0</inkml:trace>
  <inkml:trace contextRef="#ctx0" brushRef="#br0" timeOffset="60181">8156 3951 12781,'0'-31'1278,"0"7"-1189,0 30-10,0 15-35,0 2-32,2 11-1,4-8 0,4-2-22,5-4-12,12 1-33,2-9 45,-1-2 0,-5-10 11,-13-6 22,0-5-22,-3-5 56,-2-3-22,-1-1 201,-3-10-22,-9-3-55,-3 1-125,-11 4 57,-4 13 61,6 8 0,-3 2 62,3 1 0,0 3-213,-16 8 0,15 4 0,21 10-45,10-3-157,5-2-89,8-3-46,1-7 192,1-3 66,7-10 91,0-9 10,-12 4 0,-1-2-22,8-10 56,-5 2 270,-10 10-136,-5 5-134,-1 2-56,-5 4 23,0 5-12,2 4 23,0 5-12,0 5-11,-1 3 34,0 2-45,2 8-56,1-10-11,3 1-112,4-15 268,-1-5 1,13-15-23,-2-9-39,-9 6 0,0-2 6,7-10-34,-10 11-112,-6 10 112,-4 12 0,-2 3-34,-1 16-145,1 1 156,3-1-66,8-7 89,5-13 89,9-5-44,0-13 112,6-10-45,-10-1-67,-4-1 56,-7 9-23,-1 2-78,-2 3 22,-2 2-22,-1 3-302,-1 4 11,4 12 302,2 5 17,4 7 0,2 3 0,-3-5 0,1 1-206,4 7 1,0 3 205,-2 2 0,-2 1-45,-4 0 1,-3 0-336,-1-1 0,-3 0 257,-5-5 0,-4-4 95,-14 2 33,0-8 382,2-8-113,4-4 606,1-5 642,-4-12-1078,4 1-159,-2-12-122,9 4 481,4-1-672,3-1-616,23-9-1023,-2 14 1,4 1 1619,0 3 0,2 0 0,-1 1 0,0 0 0,-1 2 0,-2 3 0,0-1 0</inkml:trace>
  <inkml:trace contextRef="#ctx0" brushRef="#br0" timeOffset="60899">9380 3928 11784,'21'-25'522,"0"-1"1,-1 1 0,-3-2-125,-5-5 0,-3-2-1491,-2 9 1,-1-2 0,-1 0 934,1 0 1,0-1 0,-1 1 243,-2 0 0,0 0 1,-1 2 460,0-2 1,-2 2-380,-2 0 0,-1 2-11,-1 1 0,-1 1 823,-6-1 1,-3 4-320,-12-4-605,0 13-45,8 26-11,11 18 0,5-9 0,1 3 0,1 0 627,3 6 0,2 2-676,-1-4 1,0 1-1,3-1-168,6-3 1,2-1 0,1-3-48,2 1 1,1-1-59,-2-6 1,1-1 0,0-4-503,1-4 1,0-4-645,-1-2 0,1-2-1809,17 0 2959,0-10 0,-16 5 0,-5-6 0</inkml:trace>
  <inkml:trace contextRef="#ctx0" brushRef="#br0" timeOffset="61278">9815 3595 13476,'-8'24'17,"-1"0"0,0-1 0,-2 10 0,5-5-399,14-5-212,5-5 202,4-5-1176,11-7 1074,0-17 494,-1-3 90,-6-15 370,-11 3 279,-3-2-22,-4-3 191,-2 0-180,-2 1-67,-5 10 1,-2 2-13,-6-7-380,2 10 0,-2 2 157,-8 2-224,0 6-12,0 3-145,-2 5-45,3 7-45,0 20-62,17-10 1,5 1-639,9 5 0,5-1-28,1-6 0,3-3-705,8-4 1,1-4-162,-6-5 1,0-4 1464,0-3 0,-1 0 1,3 0-1,-6-4 0</inkml:trace>
  <inkml:trace contextRef="#ctx0" brushRef="#br0" timeOffset="61512">10191 3414 16411,'-21'5'146,"-1"-1"0,-12 10-146,27 8-45,3 4 45,2-6 0,2 2-202,6-1 1,2 1-141,-3 0 0,2-2-162,5-3 0,2-2-1110,9-3-302,3-5-818,0-6 2734,1-8 0,-12 4 0,-3-4 0</inkml:trace>
  <inkml:trace contextRef="#ctx0" brushRef="#br0" timeOffset="62133">10414 3436 14339,'-22'-3'560,"1"-1"0,-1 5 0,3 5-448,-2 22-56,4 5 0,9-9-56,3-3 12,2-1-24,2-5 12,1-4-78,1-5 201,6-3 79,0-3-101,6-4 11,1-3-101,-2-1 1,2-1 10,3-1-22,2 3 0,0 1-90,-2 3 12,-3 3-68,0 0-459,2 0-695,4 0-403,0-7 1457,3-9 302,-8-5 100,-3-7 304,-6 2 156,-3 3 0,-1-2 62,-1-4 0,0-1-406,0 3 1,-1 0 0,0 0-365,0-5 0,0 0 305,0 3 0,0 3 291,0 0 168,0 10-425,-1 8-247,-1 6-224,0 5 224,1 24-124,0-3 1,1 3-79,0 2 1,0 1-548,1 5 1,1 1 154,-1-10 0,2-1 134,0 0 1,2 0-399,0-1 1,2-1-364,0-2 0,1-1-418,0-2 1,1-1 1034,9 9 1,-8-12-1,-3-6 1</inkml:trace>
  <inkml:trace contextRef="#ctx0" brushRef="#br0" timeOffset="62427">10541 3375 14462,'21'-16'215,"-1"1"1,1-1 0,8-6 0,-2 6-149,4 11-67,0 2-56,-3 3 45,-3 5 0,-4 2-56,3 15 89,-8 5-22,-3 1-146,-8 0-672,-4-10-1031,-1-2-1428,-7-1 2779,2-9 1,-2 0 0,3-6 0</inkml:trace>
  <inkml:trace contextRef="#ctx0" brushRef="#br0" timeOffset="62594">10803 3074 12636,'-11'-5'-266,"-1"-5"1,16 20 0</inkml:trace>
  <inkml:trace contextRef="#ctx0" brushRef="#br0" timeOffset="63279">11055 3389 14148,'19'-26'717,"0"0"0,-2 5 0,-5 1-447,-10-7-125,-4 8 102,-12-2-191,-6 8-11,-9 1-45,6 13-12,5 6 1,12 4-45,2 2-89,3-2 44,5-2 78,6-5 23,21-8 56,-4-6-373,-7 3 0,-1-2 328,7-11-344,-2 1 333,-3 0 0,0-2-34,-6 7-100,-2 3 89,-9 10 700,-2 8-677,0 4 379,-1 5-357,1 2-45,0 0 23,1-1-113,2 0 79,1-7 56,0-2 11,0-7 214,0-4-12,4-3-79,2-5 0,2-4 34,2 0 56,4-4-179,-6 6-45,3 2 0,-7 7-22,-1 3-23,1 1 11,-1 1-190,2 2-594,6 10-2459,2 5 0,0 1 3033,-4-2 0,-9-11 1,-2-3-1</inkml:trace>
  <inkml:trace contextRef="#ctx0" brushRef="#br0" timeOffset="63645">11582 2890 13913,'-9'22'26,"-1"0"0,3-1 1,3-2-5,11 1-22,4 1 0,4-1 0,0-2 0,0-2 11,3 3-11,2-2 0,-1-1 0,-1-2 0,-8-4-11,-2 6-560,-9 5-1068,-11-5 1,-4 0 1468,2-1 1,-2-2 0,0-1 0,-1-3 0,-1 0 0</inkml:trace>
  <inkml:trace contextRef="#ctx0" brushRef="#br0" timeOffset="64011">10259 3982 15303,'33'-12'99,"1"0"0,-1 0 0,0 0 0,1 0 0,-1 0 0,1-1 1,-1 1-1,0 0 0,1 0 0,-1 0 0,0 0 0,4-2 1,-1 1-1,0-1 0,-1 1 0,0 0 0,-1 1 0,0-1 0,-1 1 1,0 1-569,3-2 1,0 1 0,-1 1 0,-1-1 0,-1 1 0,-1 1 0,-1 0 9,2-1 0,-3 0 0,0 1 1,-1 0-1,0 1 464,4-3 1,0 1 0,0 0-1,-2 1-9,6-2 1,-1 1-1,-2 1-123,-6 1 0,-1 1 0,-2 1-271,3 0 1,-2 0-2562,5 0 2959,-27 3 0,-1 3 0,-13 1 0</inkml:trace>
  <inkml:trace contextRef="#ctx0" brushRef="#br0" timeOffset="85744">3130 10821 17521,'19'0'33,"0"0"1,1 0 0,-1 0-90,16 0-880,-3 0 1,3 0-158,-6 0 1,2 0 0,1-1 623,0 1 1,0 0 0,-1 0 0,7 0 0,-5 0 0,1 0 0</inkml:trace>
  <inkml:trace contextRef="#ctx0" brushRef="#br0" timeOffset="86228">3701 10735 9386,'32'-2'105,"1"0"0,-1 0 1,-1 0-1,0 0 1,-3 0 107,0-2 0,-1 1-1834,4-2 1,1 1 1905,4-1 1,0 0-186,-10 2 1,0-1 0,1 0 78,-1 0 0,1 0 1,1 0 10,8-1 0,2 0 1,-1 1-53,-3 1 0,0 0 0,0 0-101,3 0 1,1 0-1,-3 1 24,1 1 1,-5 1-6,-8-1 0,-5 2 1044,-4-1-484,-6 0-33,-4 0 392,-2 0 865,-2 0-5117,2 0 3424,0 0 0,0 0 0,0 0 0</inkml:trace>
  <inkml:trace contextRef="#ctx0" brushRef="#br0" timeOffset="89278">8334 10825 11919,'-3'-2'3238,"1"0"-1793,2 2-1221,10-1 34,8-2-152,9-1 1,5-1-25,-5 1 0,1 0 0,3 0-781,1 0 0,2 0 0,1 0 0,-1 0 704,-4 0 1,0 1-1,0-1 1,0 1-6,3 0 0,0 0 0,0 0 0,-1 0 7,2 0 1,-1 0-1,2 0-227,-6 1 1,2-1 0,1 1 0,0-1-1,0 1 224,1 0 1,0-1-1,-1 1 1,2 0 0,0 0 6,0 0 0,1 0 0,0-1 0,1 1 1,-2 1-1,-1-1-289,-1 0 0,-1 1 1,0 0-1,-2 0 0,1 0 267,4 0 0,-1 0 0,-1 0 0,-2 1 7,-2 0 0,-3 0 0,0 0-2,9 0 1,0 0-55,-5 0 1,1 0-81,3 0 0,0 1-103,-6 1 1,-2-1-1397,1 2 1,-3 0 818,0 2 1,-16-2 0,-7-1 0</inkml:trace>
  <inkml:trace contextRef="#ctx0" brushRef="#br0" timeOffset="91529">6700 13255 11728,'0'-5'1546,"0"1"-56,0 4-1142,18-10-146,11 3-158,-1 0 1,3-1-39,-3 4 0,1 1-445,5 0 1,0 0 438,-5 0 0,1 1 0,1-1 0,3 0 0,1 1 0,-7 0 0,0 0 0,2 0 0,0 0 0,0 0 0,2 0 0,1 0 0,-1 0 0,-1 0-424,2 0 0,-2 1 0,0-1 0,0 1 429,0 0 1,0 0 0,-1 0-1,-2 1-5,-1-1 0,0 1 0,0-1 8,0 1 1,1 0-1,1 1 1,0 0-291,1 0 1,-1 1-1,2 0 1,0 0 278,-1 0 1,1 0 0,1 0 0,-1 0-1,-1 0 3,1 1 0,-2 0 0,0 0 0,0 0 0,7 1 0,-1 0 0,1-1 171,-4-1 0,0 0 0,1-1 0,-4 0-104,-2 1 0,-2-1 0,2 0-20,1 0 1,2 0 0,0-1 0,-2 0 2,9-1 0,-2-1 23,-3 0 0,-1-1-73,-2 1 0,-2-1 22,9-2 587,-24 3-575,-6 1 1719,-3 1-1327,-2 0-3703,4-1 2673,1 1 1,1-1-1,-2 1 1</inkml:trace>
  <inkml:trace contextRef="#ctx0" brushRef="#br0" timeOffset="97495">15283 10443 16221,'6'32'56,"-1"0"0,0 1 0,0-1 0,-1 4 0,0 0 0,-1 0 1,0-1-877,-1-5 1,0 0 0,-1-1 0,0 0 762,0 0 0,-1 1 0,0-2 0,0-1 57,0 9 0,0-3 483,0 4 1,0-3-478,-3-12 0,-3-1 150,-4-2 1,-2-3 403,-14-8-101,-9-11-21,7-4 375,8-3 0,1-2-662,4-2 1,2-1-169,-2-5 0,7-2-6,13-3 1,7 0-68,-1 4 0,4 1 359,9-3 0,2 2-813,-6 5 0,2 1-549,-1 2 1,2-2 0,-1 0 1015,-1-2 1,-1-1 0,0 1 0,5 0-1,-1 0 1,-9 1 0,0 0 0</inkml:trace>
  <inkml:trace contextRef="#ctx0" brushRef="#br0" timeOffset="97678">15165 10182 11437,'30'10'-656,"0"-1"1,-8-3-1,-3 0 1,-5 0 0</inkml:trace>
  <inkml:trace contextRef="#ctx0" brushRef="#br0" timeOffset="97927">15633 10416 15135,'-4'4'896,"0"27"-583,3-8-285,0 9 0,0 3-28,1-14 0,0 1-390,0 7 0,1 0-383,0-9 0,1-1 777,2 2 1,1-2 0,-1 2 0,3-4 0</inkml:trace>
  <inkml:trace contextRef="#ctx0" brushRef="#br0" timeOffset="98112">15596 10167 13341,'-6'-1'-246,"1"-1"-3031,5 2 2812,35 32 0,-26-24 0,9 7 0,-1 1 0</inkml:trace>
  <inkml:trace contextRef="#ctx0" brushRef="#br0" timeOffset="98495">15947 10386 16232,'-10'29'-247,"0"-1"1,3-6 0,4-1-259,16-2 1,4-3 504,10 3 0,-8-6 0,0 0 22,-2-1 1,-1-1-12,9 11 112,-6 3 136,-14-8 122,-14-5 44,-5-5-156,-4-1-191,-4-1-55,-12-1-684,1-4-2616,3-16 2706,13-3 1,13-2 0,4 7 0</inkml:trace>
  <inkml:trace contextRef="#ctx0" brushRef="#br0" timeOffset="98728">16171 10163 14742,'9'34'266,"0"-1"0,-3-3 0,0 2 1,-2 0-249,-2-3 1,0 0 0,-1 0-819,1 0 0,0 1 0,0-2 773,0-1 1,0-1 0,1-1-1380,1 2 0,0-4-520,1 6-225,1-5 2248,-4-19 1,-1-5-1,-1 0 1</inkml:trace>
  <inkml:trace contextRef="#ctx0" brushRef="#br0" timeOffset="99062">16248 10538 10193,'1'-36'1064,"1"-1"1,0 4 0,1 1-612,2 12 1,1 1-51,4-1 1,2 1-337,3 5 0,1 1-73,4 1 1,0 3-96,13 1-280,-6 6-134,-13 5 0,-4 3-13,-5 5 92,-9 14 469,-16 6 6,9-15 1,-1 0-32,-4 0 0,0-1 765,-8 6-11,4-4-112,5-2-135,5-1-145,6 2-258,15 3-89,3-2-23,15-1-124,0-8 65,7-1-524,-16-5 1,1-1-326,1 1 1,0-2-393,2 1 0,-1-1 1300,1-3 0,-2 1 0,5 0 0,-8-3 0</inkml:trace>
  <inkml:trace contextRef="#ctx0" brushRef="#br0" timeOffset="99446">16836 10235 16804,'-30'4'455,"-1"0"1,4 1 0,4 4-400,6 20-33,7 4-23,7-7 0,2 1-6,3-7 0,2 0-67,1 5 1,2-2 61,16 2-102,-3-15 1,2-4 16,-3-4 1,0-3 134,3-5 1,-2-5-7,4-11 12,-10-12 90,-7 6-34,-3-1-22,-1 1-1,-2 2-44,-1 4 178,-3 1-212,-1 10-89,-3 3 44,3 12-22,0 5-1895,2 19-1315,2 4 2457,1 2 1,0-12 0,1-14 0</inkml:trace>
  <inkml:trace contextRef="#ctx0" brushRef="#br0" timeOffset="99915">16769 10304 13285,'-4'-1'1704,"2"1"-774,2 0-953,48 26-1411,-26-22 0,2-1 341,-1 5 1,3 2 0,-2-3 664,4-8 0,-4-3 0,-4 1 0,-5-2 0</inkml:trace>
  <inkml:trace contextRef="#ctx0" brushRef="#br0" timeOffset="100133">17295 10376 18586,'13'-7'-820,"2"1"1,-5 2 0,-2 2 0</inkml:trace>
  <inkml:trace contextRef="#ctx0" brushRef="#br0" timeOffset="101015">17780 10132 10877,'5'0'1355,"-1"-1"-66,-4 1-1087,22 8-101,-12-6 11,24-4-45,-18-15 112,-1-13 942,-6-5-528,-12 9 57,-6 5-22,-7 12 291,-11 4-426,-3 16-404,14 3 1,1 2-79,4 1 0,3 1-212,1 5 0,5 1 190,12 10-179,7 0-186,-3-19 1,3-2-169,2-1 1,2-3-460,1-1 0,3-2 1003,12-5 0,-1-1 0,-1 0 0,-12-2 0,0 0 0</inkml:trace>
  <inkml:trace contextRef="#ctx0" brushRef="#br0" timeOffset="101415">18282 9964 15538,'-25'-6'571,"0"0"1,1 3-1,2 3-190,-6 16-124,3 7-144,4 2-57,7 1-45,6 1-11,9 8-44,6-11-282,16 5 102,8-19 190,-11-5 1,-1-2 33,11-2-23,-8 0 23,-13 3 12,-2 6 32,-2 7 259,0 8-45,-3 9-135,-1 1 1,0 2-432,-2-7 1,1 2 326,-1-5 1,1 4 0,-1 1-1,0-4-494,0 7 0,1-1 478,-1-5 1,1 1 0,1-3-4,2-3 0,1-3-157,7 14-571,3-13-303,-1-11-2246,6-13 77,-4-10 3353,5-13 1,-12 10-1,-1 1 1</inkml:trace>
  <inkml:trace contextRef="#ctx0" brushRef="#br0" timeOffset="101828">18411 9924 17711,'2'30'97,"-1"0"1,0-3-1,3-1-86,8-5 1,5-2-18,0-3 0,1-3-56,1 1 0,0-3-44,0-4 0,-1-3 5,6-8 101,-3-6 33,-1-8 17,-9 0 1,0-2 252,3-10-34,-6 11 0,-2-1 325,-3-3 45,-2 5-214,-1 5-10,-1 6-169,0 4-280,-1 2-33,2 15-381,11 11-583,1 3 207,-1-11 1,1-3-1742,10 0 2565,-3-9 0,-1-1 0,-1 0 0,7-4 0</inkml:trace>
  <inkml:trace contextRef="#ctx0" brushRef="#br0" timeOffset="102348">18934 9845 18138,'-21'-1'632,"0"1"1,-15 6-352,20 13-80,1 5-179,9-5 1,1 1-23,3-1 0,3 0 0,5 2 0,4-1-11,7 4 11,10-12 11,-9-10 0,-1-5 57,0-4-57,1-4 34,0-3-45,0 1 0,0 1 0,2 2 0,0 2-12,0 2-21,-1 3-90,-1 1-1076,1 1-34,-3-5 146,5-13 1076,-8-5 11,-6 6 0,-1 0-753,2-17 804,-4 15 0,-1-1 105,0-2 1,-1-2 39,1-2 0,-1-1 56,0-1 0,-1-1 147,0 2 1,0 0 0,-1 1-81,-2-2 1,0 2-57,-1-6 1,-1 3 273,-8 6-110,1 10-349,1 8-78,4 17-11,3 8 0,3 4-113,2 13 1,2 2-552,-1-12 1,0-1 0,1 1 222,2 1 0,1 0 1,1-2-323,3 0 1,3-2-866,8 3 1,3-4 1091,-6-8 1,0-2 0,0 1 0,-2-4 0,-1-6 0</inkml:trace>
  <inkml:trace contextRef="#ctx0" brushRef="#br0" timeOffset="102713">19507 9611 16965,'-23'-8'623,"0"0"1,3 1 0,3 2-478,5 8-90,3 2 76,4 6-110,2 3 15,3 3-37,3 1 1,4 1-45,6-1-747,13 6 74,0-3 504,-11-8 0,-1 0 213,6 4 22,-9-2 1,-6-5 78,-4-2 571,-2 0-481,-8-1-57,-7 1-55,-10 1-57,-5-2-252,11-3 1,0 0-1374,-5-1-1674,0 1 2805,19-11 0,5 5 0,1-4 0</inkml:trace>
  <inkml:trace contextRef="#ctx0" brushRef="#br0" timeOffset="102995">19827 9082 15571,'-2'-4'2746,"0"1"-2444,-7 27 1,1 14-259,5-14 1,1 2-865,-2-1 1,-1 3 0,0 2 0,2-2 913,1 3 1,2-1 0,1 1-50,0 2 0,1 1 0,1 0-31,0 0 1,1 1 0,2 1-163,1-3 1,3 2 0,1 0-1,2-1-82,0-3 0,2-1 1,2-1-1,2 0-426,-1-4 1,3-1-1,1 0 1,0-1 0,1-3 347,1-2 1,1-2-1,-1-2 1,0-1 0,1-2-1,0-3 1,-3-2 0,14-5-1</inkml:trace>
  <inkml:trace contextRef="#ctx0" brushRef="#br0" timeOffset="103613">20234 9355 16647,'13'26'89,"0"0"1,0 2 0,-1 1-60,-5 0 0,-1 1 0,-1 0-1372,1 7 0,-1 0 1342,-1-5 0,-1 1 0,0-1 0,-2 0 0,-1-2-6,0-3 1,0-2 398,0-5 0,-2-1-359,-6 9 1331,-9-14-233,-12-23-751,3-7-263,13 1 0,2-1-6,0-11-90,7-8-33,12 9 1439,8-4-1709,4 16 1,3 2-280,-5 2 0,1 1-600,6-3 0,0 1-96,-6 3 1,-2 0-2022,13-8 2516,-7-1 1,-10 7-1,-7 2 1</inkml:trace>
  <inkml:trace contextRef="#ctx0" brushRef="#br0" timeOffset="103797">20044 9143 16199,'24'9'-274,"1"0"0,0 1 0,-4-3 1,-3 0-1,0 0 0,0 1 1</inkml:trace>
  <inkml:trace contextRef="#ctx0" brushRef="#br0" timeOffset="104028">20446 9287 17006,'8'23'328,"0"-1"1,-1 1 0,-1-1-307,2 12-22,-2 3-343,-2-18 1,-1 0-980,1 18 1355,-1-16 1,0-2 0,-1 1 0,0-2 0</inkml:trace>
  <inkml:trace contextRef="#ctx0" brushRef="#br0" timeOffset="104211">20468 9049 14003,'9'21'-547,"0"1"1,2-1 0,0-4 0,3-5 0,-1-3 0</inkml:trace>
  <inkml:trace contextRef="#ctx0" brushRef="#br0" timeOffset="104561">20786 9233 16535,'-13'17'39,"1"1"1,-2 14-265,33-18 135,2 2 57,3 0-449,0 0 303,-2-1-34,-1 2 247,-10-5 44,-3-1 68,-14-5 100,-3-3-179,-18-1-380,-9 0-1326,13-2 1,0 0 818,-13-3 1,13 3 0,17-4 0</inkml:trace>
  <inkml:trace contextRef="#ctx0" brushRef="#br0" timeOffset="105364">21167 9098 12736,'0'-4'3276,"0"0"-2663,0 4-580,-22 4-33,13 4 34,-15 5-56,20 4 22,3 1 0,2 0-404,14 8-358,6-1 532,-7-11 1,1 0 195,6 5 34,-7-6 0,-11-8 807,-7 4-426,-4-3 0,-16 5-381,4-5 0,-9 1-11,7-2-1580,-6 0 1591,8-4 0,3 1 0,12-2 0</inkml:trace>
  <inkml:trace contextRef="#ctx0" brushRef="#br0" timeOffset="105695">21352 9146 11896,'21'-10'11,"0"-1"1,-2 2-1,-3 0-11,-5 0 45,-3 2 168,-5 0 1008,0 1-135,-6 0 674,-11 1-595,-9 2-313,-13 6-650,6 5-12,4 8-112,14 5-55,6 3-23,3 3-12,10-7 1,7 0-695,3-3 0,4-1-56,3-1 1,2-2-878,4-3 1,0-6 1121,-5-7 0,-2-1 0,4 1 1,-6-6-1</inkml:trace>
  <inkml:trace contextRef="#ctx0" brushRef="#br0" timeOffset="105963">21746 8593 17218,'11'29'57,"0"1"0,0 0 1,0 0-1,-1 0 0,0 1 1,0 1-1,-1-1 0,-1 0 1,1-2-878,0 1 1,-1-2 0,0 0 0,-1 0 797,-1 1 1,0 1 0,-2-2 0,-3 0-2,-2 0 1,-3 0 0,-1-1-244,-1 2 1,-2 0 0,-1 0-45,-4 0 0,-2 1 0,-3 1 310,-1-3 0,-2 1 0,-2 1 0,1-2 0,3-3 0,2-2 0,2-2 0,-2 0 0,-2 1 0,1 0 0,-1 0 0,0 0 0</inkml:trace>
  <inkml:trace contextRef="#ctx0" brushRef="#br0" timeOffset="107061">16459 11128 14671,'11'32'452,"-1"0"1,1-1 0,-1 2 0,1 1 0,-1-1-330,-2-3 0,1 1 0,-1-1-830,0 3 0,1 1 0,-1 3 716,-1-7 0,1 2 0,-1 1 0,0 1 0,1-1-180,-1 2 1,0-1 0,0 1-1,1 0 1,-1-1-486,0 0 1,0-1-1,0 1 1,-1-1 0,1-1-165,0 4 1,1 0 0,-1-3 0,-1-3 429,0 3 1,0-5 0,1 4 0,-4-17 0</inkml:trace>
  <inkml:trace contextRef="#ctx0" brushRef="#br0" timeOffset="107397">16311 11435 16479,'10'-26'16,"-1"-1"1,0 0 0,1 0 0,-1-1 0,-1 0 0,4 2-10,6 3 1,4 2-1,-2 2-1,0-1 0,-2-1 128,4-5 0,-1-1 404,-5 3 0,-1 1-129,-1 0 0,-2 1 196,0-7 269,-9 18-874,-3 5 0,2 4-11,4 10 0,7 9-124,-3-3 1,1 3-959,2 4 1,2 2 0,0 1 890,3 6 1,1 1-1,-1-2 1,2 3-1,-1-1 1,-2-1-1,0-1 1</inkml:trace>
  <inkml:trace contextRef="#ctx0" brushRef="#br0" timeOffset="107928">17093 12720 16569,'-26'10'473,"-1"-1"0,0 1 1,-9 3-1,7 3-417,9 8 0,10 3-56,5 3-6,13-8 1,6 1-556,4-1 1,3-1-261,2 0 1,2-2 590,2-4 0,0-3-118,7-2 147,-7-5 424,-8 0 460,-8-2 751,-12 2-458,-19 1-752,-4 1-146,-11-1-476,5-1 398,3-3 323,0 0-3449,-2-2 3126,13-8 0,2 6 0,12-6 0</inkml:trace>
  <inkml:trace contextRef="#ctx0" brushRef="#br0" timeOffset="108179">17331 12406 20199,'-10'29'70,"0"-1"0,6-2 0,2 1 0,3 0-171,4-2 0,3-1 1,2 1-993,3 6 1,2 2 0,1-3 81,-2-7 1,0-1-1,1-1-628,10 7 1,0-3 1026,-5-11 1,-1-3-1,3 2 1,-5-5-1</inkml:trace>
  <inkml:trace contextRef="#ctx0" brushRef="#br0" timeOffset="108845">20802 10029 17857,'13'29'327,"0"0"1,0 0 0,0 0 0,0 0 0,0 2-1,0-1 1,-1-1 0,1 1-295,0 3 1,1 0 0,0 0-1,-2-1-1126,1 3 1,-2-2 0,1 1 601,-1 1 0,0 0 0,0-1 483,0 0 1,-1 0-1,1-1-42,-2-1 1,0-1-1,0-1-129,-1-2 0,1 0 0,-1-1-914,1 1 1,0 0 0,0-3-547,-1-1 1,-1-1 1404,1-1 0,-1-4 0,-4-11 1,-3-5-1</inkml:trace>
  <inkml:trace contextRef="#ctx0" brushRef="#br0" timeOffset="109214">20705 10328 13028,'8'-27'641,"1"0"1,-1-1-1,2-6 1,-1 2-346,-1 10 1,-2 2 208,0-12 77,0 1 270,-3 1-382,-2 10 1,-1-1 728,1-16-952,-2 4-12,-1 11-235,1 16-11,-1 3-34,4 11 39,10 8 1,5 6-190,-1-1 1,2 3 0,1 1-899,2 0 1,1 1 0,1 0 272,-4-3 1,1 0 0,0 0 0,-1-2-274,3 2 1,-1-1 0,-1 0 682,2 1 0,0 0 1,-2-2-1,-1-1 1,-2-2-1,-2-3 0,-1 0 1</inkml:trace>
  <inkml:trace contextRef="#ctx0" brushRef="#br0" timeOffset="109763">21336 11517 16333,'-24'5'328,"1"1"1,2 0 0,5 1-306,10 9 21,4 5-44,7 4 0,5 2 0,8 3-1065,-6-15 1,1 0 1030,0 1 1,1-1-6,1 1 0,-1 0 296,-1 0 0,0 0-291,1 3 1,-1-1 343,6 9-254,-5-4 45,-8-15 302,-6-7 868,-4-1-968,-3 0-68,-8-2-22,-18-2-208,13 0 1,-1 0-303,-4-2 0,0-1-1283,-9-6-1697,15-5 3250,17-2 0,3 9 1,1-1-1</inkml:trace>
  <inkml:trace contextRef="#ctx0" brushRef="#br0" timeOffset="110115">21696 11386 17834,'24'-3'45,"-1"5"-34,-10 15-11,0 5 0,-1 6 0,-2 6 12,-4 2 4,-4-10 1,-1 0-17,-1 9 17,0-14 1,0-3 26,0-2 46,-1-7 168,1-5 178,16-8-436,3-6 0,2-4-770,2 1 1,1-1 0,1-1-324,0 0 1,-1-1 0,1 0 664,2-2 0,1-1 1,-4 3-1,-6 5 1,-3 1-1,11-8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55:42.47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2787 7025 13756,'-5'7'1435,"35"-7"-1435,-4-4-359,2 0 0,1 0-1280,-6 1 1,1 0 1606,2 2 0,2 0 0,-3 0 1,12-1-1,-11 1 0,0 1 1</inkml:trace>
  <inkml:trace contextRef="#ctx0" brushRef="#br0" timeOffset="751">4812 7116 16131,'33'-12'132,"0"0"0,0 0 1,-6 1-1,-1 2 1,0 0-160,4 0 1,0 1 0,-1 0-1044,4 0 0,0 0 1070,-2 2 0,2 1 0,-3 0 0,-8 1 0,-1 0 0,8 0 0,0 1 0</inkml:trace>
  <inkml:trace contextRef="#ctx0" brushRef="#br0" timeOffset="4866">978 7788 12927,'28'-4'-45,"0"1"0,2-2 0,-1 0-543,1 0 0,-1-2-1051,5 0 1,0 0 1434,4 0 1,-3 1 0,-13 2-1,-2 0 1,14-2 0</inkml:trace>
  <inkml:trace contextRef="#ctx0" brushRef="#br0" timeOffset="6267">2321 7733 12053,'-3'0'2174,"0"0"-1782,3 0-448,-2 0 78,13 1 45,-2-1-67,14 0 11,-3 0-11,3 0 0,4 1 0,-5-1 0,2 1 6,6 0 0,1 1-10,-3-2 0,1 1 0,-1-1-627,8 1 1,0 0 635,-1-1 1,-1 0-6,-10 0 0,-1 1-378,10 0 0,0 0 372,-9 0 1,1 0-113,6 0 1,1 0 106,-2 0 0,0-1-219,-2 0 1,0 0-79,-1 0 0,-1 0 139,-5 0 1,-2 0 56,0-3 67,1-3 1259,-1-3-1192,4-2 861,-3 1-680,2 0-159,0 3 46,2 0 267,3 0-329,-8 3 0,1 0-28,-1 0 0,1 1 5,0 0 1,-1-1-6,16-1 12,-11 3-12,0 0 44,-1 0-21,11 0-1,-1 1-22,-1-1 79,-4 0-68,-11 1 67,0 0 1,-1 0-24,-1 0-55,-3 0 0,-1 1 12,-1 0-12,1 0 470,14 0-369,-1 0-57,5 0 1,2 0-28,-7 0 0,1 0-17,9 0 0,1 0-115,-14 0 1,-2 0 114,15 0 0,-19 0 0,-5 0 0,-5 0 0,-1 0-22,-2 0 44,0 0 229,-1 0-609,0 0-2902,0 1 3260,1 1 0,-2 0 0,0 0 0</inkml:trace>
  <inkml:trace contextRef="#ctx0" brushRef="#br0" timeOffset="32299">5673 8521 15493,'-6'0'3115,"1"0"-2981,21-1 1,9 1 55,11 0-986,-13 0 0,4-1 0,0 0 846,5-1 1,0 0-29,1-1 0,3-1 8,-4 1 1,2-2-1,0 1-41,-2-1 0,-1 0 0,1-1-42,4 1 1,1-1 0,-3 0-251,2 0 1,-4 0-393,-6 1 0,-4 2-1231,1 1 1926,1 2 0,-13 0 0,1 1 0</inkml:trace>
  <inkml:trace contextRef="#ctx0" brushRef="#br0" timeOffset="33150">9644 8459 16336,'36'-2'59,"-1"0"0,1 0 0,0 0 1,-2 0-1,0 0 0,0 0 0,-1 1-45,0 0 0,0 0 0,0 0 0,-2 1-998,4 0 1,-3 0-1,3 1 992,-3 0 1,2 0-1,-1 0 1,-2 1 6,-1 0 0,-2 0 0,1 1-7,0-1 0,2 1 1,-1 0-1,-1-1-8,2 0 0,-2 0 0,1-1 0,7 1 0,1 0 0,-1-1-206,-4 0 0,-1-1 0,-2 0 189,3 0 0,-2 0-17,7-1 1,-3 0-68,-2-2 67,-7-3-168,-5 0-34,7-6 236,0-5 0,-7 5 0,-5-1 0</inkml:trace>
  <inkml:trace contextRef="#ctx0" brushRef="#br0" timeOffset="35984">1655 4955 9980,'5'0'1524,"0"0"-1188,25 0-11,-9 0-1012,3 0 1,2 0 798,11 0-39,-5 0 0,4 0 61,-8 0 0,1 0 1,2-1-102,-1 1 1,2-1-1,1 0 1,-2 1-885,5-1 1,-1 0-1,0 0 854,1 0 1,1 0 0,-3 0 2,3 0 0,-1 1 18,1-1 1,1 1-10,-14 0 0,1 0 0,1-1-4,9 1 0,1-1 0,1 0-11,-8 0 0,0 1 0,0-1 0,-1 0 0,1 0 0,0 1 0,-1-1 0,0 0-321,7 0 1,0 0-1,-2 0 327,3 0 0,-2 0 5,1-1 0,0 0 85,-2 0 1,1 0-94,-5 0 1,1 0 0,0 0 7,-2-1 0,0 1 1,1 0 18,3-1 0,2-1 0,-3 1 521,4 0 1,-3 0-502,-5 0 1,-3 0 38,2 0 777,-6-1-765,-4 1 1668,-2-1-1456,-5 1 152,-2 0-454,-5 2 1171,-1 0-4459,0 1 3261,2 0 1,-2 0-1,1 0 1</inkml:trace>
  <inkml:trace contextRef="#ctx0" brushRef="#br0" timeOffset="36551">4880 4977 12703,'28'4'250,"0"-1"0,-1-1 1,1-2-251,2-3 0,2-2-1093,-5 1 1,0 0 0,0 0 623,2-1 1,-1 1 0,-1 1 0,4-1 0,-4 0 0,2 1 0</inkml:trace>
  <inkml:trace contextRef="#ctx0" brushRef="#br0" timeOffset="37567">7266 4937 11179,'36'-4'452,"0"0"1,0 1 0,-7 0 0,-1 0 0,2 0-341,4 0 0,2-1 0,0 0-726,-1 1 1,0 0 0,2 0 700,-7 0 0,1 1 1,1-1-1,0 0 1,1-1-512,-2 2 1,0-1 0,1-1 0,0 1-1,-1 0 1,0 0 427,1 0 1,-1 0-1,1 0 1,-1 0 0,2 0 2,0 0 0,1 0 1,1-1-1,0 1 1,0 0-1,-2 0-59,1 0 0,-1 0 0,0 1 0,0-1 0,1 1 59,0-1 1,2 1-1,-1-1 1,2 0 0,-1 1-1,-1 0-270,0-1 1,0 1 0,0 0 0,0 0 0,-1 0 0,-1 0 262,0 0 0,-1 1 0,-1-1 0,0 0 0,0 1-69,5-1 1,0 0 0,-1 1-1,-2 0 65,-2 0 1,-1 0-1,-1 0 311,-1 1 1,0-1 0,0 1-301,-2 0 1,0 0 0,1 0 229,5 0 1,3 0 0,-1 0-238,1 0 0,0 0 0,0 0 0,-1 0 0,0 0 0,-1 0 440,-1 0 0,-1 0 0,-3 0-440,2-1 0,-1 0 11,5-1 0,0 0 687,-12 0 0,0 0-704,3-1 1,-2 1 970,3-2-965,-6 2 610,-3 0-621,-7 1 1175,-4 1-4089,-3 0 2967,-1 0 0,-2 0 0,0 0 1</inkml:trace>
  <inkml:trace contextRef="#ctx0" brushRef="#br0" timeOffset="42400">10079 12587 16591,'28'-4'186,"-1"0"1,-4 1 0,0 0-161,3 1 0,2 1 1,0-1-648,0 1 0,-1 0 1,3 0 620,-1-1 0,1 1 0,1-1 0,1 0 2,1 0 1,1-1 0,0 1 0,0-1-12,0 0 1,-1-1 0,1 1 0,-3-1 0,3 0 1,-2 0-1,-2 0 2,8-2 1,-5 1 5,-3 0 560,-4 2-560,-11 1 329,-3 2-329,-8 0-1669,-4 0-1608,1 4 2457,-1 0 1,0 1 0,0-1 0</inkml:trace>
  <inkml:trace contextRef="#ctx0" brushRef="#br0" timeOffset="53700">15065 13446 14854,'35'-3'311,"1"1"0,-10-1 0,1 1 0,1-1-1326,2-1 0,0 0 1,4 1 358,-3 0 1,4 0-1,1 1 1,0 0 0,-1 0 357,1 0 0,0 1 0,-1-1 0,0 1 0,0-1 0,0 1 0,-1 0 0,-5 1 1,2 0-1,0 0 0</inkml:trace>
  <inkml:trace contextRef="#ctx0" brushRef="#br0" timeOffset="54166">18784 13373 13969,'33'-2'174,"-1"0"1,1 0 0,2 0 0,0 0 0,0-1 41,0 1 1,0-1 0,2 0-1037,-4 1 1,0-1 0,2 0 0,0 0 539,-3 1 0,1-1 0,1 0 0,0 0 0,0 0 84,-3 1 0,0-1 0,1 1 0,0-1 0,1 0 0,-1 1 214,3-1 1,-1 0 0,1 0 0,0-1-1,0 1 1,0 0-81,1 0 0,0 0 1,0 0-1,-1 0 1,1 0-1,0 1 63,0-1 1,0 0 0,0 0 0,0 1 0,-1-1 0,1 1-172,-2-1 1,1 1 0,0 0-1,-1 0 1,0 0 0,0 0 169,-1 0 0,-1 1 0,0 0 0,0 0 0,0 0 0,0 0-94,3 0 1,0 0 0,0 0 0,0 0 0,0 1 93,-2 0 0,2 1 0,-1-1 0,0 1 0,-2 0 0,-4-1 0,6 1 0,-4-1 0,1 0 0,2 1 0,1 1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19:56:45.05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3016 3528 9957,'13'22'967,"0"0"1,0-3 0,0-4-116,9-10-270,4-6-44,-4-8 0,2-4-348,5-7 1,1-4-955,-9 8 0,0-2 0,0 0 764,3-3 0,0-2 0,0 2-325,-3 2 0,-1 2 0,3-2 325,3-1 0,3-2 0,0 1 0,-4 2 0,1-1 0,-1 1 0,0 2 0,-1 0 0,1 0 0</inkml:trace>
  <inkml:trace contextRef="#ctx0" brushRef="#br0" timeOffset="783">7146 3455 13128,'25'19'622,"0"-1"0,-1 1 0,6 2 0,-1-2-393,-3-8 1,-2-3-419,13-3 418,-17-7 1,0-2-51,1-1 0,0-3-82,1-5 0,2-2 0,0-2-138,3-3 0,0-2 0,1 0-1052,1-1 1,1 0 0,-1-1 272,-6 6 1,0-1 0,0 0 0,-1 1 733,4-2 0,-2 1 0,-1 2 0,-2 0 0,-1 1 0,-2 3 0,-1 0 0</inkml:trace>
  <inkml:trace contextRef="#ctx0" brushRef="#br0" timeOffset="8934">10663 6638 11504,'1'-3'3276,"-1"1"-2563,35 5-399,-8 2-813,3-2 0,3 1 560,-7 0 1,3-1-1,-4-1 1,3 0 0,2-1-1,1 0-32,0 0 0,2 0 1,1 0-1,0 0 1,0-1-686,1 0 1,1 1-1,0-2 1,0 1 0,1 0 626,-3-1 0,0 0 1,1 0-1,-1 0 1,0 0-1,-1-1-214,0 1 0,0-1 1,-1 0-1,0-1 0,0 1 245,2-1 0,0 1 1,0-1-1,0 0 1,0 1-3,0-1 0,-1 0 0,1 1 0,2-1 0,0 0-164,-2 1 1,1 0-1,1-1 1,0 1 0,1 0-1,1 0 1,-2 0 167,-3 0 0,-1 1 0,1-1 0,0 1 1,0-1-1,0 1 0,1 0 0,1-1-106,0 1 0,2 0 0,0 0 0,1 0 0,-1 0 1,1 0-1,-1 0 0,-1 0 0,-1 0 102,3 0 0,-1 1 0,-1-1 0,-1 0 0,0 1 0,0 0 0,-1-1 1,4 1 1,0 0 0,0 0 0,-1-1 0,-1 2 0,-2-1-2,4 0 0,-1 1 0,-2-1 0,1 1 117,0 0 1,0-1-1,0 1 1,0 0-121,-1 0 0,0 0 0,0 0 1,2 0-224,-6 0 0,0 0 0,2 0 0,0 0 0,0 0 0,-1 0-321,1 0 1,-1-1 0,1 1 0,-1 0 0,1-1 0,-1 1 427,1-1 1,0 1 0,-1 0-1,1-1 1,-3 1 0,-1-1-1,4 1 1,-2-1 0,-3 1-1,-2-1 1,-1 0 0,0 0-1</inkml:trace>
  <inkml:trace contextRef="#ctx0" brushRef="#br0" timeOffset="9267">15622 6522 13846,'31'4'478,"-1"-1"0,3 0 0,0 0-316,-2-1 1,2-1-834,-9 0 0,2 0 1,2 0 768,4-1 0,4 1 0,2-1 0,0 0-371,-4 0 0,1 0 0,1 0 1,0 0-1,2-1 271,-5 1 0,0-1 1,2 0-1,0-1 1,0 1-1,-1 0 1,-2 0-276,7 0 0,-1 0 0,0 0 1,-2 0-1,0 0 214,-2-1 0,0 0 0,-1 0 0,-2 1 1,-3-1-618,3 1 0,-3 0 1,-2 0 639,8 0 0,-5 1 0,4-1 0,-16 1 0</inkml:trace>
  <inkml:trace contextRef="#ctx0" brushRef="#br0" timeOffset="12751">15078 3327 14963,'-21'-6'298,"-1"-1"1,3 0 0,1 4 76,-6 15-353,0 13-22,13-5 0,1 3 0,2-2 0,3 0-172,5 2 0,3-2 71,7 11-211,3-9 1,4 1 120,1-1 1,1 1 89,3 3 0,0 0 51,-5-4 0,-2-1-119,4 5 288,-12-9-119,-6-10 549,-15 1-135,-11-1-392,5-4 1,-1-1-23,-15 1-358,6-3-1155,15-1-1108,5-4-656,5-4 2806,3-8 1,2 6-1,0 0 1</inkml:trace>
  <inkml:trace contextRef="#ctx0" brushRef="#br0" timeOffset="13034">15342 3121 13745,'0'-4'2958,"0"2"-2409,0 2-291,-4 31-202,3-4-38,0-3 1,-1 4 0,1-1-501,2 10 0,2 1 134,-1-5 1,2 1 0,0-2-454,1-4 1,-1-2 0,2-1-819,4 12 0,3-3-20,-1-10 1,1-3 1309,3-3 1,-1-1 0,3 1-1,-2-7 1</inkml:trace>
  <inkml:trace contextRef="#ctx0" brushRef="#br0" timeOffset="13333">16118 3398 16075,'31'-5'170,"-1"0"1,1-1-1,1 1 1,-1 0-1,1 0-152,-2 1 1,-1 1 0,1 0-1112,3-1 1,0 0 0,1-1 1041,-1 1 1,1 0 0,2-1-152,-3 1 0,2-1 0,1 0 0,-1 0-608,-3-1 1,0 1 0,-1-1-1,0 1 280,0 0 1,-1 0 0,0-1 0,-2 1-431,2-2 0,-2 1 0,-3-1 1136,-4 1 0,-4 0 1,3-2-1,-10 4 1</inkml:trace>
  <inkml:trace contextRef="#ctx0" brushRef="#br0" timeOffset="13535">17090 3190 12624,'-22'-4'1233,"0"0"0,-12-2-1233,29 6 885,6 3-291,14 8-393,6 7-111,2 2-45,-3-1-45,-11-6 0,-1 7-146,-4-4-156,-1 4-2029,-13 3-946,-1-6 3261,-12 5 1,11-14-1,2-1 1</inkml:trace>
  <inkml:trace contextRef="#ctx0" brushRef="#br0" timeOffset="14652">17800 3321 15023,'33'-2'267,"0"0"0,0-1 0,-4 1 1,2-1-1,1 0 0,0 0 1,0-1-208,1 0 1,0 0-1,1 0 1,0-1-1,-1 0-716,2 1 1,0-1-1,0 0 1,0 0 0,0 1 265,0-1 0,-1 0 1,1 0-1,-2 0 1,-2 0 389,6 0 0,-2-1 0,-2 0-108,-2 1 1,-1 0-1,0 0 82,-5 0 0,0 0 0,-1 1 242,5-2 1,-2 0-610,-7 1 1,-1-1-2885,3-7 3023,-22-2 0,1 4 1,-12 3-1</inkml:trace>
  <inkml:trace contextRef="#ctx0" brushRef="#br0" timeOffset="15000">17680 2900 15056,'2'30'302,"0"0"1,1 0 0,-1 4-1,1 1 1,1 2-298,1-6 1,0 0 0,1 1-1,0 0-825,0-1 1,1 0 0,-1 0 0,0-2 266,0 2 0,1-2 0,-1-2-271,5 6 1,0-6-1119,3-2 1942,0-10 0,-6-8 0,-2-5 0</inkml:trace>
  <inkml:trace contextRef="#ctx0" brushRef="#br0" timeOffset="15418">18035 2766 13700,'30'-14'497,"-1"0"0,4-1 0,2 3-449,-11 5 1,0 2-1,2 0-899,2-2 0,2 1 0,3 0 859,-5 0 1,2 0 0,2 1 0,0-1 0,-1 1 20,0 0 0,0 0 0,0 0 1,1 0-1,0 0-327,4 0 0,1 0 1,0 0-1,-1 1 1,-2-1 350,-2 2 0,-2 0 0,-1 0 1,-2 1 20,1 0 1,-2 0 0,-3 1 1011,8 1-907,-8 3 79,-7 4-12,0 7 45,1 8-100,2 10 173,-8-14 1,-1 2-248,2 2 1,-1 2-66,-1-2 1,0 2-1,-1 0 612,0-1 1,-1 1 0,0 0-703,0 4 1,0 1 0,-2 0-628,-1-2 1,-2-1-1,-3-1-974,-9 11 1,-5-3 1233,1-7 1,-1-3 0,-1-6-1,0-3 1,-2-3 0</inkml:trace>
  <inkml:trace contextRef="#ctx0" brushRef="#br0" timeOffset="15684">18107 3361 16604,'31'-6'96,"-1"0"0,1 0 0,0-1 0,0 1 0,1 0 0,0 0 0,-1 0-79,-1 1 0,-1 0 0,-1 0 0,1 0-605,1-1 0,0 1 1,1 0-1,1 0 608,0-1 0,1 1 0,1-1 1,-1 0-1,-2 1-15,-2 0 1,-2 0 0,1 0-1,0 1-5,5-2 0,1 0 0,-1 1 0,-4 0-28,3 0 0,-4 0-219,-4 2 1,-3 0-528,12 0-2503,-9 5 2457,-12 6 1,-3-2 0,-9 1 0</inkml:trace>
  <inkml:trace contextRef="#ctx0" brushRef="#br0" timeOffset="16450">17256 4150 14451,'-22'-6'593,"0"1"1,-14-3 380,25 8-974,4 2 320,3 4-320,2 5 171,2 7-171,3 5 259,3-5 1,2 1-266,2 1 0,1 0-5,2 0 0,-1 0-245,1-2 0,0-2 178,5 8 78,-1-2 34,-2 0-34,-3-4 0,-5-4 0,-4-5 67,-2-4-34,-1-1 23,-7 0-44,-3 1-12,-9 1-101,-3-1-2648,-12 0 2749,4-8 0,7 3 0,10-6 0</inkml:trace>
  <inkml:trace contextRef="#ctx0" brushRef="#br0" timeOffset="16807">17559 3990 13296,'28'-5'355,"1"0"0,3 1 0,-2 2-377,-3 9-90,5 5-79,-15 21 169,-8-4-268,-6-7 1,-3 1 278,-5-5 0,-1 0 11,-2 1 0,-2-1 11,-1 0 0,0-2 79,-12 13 100,6-7 462,3-6-394,8-7 101,2-3-236,8-4-33,6-1-90,10-1-460,8-2-140,-10 0 1,2-1 4,2-1 0,2-1-789,2 0 1,2 0 1383,3-1 0,-1 0 0,4 0 0,-5 1 0</inkml:trace>
  <inkml:trace contextRef="#ctx0" brushRef="#br0" timeOffset="17169">18591 4306 17174,'14'-14'795,"1"-1"1,-2-1 0,0 1-393,4-15-677,-8 13 1,1-1 424,-1-2 1,1-1 27,-1-2 0,1-2 1,0-1-80,-1-3 1,0-2 0,0 1-722,-1-1 1,0 1 0,0 0 698,-2-1 1,-1 2-1,-1 1-33,-1 0 0,-2 2 84,0 3 1,-1 0-119,-1 3 1,-1 1 10,-2-11-22,-1 9 188,0 9-704,2 7 1267,2 3-3306,1 14 1266,0 1-1366,0 12-622,0-3 3113,-2-1 0,2-10 0,-1-3 0</inkml:trace>
  <inkml:trace contextRef="#ctx0" brushRef="#br0" timeOffset="17503">18618 3761 17364,'-22'-29'1009,"10"2"-270,31-2-358,-6 12 0,2 0-247,-1 0 1,0 0 16,0 1 0,-2 1 129,2-3 23,-2 3-112,-3 5-146,-2 3-45,-2 4-23,5 2 23,0 1 0,7 5 0,2 5 0,3 4-11,2 4-303,-5-4 0,0 1-1325,1 1 1,1 2 1620,3 5 0,0-1 0,-9-8 1,-2-1-1,6 7 0</inkml:trace>
  <inkml:trace contextRef="#ctx0" brushRef="#br0" timeOffset="22733">20345 3393 17398,'-9'-2'0,"12"0"-23,24 2-1047,3-1 0,5 1-569,1-2 1,2 0 1091,0 1 1,-2 1 0,-10-2 0,-4 0 0,-6 2 0</inkml:trace>
  <inkml:trace contextRef="#ctx0" brushRef="#br0" timeOffset="22938">20381 3577 15269,'28'-6'-211,"-1"0"0,1 0 1,-1 0-1,0 0 0,0 0-937,7-3 0,0-1-491,1 1 1,1-1 1346,-10 2 0,-1 1 1,-2 0-1,-1 1 0,-2 1 1,13-5-1</inkml:trace>
  <inkml:trace contextRef="#ctx0" brushRef="#br0" timeOffset="23169">21110 3236 16703,'27'-4'-172,"0"-1"0,-1 1 0,-1 1-562,-3 2 0,-1 0-905,1 1 1,-1 0 1272,0 0 0,-1-1 1,3 1-1,-6 0 0</inkml:trace>
  <inkml:trace contextRef="#ctx0" brushRef="#br0" timeOffset="23368">21121 3451 16894,'26'-6'-254,"1"-1"1,-1 0 0,0 0 0,0 0-1,-1 1-1385,4-3 1,-1 1 1178,5-1 1,-2 1-1,-12 3 1,-2 0-1,13-2 1</inkml:trace>
  <inkml:trace contextRef="#ctx0" brushRef="#br0" timeOffset="27433">12509 12113 14540,'30'1'30,"0"1"1,0 0-1,0 0 1,4-2-1,2 0 1,0-1-1,-1 1-850,-3-1 1,1 0 0,-1-1 0,0 0-1,3 0 1,0-1 0,-1-1 0,-1 1-274,1 0 1,-2-1 0,0 0 983,3 0 0,-1 0 0,-3-1 0,-2 2 0,-3-1 0,-3 0 0,-1 1 0</inkml:trace>
  <inkml:trace contextRef="#ctx0" brushRef="#br0" timeOffset="27734">14065 11957 13095,'27'-6'15,"1"1"0,1-1 0,1 0-27,-1 0 1,1 1-1628,6-2 1,1 1 545,-10 1 1,0 0 0,1 0 982,1-1 1,1 0 0,-2 1 0,-2 0 0,-3 1 0,-3 0 0,0 0-1</inkml:trace>
  <inkml:trace contextRef="#ctx0" brushRef="#br0" timeOffset="37568">11476 11270 13084,'-4'20'980,"1"1"1,3 11-578,12-21-33,13-7-258,11-2-73,-12-5 0,3-2-1131,3-2 1,4-2-1,2-2 436,-9 2 1,2-1-1,0-2 1,0 1 0,0 0 383,1-1 0,1 0 0,0 0 1,-1 0-1,-1 1 0,1-2 0,-1 1 1,-2 1-1,-2 0 0,2-1 0,1 0 1</inkml:trace>
  <inkml:trace contextRef="#ctx0" brushRef="#br0" timeOffset="37951">12880 11365 11896,'30'-14'429,"1"-1"1,0-1-1,0-1-429,-2 0 0,0-1-820,-5 5 1,3-1 0,0 0 0,-2 1 409,4-1 0,-2 1 1,0 0-1,0 0 1,0 0-1,-3 2 0,11-3 1</inkml:trace>
  <inkml:trace contextRef="#ctx0" brushRef="#br0" timeOffset="38284">14336 11292 16643,'19'-24'-8,"1"-1"1,3 1-1,1 2-967,4 5 0,1 1 796,-7 2 0,1 1 0,-2 1 0,-1 1 0,-1 1 0,-3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6/5/25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C21A405D-2B87-16FA-8928-EA0708856279}"/>
              </a:ext>
            </a:extLst>
          </p:cNvPr>
          <p:cNvSpPr txBox="1">
            <a:spLocks/>
          </p:cNvSpPr>
          <p:nvPr/>
        </p:nvSpPr>
        <p:spPr>
          <a:xfrm>
            <a:off x="1305920" y="1329179"/>
            <a:ext cx="653216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8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188CA-4D7D-E262-B106-EDBD543BEBB5}"/>
              </a:ext>
            </a:extLst>
          </p:cNvPr>
          <p:cNvSpPr txBox="1">
            <a:spLocks/>
          </p:cNvSpPr>
          <p:nvPr/>
        </p:nvSpPr>
        <p:spPr>
          <a:xfrm>
            <a:off x="311700" y="2681951"/>
            <a:ext cx="8520600" cy="92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Introduction to Strings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A769-E7C9-72E5-CB22-582449FC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String?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C4D12-0293-3AF7-AEB8-7790E32EE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>
            <a:normAutofit/>
          </a:bodyPr>
          <a:lstStyle/>
          <a:p>
            <a:r>
              <a:rPr lang="en-IN" dirty="0"/>
              <a:t>A </a:t>
            </a:r>
            <a:r>
              <a:rPr lang="en-IN" b="1" dirty="0"/>
              <a:t>string</a:t>
            </a:r>
            <a:r>
              <a:rPr lang="en-IN" dirty="0"/>
              <a:t> is a sequence of characters enclosed in double quotes ("").</a:t>
            </a:r>
          </a:p>
          <a:p>
            <a:r>
              <a:rPr lang="en-IN" dirty="0"/>
              <a:t>Java </a:t>
            </a:r>
            <a:r>
              <a:rPr lang="en-IN" b="1" dirty="0"/>
              <a:t>treats strings as objects</a:t>
            </a:r>
            <a:r>
              <a:rPr lang="en-IN" dirty="0"/>
              <a:t> of the String class.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93185-43A3-A3A1-571A-AC11BC05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2366963"/>
            <a:ext cx="4614452" cy="1819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541E9A-F0C0-935E-5911-559AA798967A}"/>
              </a:ext>
            </a:extLst>
          </p:cNvPr>
          <p:cNvSpPr txBox="1"/>
          <p:nvPr/>
        </p:nvSpPr>
        <p:spPr>
          <a:xfrm>
            <a:off x="5486401" y="2828925"/>
            <a:ext cx="1390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Hello, Java!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47FB3A-4B1B-FE6B-A414-7A52B4347029}"/>
                  </a:ext>
                </a:extLst>
              </p14:cNvPr>
              <p14:cNvContentPartPr/>
              <p14:nvPr/>
            </p14:nvContentPartPr>
            <p14:xfrm>
              <a:off x="309960" y="144360"/>
              <a:ext cx="7576200" cy="3952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47FB3A-4B1B-FE6B-A414-7A52B43470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760" y="128160"/>
                <a:ext cx="7608600" cy="39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7356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BB1E-33A5-D621-91B1-F7E7C6E8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Strings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F0E2A-586D-FADF-962C-A31A62300DCC}"/>
              </a:ext>
            </a:extLst>
          </p:cNvPr>
          <p:cNvSpPr txBox="1"/>
          <p:nvPr/>
        </p:nvSpPr>
        <p:spPr>
          <a:xfrm>
            <a:off x="271462" y="1129517"/>
            <a:ext cx="35004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String Literals (Stored in String Pool):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CCE146-AB2E-8F5E-F6E0-895FF404A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638" y="956102"/>
            <a:ext cx="5257800" cy="1209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0FBE87-EFA3-C2F5-94AB-86FFDCD3F075}"/>
              </a:ext>
            </a:extLst>
          </p:cNvPr>
          <p:cNvSpPr txBox="1"/>
          <p:nvPr/>
        </p:nvSpPr>
        <p:spPr>
          <a:xfrm>
            <a:off x="228600" y="2286716"/>
            <a:ext cx="37290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new Keyword (Stored in Heap Memory):</a:t>
            </a:r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A279AD-42E0-9539-EBAC-1F8905D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8" y="2484206"/>
            <a:ext cx="5829300" cy="1074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571AE3-6393-61BA-02B7-FA4A454F712E}"/>
              </a:ext>
            </a:extLst>
          </p:cNvPr>
          <p:cNvSpPr txBox="1"/>
          <p:nvPr/>
        </p:nvSpPr>
        <p:spPr>
          <a:xfrm>
            <a:off x="271461" y="3756183"/>
            <a:ext cx="79317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Difference Between String Pool and Heap:</a:t>
            </a:r>
          </a:p>
          <a:p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String literals</a:t>
            </a:r>
            <a:r>
              <a:rPr lang="en-IN" dirty="0"/>
              <a:t> are stored in a special memory area called the </a:t>
            </a:r>
            <a:r>
              <a:rPr lang="en-IN" b="1" dirty="0"/>
              <a:t>String pool</a:t>
            </a:r>
            <a:r>
              <a:rPr lang="en-IN" dirty="0"/>
              <a:t> to avoid duplication.</a:t>
            </a:r>
          </a:p>
          <a:p>
            <a:r>
              <a:rPr lang="en-IN" dirty="0"/>
              <a:t>✅ Strings created using new are stored in </a:t>
            </a:r>
            <a:r>
              <a:rPr lang="en-IN" b="1" dirty="0"/>
              <a:t>heap memory</a:t>
            </a:r>
            <a:r>
              <a:rPr lang="en-IN" dirty="0"/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1CBCF3-53BA-BA90-F11F-0FC0CA84D4FD}"/>
                  </a:ext>
                </a:extLst>
              </p14:cNvPr>
              <p14:cNvContentPartPr/>
              <p14:nvPr/>
            </p14:nvContentPartPr>
            <p14:xfrm>
              <a:off x="189360" y="769680"/>
              <a:ext cx="8211960" cy="3991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1CBCF3-53BA-BA90-F11F-0FC0CA84D4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60" y="753480"/>
                <a:ext cx="8244360" cy="40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1856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8DA3-F3AC-19F0-5D99-69DDF97D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Concatenating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094E0-D9C1-B460-2727-85EF4BC337AE}"/>
              </a:ext>
            </a:extLst>
          </p:cNvPr>
          <p:cNvSpPr txBox="1"/>
          <p:nvPr/>
        </p:nvSpPr>
        <p:spPr>
          <a:xfrm>
            <a:off x="1077058" y="1673928"/>
            <a:ext cx="2128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+ Operator: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8A6DF-FB96-B869-0B72-DBB16E7F8C6F}"/>
              </a:ext>
            </a:extLst>
          </p:cNvPr>
          <p:cNvSpPr txBox="1"/>
          <p:nvPr/>
        </p:nvSpPr>
        <p:spPr>
          <a:xfrm>
            <a:off x="452804" y="4031748"/>
            <a:ext cx="23046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concat() Method: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EF6ED8-CDDF-19C5-F9C4-8257B65B8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09" y="3819929"/>
            <a:ext cx="6313915" cy="13683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68F16C-4A48-0615-6D60-CA932181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488" y="1436029"/>
            <a:ext cx="5866423" cy="23892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F77B66-F56D-947F-0168-37D0AF6F10B6}"/>
                  </a:ext>
                </a:extLst>
              </p14:cNvPr>
              <p14:cNvContentPartPr/>
              <p14:nvPr/>
            </p14:nvContentPartPr>
            <p14:xfrm>
              <a:off x="1182600" y="742320"/>
              <a:ext cx="7026840" cy="435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F77B66-F56D-947F-0168-37D0AF6F10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6400" y="726120"/>
                <a:ext cx="7059240" cy="438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5872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B58D-86D5-B1C5-B102-6804BB38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String Immutability in Java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B798-4BF6-71D9-1B90-408FF6A88EC7}"/>
              </a:ext>
            </a:extLst>
          </p:cNvPr>
          <p:cNvSpPr txBox="1"/>
          <p:nvPr/>
        </p:nvSpPr>
        <p:spPr>
          <a:xfrm>
            <a:off x="628650" y="1268016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Strings in Java are immutable, meaning they cannot be changed after creation.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720D0-F11B-0E98-4B06-AACB4CEE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559" y="1521932"/>
            <a:ext cx="5593929" cy="1938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717C97-785F-5EE5-35AB-C48A05F3779C}"/>
              </a:ext>
            </a:extLst>
          </p:cNvPr>
          <p:cNvSpPr txBox="1"/>
          <p:nvPr/>
        </p:nvSpPr>
        <p:spPr>
          <a:xfrm>
            <a:off x="624768" y="3459986"/>
            <a:ext cx="4166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To modify a string, assign the result to a new variable:</a:t>
            </a:r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2DB5F-47F4-6072-B803-FC039007B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031" y="3586197"/>
            <a:ext cx="5507282" cy="15573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C78BCB-1A47-D38D-9301-E5076966DADC}"/>
                  </a:ext>
                </a:extLst>
              </p14:cNvPr>
              <p14:cNvContentPartPr/>
              <p14:nvPr/>
            </p14:nvContentPartPr>
            <p14:xfrm>
              <a:off x="888480" y="994680"/>
              <a:ext cx="6501600" cy="2776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C78BCB-1A47-D38D-9301-E5076966DA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2280" y="978480"/>
                <a:ext cx="6534000" cy="280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397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DF7B-6615-0C67-8CE6-9019C02F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Extracting Characters from a String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BD901-4E46-9625-3F45-623F44CDC8D3}"/>
              </a:ext>
            </a:extLst>
          </p:cNvPr>
          <p:cNvSpPr txBox="1"/>
          <p:nvPr/>
        </p:nvSpPr>
        <p:spPr>
          <a:xfrm>
            <a:off x="692658" y="1477246"/>
            <a:ext cx="3019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Using charAt(index):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85A27-E332-AA52-780A-B5B690C2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29599"/>
            <a:ext cx="5086350" cy="1438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CFADA9-946D-C037-0561-0E6915ED2C55}"/>
              </a:ext>
            </a:extLst>
          </p:cNvPr>
          <p:cNvSpPr txBox="1"/>
          <p:nvPr/>
        </p:nvSpPr>
        <p:spPr>
          <a:xfrm>
            <a:off x="628650" y="3453790"/>
            <a:ext cx="3601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Finding String Length (length()):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3A9125-9382-161A-3B04-CF769A60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1" y="3761567"/>
            <a:ext cx="5086350" cy="12096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265635-D8B2-6BC0-87E7-A28EDACB58BB}"/>
                  </a:ext>
                </a:extLst>
              </p14:cNvPr>
              <p14:cNvContentPartPr/>
              <p14:nvPr/>
            </p14:nvContentPartPr>
            <p14:xfrm>
              <a:off x="1110240" y="693000"/>
              <a:ext cx="6174000" cy="3931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265635-D8B2-6BC0-87E7-A28EDACB58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4040" y="676800"/>
                <a:ext cx="6206400" cy="39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9904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1ECB-A8AD-CE2D-B90A-47D3FB1F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Comparing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5504A-9BCE-F800-519A-8C190FB31A78}"/>
              </a:ext>
            </a:extLst>
          </p:cNvPr>
          <p:cNvSpPr txBox="1"/>
          <p:nvPr/>
        </p:nvSpPr>
        <p:spPr>
          <a:xfrm>
            <a:off x="514350" y="148604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== (Compares references, not values):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73531-7A86-B6A4-46F3-629694B27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793820"/>
            <a:ext cx="5829300" cy="1654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FD2613-0D98-38FD-D76E-FB4FCC6FB350}"/>
              </a:ext>
            </a:extLst>
          </p:cNvPr>
          <p:cNvSpPr txBox="1"/>
          <p:nvPr/>
        </p:nvSpPr>
        <p:spPr>
          <a:xfrm>
            <a:off x="514350" y="3575706"/>
            <a:ext cx="4057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.equals() (Compares actual values):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EA41A5-C410-DE9C-B042-76859FB35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" y="3829622"/>
            <a:ext cx="4552950" cy="12096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DD66E70-4E30-BF9E-D444-91913945FA4A}"/>
                  </a:ext>
                </a:extLst>
              </p14:cNvPr>
              <p14:cNvContentPartPr/>
              <p14:nvPr/>
            </p14:nvContentPartPr>
            <p14:xfrm>
              <a:off x="1126800" y="1040400"/>
              <a:ext cx="7053120" cy="3731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DD66E70-4E30-BF9E-D444-91913945FA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0600" y="1024200"/>
                <a:ext cx="7085520" cy="376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5918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BB5B-3269-15DE-641B-086EEA945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51E7C-6789-4DCE-6C16-E7269136C124}"/>
              </a:ext>
            </a:extLst>
          </p:cNvPr>
          <p:cNvSpPr txBox="1"/>
          <p:nvPr/>
        </p:nvSpPr>
        <p:spPr>
          <a:xfrm>
            <a:off x="95250" y="148228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Modifying Strings Without Reassigning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81117-CD52-2B1A-D379-B4FC78CB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671"/>
            <a:ext cx="4552950" cy="167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2FC795-3DA7-6F63-1B7C-73189DEC64DB}"/>
              </a:ext>
            </a:extLst>
          </p:cNvPr>
          <p:cNvSpPr txBox="1"/>
          <p:nvPr/>
        </p:nvSpPr>
        <p:spPr>
          <a:xfrm>
            <a:off x="3297142" y="3377903"/>
            <a:ext cx="1804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D60867-9612-3274-5C5C-B57F02262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142" y="3591136"/>
            <a:ext cx="5572062" cy="15523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E7761B-26C2-B0C8-AEAC-0DB935231083}"/>
                  </a:ext>
                </a:extLst>
              </p14:cNvPr>
              <p14:cNvContentPartPr/>
              <p14:nvPr/>
            </p14:nvContentPartPr>
            <p14:xfrm>
              <a:off x="352080" y="1708920"/>
              <a:ext cx="7277760" cy="313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E7761B-26C2-B0C8-AEAC-0DB9352310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880" y="1692720"/>
                <a:ext cx="7310160" cy="31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753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829B-5DF1-6862-D953-F9808038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5203-06E5-478B-3E47-9A30DAE4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Strings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55D30-F485-96CE-8021-C11D3C6716AF}"/>
              </a:ext>
            </a:extLst>
          </p:cNvPr>
          <p:cNvSpPr txBox="1"/>
          <p:nvPr/>
        </p:nvSpPr>
        <p:spPr>
          <a:xfrm>
            <a:off x="2940844" y="3336860"/>
            <a:ext cx="1804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7F68D-25D2-64CC-3610-6BC8E9468D53}"/>
              </a:ext>
            </a:extLst>
          </p:cNvPr>
          <p:cNvSpPr txBox="1"/>
          <p:nvPr/>
        </p:nvSpPr>
        <p:spPr>
          <a:xfrm>
            <a:off x="195262" y="1268016"/>
            <a:ext cx="4376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❌ </a:t>
            </a:r>
            <a:r>
              <a:rPr lang="en-IN" b="1" dirty="0"/>
              <a:t>Using == Instead of .equals() for Comparison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C4967D-0B6A-580B-B43E-FDEF3A8C3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3" y="1443037"/>
            <a:ext cx="6777545" cy="1718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FDF690-73FD-21D3-1E2E-E62EFFDB8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3509811"/>
            <a:ext cx="5829300" cy="16336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A41F7E-D954-E51A-2E27-561B7111DA6A}"/>
                  </a:ext>
                </a:extLst>
              </p14:cNvPr>
              <p14:cNvContentPartPr/>
              <p14:nvPr/>
            </p14:nvContentPartPr>
            <p14:xfrm>
              <a:off x="1085760" y="929520"/>
              <a:ext cx="6641640" cy="343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A41F7E-D954-E51A-2E27-561B7111DA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560" y="913320"/>
                <a:ext cx="6674040" cy="346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494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209</Words>
  <Application>Microsoft Macintosh PowerPoint</Application>
  <PresentationFormat>On-screen Show (16:9)</PresentationFormat>
  <Paragraphs>34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What is a String?</vt:lpstr>
      <vt:lpstr>Creating Strings in Java</vt:lpstr>
      <vt:lpstr>Concatenating Strings</vt:lpstr>
      <vt:lpstr>String Immutability in Java</vt:lpstr>
      <vt:lpstr>Extracting Characters from a String</vt:lpstr>
      <vt:lpstr>Comparing Strings</vt:lpstr>
      <vt:lpstr>Common Mistakes with Strings</vt:lpstr>
      <vt:lpstr>Common Mistakes with Strings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23</cp:revision>
  <dcterms:modified xsi:type="dcterms:W3CDTF">2025-06-04T19:58:08Z</dcterms:modified>
</cp:coreProperties>
</file>