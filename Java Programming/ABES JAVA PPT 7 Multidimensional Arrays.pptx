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ink/ink14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40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74356-5E27-B44C-BDDE-DA4058E0F64B}" v="1" dt="2025-06-04T18:09:09.30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24F74356-5E27-B44C-BDDE-DA4058E0F64B}"/>
    <pc:docChg chg="delSld modSld modSection">
      <pc:chgData name="Aditya Hare Krishna" userId="de62b921b3c41f8c" providerId="LiveId" clId="{24F74356-5E27-B44C-BDDE-DA4058E0F64B}" dt="2025-06-04T18:09:09.297" v="8"/>
      <pc:docMkLst>
        <pc:docMk/>
      </pc:docMkLst>
      <pc:sldChg chg="del">
        <pc:chgData name="Aditya Hare Krishna" userId="de62b921b3c41f8c" providerId="LiveId" clId="{24F74356-5E27-B44C-BDDE-DA4058E0F64B}" dt="2025-06-01T09:36:40.951" v="1" actId="2696"/>
        <pc:sldMkLst>
          <pc:docMk/>
          <pc:sldMk cId="865231926" sldId="259"/>
        </pc:sldMkLst>
      </pc:sldChg>
      <pc:sldChg chg="del">
        <pc:chgData name="Aditya Hare Krishna" userId="de62b921b3c41f8c" providerId="LiveId" clId="{24F74356-5E27-B44C-BDDE-DA4058E0F64B}" dt="2025-06-01T09:36:41.224" v="2" actId="2696"/>
        <pc:sldMkLst>
          <pc:docMk/>
          <pc:sldMk cId="3700626899" sldId="260"/>
        </pc:sldMkLst>
      </pc:sldChg>
      <pc:sldChg chg="del">
        <pc:chgData name="Aditya Hare Krishna" userId="de62b921b3c41f8c" providerId="LiveId" clId="{24F74356-5E27-B44C-BDDE-DA4058E0F64B}" dt="2025-06-01T09:36:41.493" v="3" actId="2696"/>
        <pc:sldMkLst>
          <pc:docMk/>
          <pc:sldMk cId="3646478686" sldId="261"/>
        </pc:sldMkLst>
      </pc:sldChg>
      <pc:sldChg chg="del">
        <pc:chgData name="Aditya Hare Krishna" userId="de62b921b3c41f8c" providerId="LiveId" clId="{24F74356-5E27-B44C-BDDE-DA4058E0F64B}" dt="2025-06-01T09:36:41.765" v="4" actId="2696"/>
        <pc:sldMkLst>
          <pc:docMk/>
          <pc:sldMk cId="4160922870" sldId="262"/>
        </pc:sldMkLst>
      </pc:sldChg>
      <pc:sldChg chg="del">
        <pc:chgData name="Aditya Hare Krishna" userId="de62b921b3c41f8c" providerId="LiveId" clId="{24F74356-5E27-B44C-BDDE-DA4058E0F64B}" dt="2025-06-01T09:36:42.820" v="5" actId="2696"/>
        <pc:sldMkLst>
          <pc:docMk/>
          <pc:sldMk cId="1456306759" sldId="263"/>
        </pc:sldMkLst>
      </pc:sldChg>
      <pc:sldChg chg="del">
        <pc:chgData name="Aditya Hare Krishna" userId="de62b921b3c41f8c" providerId="LiveId" clId="{24F74356-5E27-B44C-BDDE-DA4058E0F64B}" dt="2025-06-01T09:36:43.721" v="7" actId="2696"/>
        <pc:sldMkLst>
          <pc:docMk/>
          <pc:sldMk cId="1857968367" sldId="264"/>
        </pc:sldMkLst>
      </pc:sldChg>
      <pc:sldChg chg="del">
        <pc:chgData name="Aditya Hare Krishna" userId="de62b921b3c41f8c" providerId="LiveId" clId="{24F74356-5E27-B44C-BDDE-DA4058E0F64B}" dt="2025-06-01T09:36:43.230" v="6" actId="2696"/>
        <pc:sldMkLst>
          <pc:docMk/>
          <pc:sldMk cId="1242324238" sldId="266"/>
        </pc:sldMkLst>
      </pc:sldChg>
      <pc:sldChg chg="del">
        <pc:chgData name="Aditya Hare Krishna" userId="de62b921b3c41f8c" providerId="LiveId" clId="{24F74356-5E27-B44C-BDDE-DA4058E0F64B}" dt="2025-06-01T09:36:40.588" v="0" actId="2696"/>
        <pc:sldMkLst>
          <pc:docMk/>
          <pc:sldMk cId="3797009300" sldId="360"/>
        </pc:sldMkLst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971700507" sldId="361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971700507" sldId="361"/>
            <ac:inkMk id="4" creationId="{55870541-BF2B-76B8-F51C-F1ED90E88E84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3140408816" sldId="362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3140408816" sldId="362"/>
            <ac:inkMk id="3" creationId="{36DDD4AF-9A4A-4786-3B2E-034104659831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4143092998" sldId="363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4143092998" sldId="363"/>
            <ac:inkMk id="3" creationId="{C15E47E8-0EA2-EA95-E719-EE6FE8AF5397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48549413" sldId="364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48549413" sldId="364"/>
            <ac:inkMk id="3" creationId="{ABC851DB-B1C5-BDAF-A1A2-71BED656BAEF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3969086294" sldId="365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3969086294" sldId="365"/>
            <ac:inkMk id="5" creationId="{11C6F0B8-0868-094A-9E90-28B974A8FE64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3531468077" sldId="366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3531468077" sldId="366"/>
            <ac:inkMk id="6" creationId="{5433104F-ADD4-D81C-B030-D7E79B1F0AB1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681678700" sldId="367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681678700" sldId="367"/>
            <ac:inkMk id="3" creationId="{40292A0A-F11F-A854-9AD3-220197056BE7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1028894011" sldId="368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1028894011" sldId="368"/>
            <ac:inkMk id="3" creationId="{8B8B7DB6-A4E9-0F1A-9DD9-9CC407509F24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586865423" sldId="369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586865423" sldId="369"/>
            <ac:inkMk id="7" creationId="{BEFC8FA9-67A0-ECFA-119C-41D354024E68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99151210" sldId="371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99151210" sldId="371"/>
            <ac:inkMk id="7" creationId="{3AFA4F24-EDA7-EA59-42ED-8E0A2AE0A6F6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628755462" sldId="372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628755462" sldId="372"/>
            <ac:inkMk id="3" creationId="{E6ACA70B-0311-5F74-BBC8-272608254887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1421509410" sldId="373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1421509410" sldId="373"/>
            <ac:inkMk id="3" creationId="{196457C4-3939-41FE-4045-4B52DAB53096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2741140439" sldId="374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2741140439" sldId="374"/>
            <ac:inkMk id="3" creationId="{340EF43C-8470-F364-FDE0-3A0848BADEFF}"/>
          </ac:inkMkLst>
        </pc:inkChg>
      </pc:sldChg>
      <pc:sldChg chg="addSp">
        <pc:chgData name="Aditya Hare Krishna" userId="de62b921b3c41f8c" providerId="LiveId" clId="{24F74356-5E27-B44C-BDDE-DA4058E0F64B}" dt="2025-06-04T18:09:09.297" v="8"/>
        <pc:sldMkLst>
          <pc:docMk/>
          <pc:sldMk cId="1537913656" sldId="375"/>
        </pc:sldMkLst>
        <pc:inkChg chg="add">
          <ac:chgData name="Aditya Hare Krishna" userId="de62b921b3c41f8c" providerId="LiveId" clId="{24F74356-5E27-B44C-BDDE-DA4058E0F64B}" dt="2025-06-04T18:09:09.297" v="8"/>
          <ac:inkMkLst>
            <pc:docMk/>
            <pc:sldMk cId="1537913656" sldId="375"/>
            <ac:inkMk id="3" creationId="{B841819C-BE92-3D02-A79E-47F3FDCDCED8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7:42:39.10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F0"/>
    </inkml:brush>
    <inkml:brush xml:id="br2">
      <inkml:brushProperty name="width" value="0.09071" units="cm"/>
      <inkml:brushProperty name="height" value="0.09071" units="cm"/>
      <inkml:brushProperty name="color" value="#A020F0"/>
    </inkml:brush>
    <inkml:brush xml:id="br3">
      <inkml:brushProperty name="width" value="0.09071" units="cm"/>
      <inkml:brushProperty name="height" value="0.09071" units="cm"/>
    </inkml:brush>
    <inkml:brush xml:id="br4">
      <inkml:brushProperty name="width" value="0.09071" units="cm"/>
      <inkml:brushProperty name="height" value="0.09071" units="cm"/>
      <inkml:brushProperty name="color" value="#00B050"/>
    </inkml:brush>
    <inkml:brush xml:id="br5">
      <inkml:brushProperty name="width" value="0.09071" units="cm"/>
      <inkml:brushProperty name="height" value="0.09071" units="cm"/>
      <inkml:brushProperty name="color" value="#92D050"/>
    </inkml:brush>
    <inkml:brush xml:id="br6">
      <inkml:brushProperty name="width" value="0.09071" units="cm"/>
      <inkml:brushProperty name="height" value="0.09071" units="cm"/>
      <inkml:brushProperty name="color" value="#0070C0"/>
    </inkml:brush>
  </inkml:definitions>
  <inkml:trace contextRef="#ctx0" brushRef="#br0">1205 3806 16064,'3'25'411,"1"0"0,0-1 0,3-2-316,4-5 0,2-3-45,0 1 1,0-2 5,14 8 11,-2-6 0,2-8 90,2-3-39,-11-7 0,1-4-1107,2-1 0,1-2 1033,4-7 1,1-1-38,-8 3 1,1-1 0,1-2-625,3-2 1,2-3-1,0 0 1,-1 0 152,3-1 1,-2 1 0,2-2-357,-2 2 1,2-2 0,0 1 0,-1 1 749,-1 1 1,-1 1 0,-2 3-1,-1 0 1,-2 3 0,-5 3-1,1 0 1</inkml:trace>
  <inkml:trace contextRef="#ctx0" brushRef="#br0" timeOffset="4274">8516 4350 12804,'31'-4'234,"1"0"0,-1 1 0,1-1 0,-1 0 0,4 1 0,2-1 0,0 1 0,-2 1 1,-4 0-235,-2 1 0,-3 1 0,2 0-820,6 0 1,4 0 0,0 0 0,-3 0-96,-4 0 0,-2 0 0,1 0 284,-1 0 1,2 0 0,0 0 0,-1 0 630,3 0 0,-1 0 0,-3 0 0,-1 0 0,-2 0 0,-4 0 0,0 0 0</inkml:trace>
  <inkml:trace contextRef="#ctx0" brushRef="#br0" timeOffset="4833">10636 4311 13545,'28'-2'143,"0"1"1,0 0-1,0 0 1,-1 0 0,-1 0-116,4 1 0,0 0-1029,2 0 0,0 0 1018,2 0 0,0 0-12,3 0 1,0 1-6,-12-1 0,1 0 0,0 0-30,1 1 0,0-1 0,0 1-292,0 0 1,0-1 0,-1 1-598,1 1 0,0-1 1,-1 0 918,0 1 0,1 0 0,-4-1 0,0 1 0,-4 0 0,14 0 0</inkml:trace>
  <inkml:trace contextRef="#ctx0" brushRef="#br0" timeOffset="24807">10887 5224 11145,'-2'-2'3276,"1"-3"-1801,26 4-1408,4-2-691,-3 3 0,4 0 687,0 0 1,2 0 0,0 0-295,-5 0 0,0 0 0,1 0 281,1 1 1,1-1-1,1 0 1,-2 1-740,4-1 0,0 1 0,0 0 719,2-1 0,1 2 0,1-1-16,-9-1 0,1 1 0,0 0 0,0 0-279,2 0 0,-1-1 0,1 1 0,-1 0 265,1 0 0,0 0 0,-1 0 0,1 0-191,-1-1 1,0 1 0,0 0 0,1 0 190,-2 0 0,1 0 0,-1 1 0,0-1 7,8 1 1,-1-1 0,2 1-3,-2 1 1,2 0-1,0 0 1,-2 1-6,1-1 0,-3 0 0,3 1 0,-4-1 0,1 1 0,0-1 0,-3 1-119,-2-1 0,-3 0 1,0 0 112,10 2 0,-1-1 646,-4 0 1,-2 0-636,-3 0 1,-2-1 461,-5 0 1,0-1-468,9 2 1703,-9-3-1681,-8 1 1819,-6-2-1684,-3 1-3434,-1-1 2469,-1 6 0,0-5 0,0 5 1</inkml:trace>
  <inkml:trace contextRef="#ctx0" brushRef="#br0" timeOffset="32201">14439 5237 11291,'25'4'697,"0"0"1,1 0-1,0 0 1,1-1-661,-1 1 1,2-1-1,-1 0-1595,1 0 1,0-2 1585,4 1 0,1-2 1,-9 1 1,1-1 0,1 1-8,2-1 1,0-1-1,1 0 0,2 0 1,1-1 0,-1 0-436,3-1 1,0 1 0,1-2 438,1 0 0,1 0 0,0-1-12,-9 2 0,-1 0 0,2-1 0,1 1-64,2-1 1,2 0-1,0 0 1,1 0 0,0 1 55,-3 0 1,0 0 0,0 0 0,0 0-1,-1 0-6,1 1 0,-1-1 0,0 0 0,0 0 0,-2 1 0,11-1 0,-3 1 0,-4 1-17,-6 0 1,-4 0-141,12 1-526,-12 1-2098,-7 8 2781,-10-1 0,0 2 0,-6-5 0</inkml:trace>
  <inkml:trace contextRef="#ctx0" brushRef="#br0" timeOffset="32666">17673 5239 15157,'33'-5'95,"1"0"0,0 2 0,4 0 1,-3 1-81,-7 0 0,-2 1 0,2 0-835,-1 1 1,3-1 0,0 0 0,-2 1 780,2 0 0,-2-1 1,0 1 38,1 0 0,1 0 0,-1 0-34,1 0 0,0 0 1,0-1-505,0 1 0,1-1 0,-1 1-555,-1-1 1,0 0 0,0 0 1019,-1 0 0,0 0 0,-3-1 0,-1 1 0,-3 0 1,10-1-1</inkml:trace>
  <inkml:trace contextRef="#ctx0" brushRef="#br0" timeOffset="35350">5648 6726 9386,'-1'3'717,"1"-1"90,0-2-415,27 0-101,-7 0-128,2 0 0,2 0-84,11 0 548,2-1-687,-17 1 0,1 0 172,1 0 1,0-1-63,1 1 1,1 0-7,1 0 1,1 0-19,-2 0 0,2 0 1,1 0-13,1 0 1,1 0 0,0 0 0,0 0 0,0 0 0,0 0-603,0 0 1,0 0 0,-2 0 592,4 0 1,-1 0-6,1 0 0,0-1-309,0 1 0,0-1 320,-1 0 0,1 0-11,-2-1 0,1 1 7,-2 0 1,1-1-1,-1 1-7,4-1 0,1 1-213,-6 0 0,2-1 0,-1 1 207,1-1 1,0 1 5,0-1 0,-1 1 0,-2-1 0,2 0-12,6 0 1,0 0 11,-10 0 0,1 0 0,4 0 0,0 0 253,7-1-253,-5 0 34,-2 2-34,-5-1 0,-4 1 1542,-5-1-1553,-3 2 757,-2-1-791,-3 1 828,0 0-1948,-2 0-937,-2 0 2102,-2 2 0,-1-2 0,0 2 0</inkml:trace>
  <inkml:trace contextRef="#ctx0" brushRef="#br0" timeOffset="36667">10193 6691 9375,'32'0'287,"1"0"1,-6 1-1,0-1-242,0 0 1,0 0-1057,-5 1 0,1-1 1033,1 0 1,1 0 122,0 0 1,1 0-170,2 0 1,0-1 141,1 0 0,0-1-46,3 0 1,-1 0-23,1-1 1,2-1 5,-2 1 0,1 0 0,-1 0-39,5 0 0,-1-1-175,-5 1 1,1 0-1,-2 1 175,1-1 0,-2 0-17,-1 2 0,0-1 11,-1 1 1,0 0-203,-1 0 1,0 1 195,-1-1 1,2 1-6,9 0 0,2 0 0,-10 0 0,0 0 107,8 0 1,-1 0-97,-12 0 1,-2 0-1,-2 0 0,0 0 694,11 0-694,-8 0 1124,-9 0-507,-7 0 786,-3 0-2507,-2 0 1,-1 0 0</inkml:trace>
  <inkml:trace contextRef="#ctx0" brushRef="#br0" timeOffset="38037">13171 6689 13835,'14'-4'604,"14"1"-469,-3 3 5,2 1 0,2-1-45,-9 1 1,0-1-660,7 0 0,1 1 626,-4-1 0,0 0-380,2 1 1,1-2 328,4 1 0,0 0-6,3 1 1,0-2-450,2 1 1,1 0 443,-12-1 0,0 0 0,1 0-3,1 0 0,2 0 1,1-1-1,-1 0 5,-1 1 1,1-1 0,-1 1 0,0-1 4,10 0 1,0 0 0,-2 0-8,-5 1 0,-1-1 0,-3 2 0,-1-1 0,-2 1-61,-4 0 1,0 0 60,12 0 497,-9 0-486,-7 0 761,-7 0-772,-4 0 1618,-3 0-2054,-2 0-2841,-7-1 3008,-3 0 0,0 0 0,2 1 0</inkml:trace>
  <inkml:trace contextRef="#ctx0" brushRef="#br0" timeOffset="39999">7046 7525 12244,'32'-8'175,"0"1"1,0-1-1,-1 2-114,-7 2 1,0 1-693,2 0 0,1 0 642,0 0 0,0 0 11,0 0 1,0 0-18,0 0 1,-1 1 11,-1 0 0,-1 0 5,0 0 0,0 0 6,0 1 0,-1-1-11,-1 1 0,0-1-78,0 1 1,0 0 161,0-1 0,-1 1-23,1 0 1,0-1-51,2 1 0,0 1 72,0-1 1,1 1-38,1-1 1,1 1 0,-1 0-31,4 0 1,0 0-319,-5 0 0,2 0 0,-2 0 296,2 1 0,-2 0 0,0-1 1,0 1-217,-1 1 1,1-1 215,-1 1 0,0-1-11,0 0 0,0 0 0,-1 1 0,0-1 0,0 0 0,0 0 6,9 1 0,0-1-1,-8 0 1,0 0-6,7 1 0,-1-1 5,-9 0 1,-2-1-1,0 0 1,0 1-6,0-1 0,0 0 436,17 0-425,0 0-11,-12 0 0,1 0 11,11-1-11,-13 0 0,-1 1 0,5-2 357,5-2-357,-9 2 1259,5-1-1214,-3 1-34,-8 0 537,5-1-537,-10 2 116,-1-1-127,-1 0 0,-2 0 11,-1 0-11,-1 1 11,-3 0-33,0 1-1071,-3 0 1,0 0 0</inkml:trace>
  <inkml:trace contextRef="#ctx0" brushRef="#br0" timeOffset="40771">11613 7427 14854,'37'1'131,"-1"0"1,-2-1 0,3 0 0,-3 0-132,3 1 0,-1-2-1093,-2 1 1,1 0 0,-1 0-1,-7 0 1,-2 0 0,1 0-1,0 0 1,1 0 0,-1 0 809,3 0 1,-1 0 0,-2 0 0,-2 0 0,-2 0 0,-3 0 0,0 0 0</inkml:trace>
  <inkml:trace contextRef="#ctx0" brushRef="#br0" timeOffset="41423">13297 7511 13880,'29'-3'201,"1"0"1,-1 0-1,1 0 1,1 1-1,-1-1-1151,-2 1 0,0 1 0,0-1 979,3 0 1,0 0 0,1 0-529,0 0 0,1 0 0,-1 0 506,1 0 1,-1 0 0,0 0-1,-1 0 1,0 1-1,-1-1-90,-1 1 0,0 0 0,-1 0 87,-1 0 0,0 0 0,-1 1-192,-1-1 0,0 1 1,0 0 181,11 0 0,-1 0-190,-1 0 0,0 0-897,-4 2 1,1 0 0,-2 1 562,5-1 1,-3 1-1,0 0 1,-3 1-1,-5-1 1</inkml:trace>
  <inkml:trace contextRef="#ctx0" brushRef="#br0" timeOffset="44817">6679 8201 13801,'31'-7'179,"1"1"0,-2 0 1,-1 1-152,-8 4 0,0 0-28,3 0 0,0 0-879,3 1 0,1-1 907,2 1 0,0-1-23,4 0 1,2 0 5,-8 0 0,2 0 0,2-1 1,-2 1-664,4 0 1,-1 0 0,3 0 668,-2 0 0,3 0 0,0 0 0,-1 0 5,2 0 0,-2 0 1,0 0 8,-7 1 0,0 0 0,0-1 0,0 1-12,-1-1 1,1 1-1,0-1 1,-1 1-2,10-1 1,-1 1 0,1 0 3,-3 0 1,1-1-1,-1 1-19,-2 0 1,0 0 0,-1 0 3,-2 0 1,-1 1 0,0-1-19,-2 1 0,-1 0 0,0 0 11,8 1 0,0 1 11,-4 0 1,-1 1-12,-4-1 0,-1 0 0,-4 1 0,-1-1 0,11 2-34,-10-2 688,-7 0-721,-5-3-2170,-3 2 2237,-3-1 0,0 0 0,-2-1 0</inkml:trace>
  <inkml:trace contextRef="#ctx0" brushRef="#br0" timeOffset="48300">16477 6822 8849,'1'-3'3276,"-1"1"-1745,5-5-1397,-1 8 34,7 2 22,4 31-134,-6-4 0,-2 2-1034,1 2 0,-2 1 989,-2-7 0,-2 1 0,0-1-5,0 8 0,-3-1-252,0-10 1,0 1 0,-1 0 267,0 2 1,0 0-1,-1 0-364,0 1 0,-1 1 0,0-1 368,1 1 0,-1 0 0,1 3 27,0 0 1,-1 2-1,1 2 1,0-1-41,1-5 1,0 0-1,0 1 1,-1-1-1,1 1-303,0 0 1,0 0 0,0 0-1,0 0 1,0 0 293,0-1 1,0 0-1,0 0 1,1-1-1,-1-1 7,0 8 1,0-1-1,0-1-4,-1 2 1,1 0-1,0 0 21,0-9 1,0 0 0,0 1 0,-1 1-20,1 3 0,-1 2 0,-1 1 0,1 0 0,0 1 6,0-5 0,-1 0 0,1 1 0,0 0 0,-1 0 0,1-1-221,-1 1 0,1 0 0,-1 0 0,1 0 0,-1 0 0,1-1 217,-2 6 0,1 1 1,0-2-1,0 0 0,0-2-9,0-2 1,0 0 0,1-2 0,0 1-111,-1 0 0,1 1 0,0 0 1,0-1 121,0 2 0,0-1 0,0 1 0,0 0-9,0 0 1,0-1 0,1 1-1,-1 0-3,1-1 1,0 1 0,-1-1 0,1 1 0,0-1 0,0 0 0,1 0 0,-1 1-97,0-2 0,0 1 0,1 0 0,-1 0 94,1 0 0,0-1 0,-1 1 0,1 0 0,0 0 0,0 1 0,0-1 0,-1 0 9,1 0 0,0-1 1,-1 1-1,1 2-9,-1 0 0,1 1 0,-1 2 0,0 0 0,1 0-4,-1-7 0,0 0 1,0 1-1,1-1 1,-1 2-1,0 0-6,1-1 0,-1 2 1,1 0-1,-1 1 1,1-1-1,-1-1 1,1-1-14,-1 5 1,1-2 0,0-1-1,-1 0 1,1-1-68,0 6 0,0-1 1,1-2-1,-1-2-124,1-3 0,0-2 0,0-2-1142,1 11 0,-1-2 1619,2-4 0,0-3 0,0 3 0,1-11 0</inkml:trace>
  <inkml:trace contextRef="#ctx0" brushRef="#br0" timeOffset="50057">16552 6798 12098,'31'-6'227,"-1"0"1,2 1 0,0 0-172,-2 4 0,2 0-1446,4-1 1,1 1 1437,-10 0 1,1 0-1,3 0 80,-3-1 0,4 1 0,1-1 0,0 0 0,-2 1-615,3-1 0,0 0 0,0 0 0,2 0 503,-5 0 1,1 0 0,1 0 0,1 0 0,1 0-1,0 0-5,0 0 0,1 0 0,0 0 1,1-1-1,0 1 0,-1 0 1,-1 0-181,0 0 0,-1 0 0,0 0 0,-1 0 1,2 0-1,1 0 173,-3 0 0,2 0 0,1 0 0,1 0 1,-1 0-1,0 0 0,-1 0 0,-1 0-210,3 0 0,-3 0 0,0 1 0,0-1 0,1 0 0,3 0 225,-5 0 1,1 0 0,2 1 0,0-1 0,2 0 0,-1-1 0,1 1 0,0 0 0,0 0-62,-2 0 0,1 0 0,0 0 0,0 0 0,1 0 1,-1 0-1,1 0 0,0 0 0,-1 0 0,1 0 43,-4 0 0,1 0 0,-1 0 0,1 0 0,-1 1 0,1-1 0,-1 0 0,1 0 0,-1 0 0,1 0 0,-1 1-5,3-1 0,0 0 0,0 0 0,1 0 0,-1 0 0,0 0 0,-1 0 0,0 0 0,-2 0 0,0 1 4,5-1 0,-2 0 0,-1 1 0,-1-1 0,0 0 0,0 1 0,1 0 1,0-1 1,0 1 0,-1-1-1,1 1 1,0-1 0,-1 1 0,0-1-2,0 1 0,-1 0 0,0 0 0,0 0 0,1 0 0,0 0 0,2 0-10,-3 0 1,1 0 0,2 0-1,-1 0 1,2 1 0,-1-1-1,0 0 1,1 0 0,-2 1 6,0-1 1,-1 1-1,1-1 1,-1 1-1,0 0 1,1-1-1,0 1 1,0 0-1,1-1 6,-1 1 0,1 0 1,1-1-1,1 1 1,-1 0-1,0-1 0,0 1 1,-1 0-1,-1 0 1,-1-1-4,5 1 0,-1 0 0,-2 0 0,0 0 0,-1 0 0,0 0 0,-1 0 18,1 0 0,-1 0 0,0 0 0,-2 0 0,-1 0 0,-2 0-18,1 0 0,-2 0 0,-2 1 0,0-1 192,7 0 0,0 0 1,-2 0-190,-3 0 1,-1 1 0,0-1-4,9 1 0,-2-1 0,-5 1 0,-2-1 666,-4 1 1,-1-1-667,10 1 11,-10 0 2019,-11 0-2030,-6-1 2565,-3 0-794,-2 0-88,0 0-1683,0 4 64,-1 5-64,0 6 0,-2 9 0,-3 6 0,2-12 0,-1 3-206,-1 2 1,-1 5 0,0 0 223,0 6 1,1 1 0,-1 1-497,1-8 1,1 0-1,-1 0 1,1 1 488,0 0 0,0 1 1,0 0-1,0-2 0,1 3 0,0-2 1,0 0 6,-1 2 1,1-1 0,0 1-1,0 1 1,0 1 0,0-1 3,0 2 0,-1 0 1,1 1 3,0 1 0,-1 0 0,1 1-15,0-9 0,0 1 1,1-1-1,-1 1-6,-1 1 1,1-1 0,0 1-1,0 0 6,-1 0 0,1-1 1,0 1-1,-1-1-11,1 1 0,-1 0 0,0-1 0,0 1 0,1-1 0,-1 0 0,0 0 0,0 0 8,0 0 1,0 0-1,1 0 1,-1 0-509,0 0 1,0 1 0,0 0 0,0-1 499,0 1 0,0 0 0,1 0 0,-1 0 2,1 0 1,-1 0 0,1 1 0,-1 1-372,1 1 1,-1 2 0,0 1 0,1-1 0,-1-2 368,1 1 0,0-2 0,0 0 0,-1 1 2,1 0 0,0 1 0,-1 0 1,1 0-1,0-3-2,0-1 0,1-1 0,-1-2 0,1 1-163,-1 0 0,0 0 1,1 0-1,-1 0 171,1 1 1,-1-1-1,1 1 1,-1-1-20,0 9 1,-1 0-1,1 0 11,0-1 0,-1 0 0,1-1 0,-1 1 0,0-1 0,0-1 11,1-1 0,-1 0 1,-1 1-78,1 0 1,-2 3 0,1 0 0,0-2 68,0 2 1,0-2 0,0 2 4,1-2 1,-2 2-1,1 0 1,1-3 233,-1 0 0,1-2 0,0 0-235,0 0 1,1 0-1,0-1-11,-1 0 1,0-1-1,1 0 11,1-1 1,-1-1-1,1 1-3,0-3 0,0 1 0,0 0 3,0 8 1,1 1-1,-1 0 8,1 1 0,-1 0 0,1 0-15,-1-1 0,1 0 0,0 0 22,0-3 1,-1 0-1,1-3-11,0 2 0,-1-2 380,0-2 0,0 0-391,0-3 0,1 0 5,-1-3 1,0 0 33,0-3 0,1-1 1085,-2 13-1124,2-7 0,0-8 2667,1-6-2667,0-5 1500,-1-4-1712,0 0 93,-1-1-1910,0-4 2029,-6-6 0,5 5 0,-4-5 0</inkml:trace>
  <inkml:trace contextRef="#ctx0" brushRef="#br0" timeOffset="51557">16298 11698 10910,'4'0'1860,"-1"0"-874,25-6-795,-6 2-135,2-1 0,3 0-23,5 0 1,3 0-1039,-7 2 1,2-1 0,-1 1 1007,2-1 1,-1 0 0,1 1 3,2 0 1,0-1 0,-1 1-224,6 0 0,-2 1 219,-10 0 1,0 0 0,1 0-15,-1 0 0,1 0 0,0 0 22,0 1 0,1-1 0,-1 0-11,2 1 0,0-1 0,0 1 0,0-1 0,1 1 0,1-1 5,3 1 1,2 0 0,0 0 0,-1 0-6,3-1 0,-2 1 0,1-1-413,0 1 1,1-1 0,0 1 0,-2 0 412,0-1 0,-1 1 0,-1 0 0,1-1 0,0 1 0,-1 0 3,0 0 1,-1 0 0,1 0-197,-3 1 0,1-1 0,1 1 195,-1-1 1,2 0 0,0 1 0,-2-1-7,2 1 0,-2-1 1,2 1 42,-3-1 1,2 1-1,0-1 1,-2 1-44,0 0 0,-2-1 0,0 1 4,0-1 0,1 1 0,0 0 4,0-1 0,0 1 0,0 0-69,0-1 1,1 1 0,-1 0 67,1-1 1,0 1 0,-1 0-1,1-1 1,-1 1 0,0 0-4,1 0 0,-1 0 0,0 0 15,-1 0 0,0 0 0,2 0-18,0 0 0,1 0 1,1 0-1,-2 0-9,1 0 1,-1 0 0,1 0 11,-2 0 0,1 0 0,1 0 0,-3 0-4,-1 0 1,-2-1-1,0 2 4,1-1 0,-1 0 0,0 1 3,1-1 1,-1 1 0,0 0 326,0 0 1,0 0 0,2 0-331,-1 1 0,1-1 0,2 1 0,-1-1 2,3 2 1,-1-1 0,1 0 0,0 0-282,0 0 0,0 0 0,0 0 1,0 0 275,-1 0 0,0 1 0,0-1 1,-2 0 5,1-1 1,-1 1 0,0-1 40,1 0 0,-1 1 1,1-1-45,0 0 0,1 0 0,-1 0 0,0 0 0,1 0 0,-1 0 0,0 0 0,0-1 0,0 1 0,-1-1 0,-1 1 0,2 0 8,-1 0 1,1-1-1,0 1 1,-2-1-9,2 1 0,-2-1 0,1 1-8,7 0 1,0-1-1,0 1 4,-5-1 0,0 0 1,-2 0 249,3 0 0,0 0-246,-7 0 0,1 0 0,-2 0 0,6-1 0,-2 1 0,-8-1 0,0 0 131,3 0 1,-1-1-166,0 0 2218,-5-1-2184,-3 1 1631,0-1-1631,0 0 817,3 0-817,3 1-11,11 0 33,-4 0-22,-8 2 0,0-1 7,13 0-7,4 0 0,-17 1 0,0-1 5,1 1 1,1 0-6,-1-1 0,2 1 0,7-1 0,1 1 0,-10 0 0,0-1 0,5 1 0,-1-1 0,-1-1-11,-3 1 11,-3-2 0,-2 1 11,-1-2-11,-2 1 0,-2 0 316,2 0-316,-4 2 22,1-1-22,-7 1-3277,-1 1 3239,-12 0 0,8 0 0,-8 0 1</inkml:trace>
  <inkml:trace contextRef="#ctx0" brushRef="#br0" timeOffset="55424">16523 7707 1049,'-7'0'2790,"2"0"486,5 0-2497,13 0-566,1-1 11,17-1-112,3-1 365,-14 0 0,1 1-433,3-1 1,0 0-40,2 0 1,0-1 84,1 1 0,2 0-433,-1-1 0,2 0 1,-2 0 370,6 1 0,-1 0-14,-4-1 1,1 0 0,-2 1 952,2 0 0,-1 1-960,-3-1 1,2 1-1,0-1-11,2 1 1,0 0-1,2 0-118,-3 0 0,1 0 1,1 0-1,-1 0 122,2 1 0,0-1 0,0 0 0,-1 1-344,4-1 1,-2 0 0,0 1 343,0-1 0,-1 0 0,-2 1 0,4-1 0,-1 1 799,0-1 0,0 0-794,-1 1 1,-1 0 5,-1 0 0,0 0-6,-1 1 1,-1 0 0,-1-1 0,-1 2-6,0-1 0,0 0-12,0 0 1,1 0 11,-1 0 0,1 0 0,1-1 0,1 1 0,-1-1 0,0 1 0,-1-1 0,1 0-115,-2 0 0,1 0 115,-1 0 0,0 1-11,0-1 0,2 0 11,-2 0 0,3 0 0,-2 0 0,5 0 0,0 0-196,-5 0 0,2 0 0,-2 0 201,2 0 1,-1 0 0,-1 0 0,0 0 585,0 1 1,-1-1-581,-1 1 1,-1-1-12,1 1 0,-1-1 0,-1 1 0,1 0 0,12-1 0,0 1 0,-9-1 0,1 1-6,8 0 0,1-1-56,-12 1 0,-2-1 62,2 1 0,-1-1-12,-1 1 1,1-1 48,0 0 0,0 1-37,0-1 0,2 0 5,9-1 1,1 0 5,-9 1 1,0 0-18,7-1 0,-1 0 6,-11 1 0,-1 1 0,-1-1 0,1 1 0,-1 0 0,0 0 545,0 0 0,0 0-545,-1 0 0,1 0 17,0 0 0,-1 0-17,0 0 0,1 0-6,8 0 0,1 0 6,-7 0 0,1 0 0,7 0 0,-1 0 0,-6 0 0,-2 0 6,1 0 0,-1 0-6,1-1 0,0 1-6,-1 0 0,0-1 6,-1 0 0,2 0-6,10 0 1,1 0 5,-7-1 0,0 1-29,8-1 0,0 1 29,-9 0 0,-1 0 6,-1 0 0,0 0 10,-1 0 1,0 1 405,-2-1 1,-1 0-423,14 0-23,-5 0 23,-5 0 0,-4 0 511,-2 0-488,-1 0 11,5-1-34,4 0 0,7 0 59,4 1-65,-16 1 1,0 0 383,-1-1 1,2 1-379,4 0 0,1 0 5,-7 0 1,0 0-205,4 0 1,-1 0 198,6 0 0,-1 0-11,-4 0 304,-3 0-293,-1 0-46,-1 0 92,5 0-41,0-1 1,3 1-6,-5-1 0,1 1 21,7 0 1,0-1-22,7 0 0,-8 0-12,-8 0 24,-4 0-12,-3 1 11,5-2-11,-5 2 11,3-1-11,-5 1 555,2 0-521,4 0-34,7 0 0,4 0 11,3 0-56,-1 0 79,1 0-34,-10 0 22,0 0-22,-7-1 0,-2 1 11,1-1 12,-2 0-23,1 0 11,7-1 135,8 0-68,0 1-56,1 0 79,-12 0 22,-4 0 1,-6 1 21,-2 0-78,-1 0-22,0 0-45,1 0 0,2 0-11,1 0 11,2 0 0,0 0-34,2 0 46,-1 0-12,0 0 22,0 0 12,-3 0-12,0 0 0,-2 0-22,1 0 34,0 0-12,1 0 34,0 0 68,1-2 44,-3 1-124,1-1 13,-2 1-57,0-1 0,0 1 11,-1-1-11,0 1-11,0 1-23,1-1 0,5 1 34,0 0-11,0 0 11,-2 0 0,-4 0-22,0 0 10,0 0-111,1 0-78,-1 0-415,0 0-2661,-2 0 2457,-9 0 1,7 0 0,-7 0 0</inkml:trace>
  <inkml:trace contextRef="#ctx0" brushRef="#br0" timeOffset="59933">16390 8580 12479,'-13'-6'134,"2"1"-111,14 5 122,5 0-44,8 0 45,9 0-1,6 0-44,4-1 22,-8-1 1,0 0-96,-6 0 0,1 0-537,7-1 1,0 0 530,-7 0 1,1 1 38,11-3 1,1 1-1,-7 0 1,0 1-6,-3 0 0,1 0 0,-2 0-11,5 0 0,-2 0-6,0 0 0,1 1-21,-3 0 1,1 1 0,-1-1-14,4 1 1,0 0 5,7 0 1,0 1-7,-10 0 1,-1 0-1,1 0 1,0 0 5,1 0 0,1 1-11,-1-1 0,1 1 0,1 0 0,0 1 0,1-1 0,0 0 11,0 0 1,2 0 4,0 0 1,1 0 5,0 0 1,-1-1-18,1 2 1,-1-1-6,-1 1 0,0-1 0,-1 1 0,0 0 11,0 0 1,0 0-7,-1 0 1,1 0 11,0 0 0,-1 0-17,1-1 0,0 1 0,0-2 0,0 1-12,1 0 1,-1-1 22,0 0 1,0 0-12,-1 1 0,0-1 5,-1 0 1,1 0-6,-1 0 0,0 0 0,0 0 0,1 0 0,-2 0 0,1 0 0,0 0-950,1 0 1,0 0 0,1 0 949,-1 0 0,0 0 0,-1 0 3,-1 0 1,-1 0 0,-2 0-122,2 0 0,-2 0 123,2 0 1,-1 0 0,-1 0 0,2 0-6,-1 0 0,1 0 0,1 0 0,1 0 0,1 0 0,1 0 2,-3 0 1,2 0 0,0 0 0,-1 0-420,3 0 1,-1 0-1,-1 0 417,0 0 0,0 0 0,-2-1 0,5 1 0,-1-1-82,1 1 0,1-1 82,1 1 0,0-1 0,0 1 0,0 0 0,0 0 0,-1 0 11,1 0 1,-1 0 691,-1 0 0,1 0-703,0 0 0,1 0 0,0 0 0,1 0 0,2 0 0,0 0 0,-12 0 0,0 0 0,1 0 0,0 0 0,0 0 0,0 0-8,0 0 1,-1 1 0,1-1 7,-1 0 0,0 1 0,0-1-6,11 0 0,0 0 6,-1 1 0,-1-1 0,-1 0 0,0 0 0,-2 0 0,1 0-11,-2 0 0,-1 0 5,-1 0 1,-1 0-81,0 0 0,-1 0 86,-2 0 0,0 0 0,-1 0 0,0 0 6,11 0 0,0 0-6,-8 0 0,0 0 0,9 0 0,-1-1 0,-10 0 0,-1 0-6,-2 0 0,1 0 6,-2 0 0,0-1 0,17 0 12,-4 0 1478,-5 0-1484,-5-2 0,-1 0-6,1 1 0,-4-1 0,-1 0 928,-1 2-928,3 0 0,3 0 22,2 1-55,0 1 66,0 0-22,9 0-22,-9 0 1262,11 0-1251,-8 0 11,6 0 34,-15 0 1,0 0-41,2 0 1,2 0-12,10 0 1,2 0 5,-10 0 0,0 0-6,6 0 1,-1 0 16,2-1-11,-7 1 0,-6-1-34,1 1 34,-7 0 34,3 0-68,-3 0 34,-4 0 34,3 0 519,-6 0-553,0 0 0,-4 0-2409,0 0 2409,-2 2 0,1-1 0,-1 1 0</inkml:trace>
  <inkml:trace contextRef="#ctx0" brushRef="#br0" timeOffset="61723">16396 9445 9689,'-20'-1'672,"0"0"0,-14-1-336,22 1 684,-1 0-661,5 0-292,2 1 370,5 0 135,11 0-225,6 0-56,17 0-474,-13 0 0,1 0 250,3 0 0,4-1-19,2-1 1,3-1 0,-1 0-535,-4 1 1,-2-1 0,3 0 499,-1 0 0,2-1 0,1 0 0,-2 1-723,3-1 0,-1 0 0,0 0 727,1 0 1,0 0 0,0 0-15,0 1 0,0-1 0,0 1-308,-1 0 0,0 1 0,0-1 315,-2 1 0,1 0 0,1 0-17,0 0 1,2 1-1,1-1 1,1 1 2,2 0 0,0 0 0,1-1 1,-1 1-243,-7 0 0,0 1 1,0-1-1,1 0 1,-2 0 252,9 1 0,-1-1 1,0 0-1,-3 1-8,1-1 0,-2 1 0,-1 0-49,1 0 0,0 0 0,0 0 52,-1 0 1,0 0 0,0 0 3,0 0 1,-1 0-1,0 0-7,-1 0 0,-1 0 0,2 0-6,-1 0 1,1 0-1,1 0 1,-3 0 8,1 0 1,-1 0 0,1 0-4,8 0 0,0 0 0,-2 0 5,2 0 1,-2 0 0,0 0 0,0 0-6,0-1 0,-1 1 0,0 0 0,1-1 529,-3 0 0,1 1-515,-4-1 1,1 1 0,1 0-15,1-1 0,1 1 0,-1 0-93,0 0 1,0 0 0,0 0 92,-1 0 0,0 0 0,-3 0 0,4 0 0,-2 0 534,1 0 0,0 0-534,0 0 0,0 0 0,1 0 0,0 0 5,-1 0 1,2 0-6,-2 0 0,1 0 0,-1 0 11,-7 0 0,0 0 1,1 0 38,6 0 1,2 0 0,-1 0-40,3 0 0,-2 0-11,3 0 0,0 0 0,-12 0 0,0 0 0,0 0-132,1 0 0,-1 0 1,1 0 127,0 0 0,0 0 1,0 0 6,0 0 1,-1 0 0,0 0-10,12 0 1,0 0 16,-1 0 0,-1 0-11,0 0 0,0 0 3,-3 0 1,1 0 0,-1 0-4,5 0 0,0 0 3,-6 0 1,1 0 0,-1 0 13,0 0 0,0 0-14,-4 0 1,2 0 0,0 0-1,0 0 1,-1 1 0,1 0 0,-1-1 0,0 0 0,0 1-4,10 0 0,-4-1 0,-9 1 0,-3-1-17,0 0 0,1 0 482,2 1 0,3-1 0,2 0-465,4 0 0,3 0 0,1 1 0,-2-1 8,-7 0 1,-1 0-1,0 0 1,1 1-65,4-1 0,3 0 0,-3 1 1,-6-1 71,-4 0 1,-5 1 1301,6-1-1318,-3 1 1047,8-1-1047,-7 0 0,6 0 44,-11 0-44,-1 0 0,-1 0 0,-2 1 1303,5-1-1325,-2 1 22,4-1 0,-6 1 0,1-1 0,-1 0 11,2 1-22,0-1 22,-1 0-22,-1 1 0,-2-1 11,-6 1 0,2 0-12,-2 0-10,1 0-180,3 1-403,1 1-639,1 0-1849,3 1 3093,-7-1 0,1 0 0,-8-1 0</inkml:trace>
  <inkml:trace contextRef="#ctx0" brushRef="#br0" timeOffset="63255">16295 10212 7291,'-4'0'2162,"2"0"-537,2 0-1154,-30 0 537,16 0-773,-18 1-156,25 0-1,6 2 517,0 1-24,4 2-123,8-1-89,10 0-147,11-3 1,4-2-806,-3 0 0,0 0 634,1-2 0,3 1 1,-1-1-865,-4 0 1,-1-1-1,1 0 841,2 0 1,0 0 0,1 0-1,1-1 1,1 1 0,-1 0-490,1-1 1,0 1 0,0 0 474,0 1 0,0-1 0,0 0-1,-1 1 1,1 0 0,0-1 3,-1 1 1,0 0-1,3 0-7,-7 0 0,3 0 0,0 0 0,1 0 0,-3 0-372,1 0 1,-1 0 0,0 0 0,2 1 371,0-1 0,2 0 0,0 0 0,0 0 0,-3 0 0,0 1 0,-2-1 0,-1 1 0,0 0 3,1-1 0,-1 1 0,1 0 0,0 0-43,-1 0 1,1 0 0,-1 0 0,0 1 39,0-1 0,0 0 0,-1 0 0,1 0-14,-1 1 0,-1-1 0,2 1 0,0-1 14,1 0 0,2 0 0,1 1 0,-1-1 0,-2 0 2,0 0 1,-2 1 0,0-1 0,2 0 15,-2 0 1,3 0 0,-1 0-1,-1 1 1,-2-1-19,6 1 0,-2-1 0,-1 1 11,-1-1 0,1 1 1,-1 0-12,0 0 0,0 0 0,0 0 0,-1 0 0,0 0 0,1 0 0,-1 0 0,1 0 0,-1 0 0,0 0 0,1 0 0,-1 0-8,0-1 1,0 1-1,-1 0 125,0 0 0,0-1 0,0 1-110,-1 0 0,0-1 1,0 0-8,0 1 0,-1-1 0,-1 0 0,1 1 0,-1-1 0,0 1 0,-1-1 0,0 1 0,2 0 11,7-1 0,2 1 1,-1 0-5,-9 0 0,0 0 1,1 0-8,5 0 0,3 0 0,-1 0-8,0 0 1,0 0 0,-1 0-1,-7 0 1,-1 0-1,1 0 8,7 0 0,2 0 0,-3 0 11,2 0 1,-2 0-7,0 0 1,0 0-6,0 0 0,0 0 478,0 0 1,1 0-473,-2-1 0,2 1 235,-3 0 1,1 0 0,1 0-239,-1 0 1,1 0 0,-1 0-4,0 0 0,0 0 0,-1 0 451,-3 0 1,0 1-1,-3-1-451,1 1 0,-1-1-11,9 1 0,-1 0 11,-7 0 0,0 0-17,6 0 0,2-1 17,0 1 0,0 0 6,-7 0 0,-1 0-1,8 0 1,-1 0-6,-12 0 0,-2 0 1119,15 0-1130,-6 0 1051,-1 0-1040,-2 0 0,13-1 0,-10 1 0,10 0 0,-13 0 487,-1 0-476,1 1 859,-1 0-870,0 0 0,-3 0 0,1 1 11,-2 0 23,0 0-34,1 1 0,0-1-22,1 1 44,1-1-56,1 0 34,-1-1 0,-1 0-22,4-1 22,-8 0 0,1 0-2768,-9 1-509,-4 1 2995,-14 1 1,6-2-1,-8-1 1</inkml:trace>
  <inkml:trace contextRef="#ctx0" brushRef="#br0" timeOffset="64917">16290 10902 12322,'29'-1'422,"1"0"0,1 1 0,0-2-344,-2 0 1,1 0-1332,3 0 0,2 0 1275,-10 1 0,-1 0 1,3-1 44,3 0 0,3 0 0,1 0 1,-2 0-24,3 0 1,-1 0 0,1 0-527,0 0 1,1-1-1,1 1 1,-3 0 484,0 0 1,-1 0 0,1 1 7,-1 0 0,3-1 1,-1 1-1,-2 0-128,2 0 1,-2 1-1,1-1 117,-3 0 0,1 1 0,0-1 0,0 1 0,-1 0 0,0 0 0,-1 0 0,0 0 4,2 0 0,-1 0 0,1 0-2,-1 0 1,1 0 0,1 0 0,-3 0 0,2 0 1,-2 0 0,1 0-4,-1 0 0,1 0 0,0 0 11,-1 0 0,1 0 1,-1 0-9,1 0 1,-1 0 0,0 0-4,0 0 0,1 0 0,-1 0 7,0 0 1,0 0-1,0 0-7,-1 0 0,0 0 0,1 0 11,-1 0 0,2 0 1,0 0-1,-2 0 4,2 0 0,-2 0 0,2 0-1,-3 0 0,2 0 0,-1 0 0,-2 0-7,0 0 1,-2 0-1,1 0-4,-1 0 1,1 0 0,-1 0-65,1 0 1,0 0 0,-1 0 63,1 0 1,0 0 0,0 0-272,-1 1 0,1-1 1,0 0 274,0 1 0,0-1 1,0 1 3,0-1 0,-1 1 1,1-1 246,0 0 0,0 1 0,0-1-262,-1 0 0,1 0 1,0 0-5,0 0 1,1 0-1,-1 0 8,1 0 0,0 0 0,1 0 7,-1 0 1,0 0 0,1 0-8,0 0 0,1 0 0,-1 0-108,0 0 1,1 0-1,-1 0 108,-1 0 0,1 0 0,0 1 3,-1-1 1,0 1 0,1-1-237,0 1 0,1 0 1,0 0-1,-2-1 233,2 1 0,-2 0 0,2 0 180,6 1 1,1-1 0,-2 0-181,1 0 0,-2 0 13,-1-1 0,1 1-8,-1 0 1,1-1-6,-2 1 0,1-1 0,0 1 0,0 0-6,-1-1 1,0 1 5,0 0 0,1 0 433,-2 0 1,0 0-434,-1 0 0,0 0 0,-2 0 0,0 0 11,-1 0 1,-1 0-12,0 1 0,-1 0 555,0-1 0,-1 0-555,0 0 0,1 1 0,7-1 0,1 1-6,1 0 1,0 0 5,0 0 0,-1 0 0,-2 0 0,-1 0 0,-8-1 0,-1 0 0,0 0 0,1 0 0,-1 1 0,1-1 502,-1 0 1,0 0-498,1 0 1,-1 0-1,0 0 1,-1 0-6,0 0 0,0 0 0,16 2 0,-1-1 0,-1 0 11,1 1-22,-2-1 885,1 0-851,-3 0-23,-2 1 908,-2-1-942,7-1 34,-9 0 23,5 1-12,-9-2 628,0 1-617,0-1 436,-1 2-435,-2-1 130,-2 1-108,-4-1-45,1 0-11,1 0 11,2 1 0,4 1-34,2-2-415,1 1-2828,-1-2 3118,-6-2 1,-6 1 0,-5-1 0</inkml:trace>
  <inkml:trace contextRef="#ctx0" brushRef="#br0" timeOffset="72390">17423 6733 14619,'2'-2'628,"1"0"-348,-3 2-213,1 3 34,0 3-34,0 4 0,1 10 11,-1-3-33,-1 7 34,0-6-12,0 3-11,0 2-45,0 3 0,-1 5 45,-1 2-45,-1 2-331,-1 1 343,1 0-12,1 0 56,0 0-67,0 2 0,0-10 0,0 0 0,1-7 0,-1 0 0,0 7 0,0 0-636,0 7 648,1 0-1,0-2-219,1 1 208,0-2-6,1-8 1,1-1 5,0 13 0,0-14 0,0 1 11,0 6-11,-2-1 0,1 0 33,-1 0-66,0 2 33,0 0-11,0-1 11,0-8 0,-1-1 0,1 11 0,0-11 0,0 0 0,0 7-12,0-8 1,0 1 11,0 10 5,0-10 1,0 0 321,0 8-338,0 1 11,0-8 0,0 0 0,-1 11 0,0-11 0,0 0 0,-1 8 11,0 1-11,-1 0 0,1-1-23,0 2 23,0-9 0,1 0 12,-1 14-12,1-13 0,0 0 110,-2 10-110,1 2 0,-1 1-6,1-17 1,0 0 10,1 0 1,-1 0-17,-3 18 22,2 0-11,-1-1 0,1 0 11,0 0-11,0 0 0,0 1 0,0 0-11,0 0 22,-2-1 107,0 0-107,1-10 0,-1 1-17,2-7 1,0 0-229,-2 7 1,0 0 233,2-8 0,0-1 6,0 1 0,-1 1 11,1-1 0,0 1-12,0 1 1,0 1 11,0-1 0,0 3-29,-1 9 1,0 3 50,-1-1 1,0 0-18,0 0 0,0 0-207,1-5 0,0-2 196,1-8 0,1-2-11,-2 19-97,0-1 108,0-1 34,0-2-62,2-9 0,-1 0 17,0 13 0,0-12 0,0-1 0,-2 11 56,0 0-67,0 1 22,0 0-11,0 0 17,1-10 0,0 1 16,0 2 1,1 0-29,-1 0 1,1 0 11,0-1 0,1-2 27,0 10-32,1 1 55,-1 0-56,1-18 0,0 0-11,0 0 0,0 0 17,1-1 0,0 2-17,-1 6 0,0 1 0,1-7 0,-1 0-70,1 6 0,-1 0 115,-1 8-45,1 0-93,-1 0 82,1 0 22,0-11 0,1 1-11,-1 12 0,1-13 0,-1 0 0,1 6 0,0 3 11,0 0 1,0 1 10,0 1-22,-1-1 872,1-2-867,-1-10 1,1-1-6,-1 8 0,1 7 22,0-14-22,0-1 223,-1-2-223,1-2 686,-1 1-664,0-2 322,0 1-310,0-3-23,0-3 0,0-3-11,1-2 0,-1-2 22,1 1-44,-1 0 22,0 0 0,1 1 56,-1 6 78,-2-2 203,0 4-303,0-2 44,0 0-11,0 2 90,-2 2 134,1 4-89,-2 3-157,0-1 0,1 0-45,2-9 0,1-2 0,2-8-3277,0-1 0,-2 0 2537,1-1 0,-1 1 0,2-1 1</inkml:trace>
  <inkml:trace contextRef="#ctx0" brushRef="#br0" timeOffset="74734">18311 6648 11414,'8'0'1042,"-3"0"-594,-4 0 863,0 0-1042,1 5 45,1 1-78,2 7 21,-2 2-111,1 4 0,-1 3-57,0 3-55,-1 1-12,0-7 1,-1 2-23,1 12 0,-1-10 0,1 1-429,-1-4 1,-1-1 450,0 3 0,1 1 0,-1 0 1,0 1-12,0 1 1,0 0 4,0 0 1,0 0 0,0 1 0,0 0-12,0 0 1,0 0 1,0-1 1,0 1-1,0-1 10,0 4 0,0-1-17,0 10 0,0-1 0,0-12 0,0 0 11,0 0 0,0 1-11,0-1 0,0 1 0,0 0 0,0 1 11,0-1 1,0 3-1,0-2 0,0 3 0,0-1 17,0 4 0,1 1-24,-1-5 0,1 1 0,0-2-530,0 3 0,1-2 565,0-1 1,-1 1-12,1 0 0,-1-1-185,1-1 1,-1 2 201,-1-3 0,1 2 0,-1-2-6,1 5 0,-1 1 21,0 4 0,1 3 0,-1-3-16,-1 0 1,0-1-460,0-4 0,1 1 0,-2-1 465,1 5 1,-2-1-40,1 0 0,0 0 11,-1-1 1,1 1-1,0-5 1,0 2-1,0 0 0,0 0 1,0 0-1,0 0-18,0-1 0,0 1 0,0-1-1,0-2 1,0 0 0,0-2 1,0 3 1,0-2 22,-1 2 0,0-1-49,1 1 1,-1 1 37,0 0 0,1 0 33,-1 0 1,0 1-29,1-1 0,0 1-11,-1-2 1,1 2 21,1-5 1,0 1 0,0-1-34,-1 4 0,1 0 7,0-5 0,0 0 1,1-1 9,-1 1 0,1-2-17,0 1 0,0-1 0,0-1 0,0 0 5,0 0 1,0 0-6,1-1 0,0 1 16,0 10 1,1 0-11,0-8 0,0 0-1,0 8 1,0-1 5,-1-8 0,0-2-6,0 1 1,0 1 244,0 0 1,1-1-246,-1 1 1,1 0 0,-1-2 0,0 0-1,0 0 1,0-1 10,1-1 1,-1 1 6,0 7 0,0 1-18,0-7 1,1 0-1,0 7 1,-1-1 22,1-8 0,0-2-11,-1 1 0,0 0 0,0 0 0,0 0 83,1 18 333,-1-1-383,-1-9 1,0 0-29,0-8 1,0 1 588,0 7 0,0-1-555,0 8-45,-2 1 45,0-1-34,-1 0-10,1-1-1,1-11 0,0-1-11,0 9 0,0 6 0,0-15 896,0 0-885,0-1 476,0-1-487,-1-4 0,0-2 0,0-5 442,0-1-442,1-4 31,0 0-31,1-2 0,-1 1 0,0 0 11,1 1-11,-2 1 33,1 4-21,-1 0 32,1 0-32,-1-1 10,2-5-22,-1 1 22,1 0 34,0 1-44,0 3 21,0 10-22,0-3-11,0 4 0,0-6 0,0-3 0,0-3 23,0-1-34,0 0 11,0-1-23,3 1-268,-1 0-1121,2 0-795,2-1-1070,-1-2 2978,5 0 1,-5-2-1,0 0 1</inkml:trace>
  <inkml:trace contextRef="#ctx0" brushRef="#br0" timeOffset="76899">19400 6703 9901,'1'-2'2499,"0"-1"-661,-1 3-1513,1-1-359,0 0 34,3 3 112,2 6 22,1 7 46,1 7 11,1 5 44,-4 6-259,-3-14 0,-1 1 192,0 15 0,-1 1-706,1-7 0,-2 0 542,1-2 0,0 1 0,0-2 7,0 4 0,0-1 6,0 0 0,0 1-17,0-1 0,0 1-413,-1 0 1,1 0 412,-1-1 0,1 1 11,0-3 0,0 1 1,-1 0 4,1 3 1,0 0 1,0-5 1,0 2 0,0-2 37,0 2 0,0-1-39,1 2 0,-1-1 39,1 2 0,0 0 0,1 0 1,-1 1 27,0 0 0,1 0-23,-2 0 1,1 0-29,0-2 1,0 1 10,0-1 1,0 0 0,0 0 11,0 3 0,1 1-34,-1-5 1,-1 2 0,1-3 38,0 3 1,-1-1-40,0 0 1,0 0 10,0 0 1,0 1-12,0-1 1,0 0-12,0 1 0,0 0-91,0-1 0,0 1 1,0 0 82,-1 2 1,0 1 0,0-1-225,1 1 0,-1-1 0,0 1 224,0-3 1,0 1 0,-1-2 24,1 2 0,-1-1-6,1 1 1,0 0-12,0-1 0,-1 0 34,0 1 0,1-1 226,-1-1 1,0 2-213,0-2 1,-1 1 0,1 0 7,0 4 1,0 1-184,-1-4 0,1 0 0,0-1 122,0 4 0,0-2 10,1 1 1,-1 0-12,1-1 1,0 0-187,1-1 0,-1 0 186,1-1 1,0 0-12,0-1 1,0 1 10,0-2 1,0 1 5,0-4 0,0 2 1,0-1-12,1 4 0,-1 0 0,0-5 0,1 1 0,-1-1 0,1 1 0,-1 1 7,1-2 1,0 2-1,-1-1-1,0 5 0,1 0 5,-1-5 0,0 1 0,0 1-8,0-2 1,0 0 0,0-1-21,0 4 1,0-1 27,0 8 0,0-1-11,0-11 0,0-2 5,0 1 1,0-1-6,0 0 0,0 0 266,0-1 1,0 0-267,0-2 0,0 2 0,1 6 0,-1 0 0,1-6 0,-1-1 0,1 6 0,-1-1 393,1 8-371,-1-2-22,0-2 1286,0 5-1286,0-2 0,0 4 23,0-11 887,0-5-910,0-7 411,0 1-434,0 1 46,0 3-23,0 1 123,-1 8-89,-1-2-12,0-2-44,0-7 44,1-9-22,1-1 0,-1-2 22,1 1-10,-1-1-12,1 4 44,0-2-21,0 3-12,-1-3-11,1-1 67,0 0-22,0 0 11,0 1-34,0 4-10,0 2-1,0 1 11,0-2-22,0-3 0,0-2 0,0 1 11,0-1-11,0 0 12,0 0-12,0 3 0,0-4 0,0 2 11,0-3-11,0-1 0,0 0 0,0-1-11,0-1 11,0 0 0,0 1 0,0 2 0,0 2 0,0 4-90,-3 4-22,0 4-78,-4 6-34,0 2-2903,-1 6 1391,4-14-1021,1-1 2757,6-15 0,-2-2 0,2 0 0</inkml:trace>
  <inkml:trace contextRef="#ctx0" brushRef="#br0" timeOffset="78817">20532 6560 12714,'1'11'1490,"3"6"-1210,5 9 79,3 8-631,-6-16 0,0 1 367,0 2 0,-1 0-34,1 0 1,-1 1-6,-1 1 0,-1 1 37,0 1 1,-1 2-1,0 0-32,0 5 1,0 1-907,-2-3 1,1 1 0,0-1 883,-1 4 1,0-1-7,-1 1 1,1 0-96,-1 0 0,0 0 101,0 1 1,0-1 16,0 0 0,-1 1-141,2-5 1,-1 2 0,1 0 147,1 1 1,-1 0 0,1 0-61,0 0 1,0 1 0,-1-2-171,1 0 1,0-1-1,1-1 167,-1 3 0,1-1 34,-1 1 0,0 0-29,0 0 1,0 1 20,0-3 0,-1 2 0,1 1 4,-1 1 0,1 1 0,0-1-1,-1 1 1,1 0 0,-1-1-30,1-1 0,0 0 0,0-3 6,1 4 0,0-2 50,0 2 0,-1 0-34,2 0 0,-2 0 28,1 1 1,-1 0 589,0-1 0,0 1-569,0-4 0,-1 1 0,0 0-32,0 4 0,0 0-44,0-7 0,0 2 0,0-2 44,0 1 0,0-1-17,0 0 1,-1-1-12,1 1 0,-2-1-29,1 0 0,-1 1 35,0-1 0,0 1 44,0 1 1,0 0-12,0 0 1,1 1-12,-2 1 0,1-1 17,1 1 0,-1 0-17,0 0 0,-1-1-11,1 1 0,-1-1 17,0-1 0,0 0-17,-1 1 0,1-1 11,0 0 0,-1 0-17,1-1 1,0 1-6,-1-2 0,1 2 5,1-3 1,-1 2-1,1-2 6,0 5 0,-1-1-11,1-4 0,1 1 0,-1-2-11,0 3 0,1-2-1,0 0 1,0 0 84,1 0 1,-1-1-69,1-1 1,0-1-23,0-2 0,0 1 0,0 6 0,0 0-6,0-8 0,0 0 12,0 5 0,0 0 5,-1 9-11,0-2 0,0 0 0,0-1 0,-1 0 45,1-1 941,-2-1-969,1-10 0,0-1-17,-2 9 0,1 6-23,1-14 46,0-1 694,0 0-694,0 2 11,0 2 56,0 3-90,-1 1 39,2-8 0,0-1-39,0 8 0,0 4 0,1-15 1294,0-4-1294,0 0 605,0 1-549,0 1 101,0 7-157,0-6 11,0 2-11,1-10 0,1 0 11,-1-2-11,1-1 0,-1 1-11,2-2 11,-2 1-146,3 2-448,-2-1-470,1 4 44,-3-3-291,1 3-1019,-1 3-943,-2 1 3273,-3 1 0,2-6 0,-1-2 0</inkml:trace>
  <inkml:trace contextRef="#ctx0" brushRef="#br0" timeOffset="80823">21455 6561 13667,'3'24'414,"0"1"1,0 0 0,0-2-236,-1 13-73,-1-16 1,1 1-445,-1 0 0,-1 0 455,1 2 1,0 1-29,-1 0 1,0 1-23,-1-1 0,0 2 1,0 0-20,-1 2 1,0 0-1,0 0-348,0 1 1,0-1 0,0 1 317,0-2 1,-1 1 0,1-3-345,0 5 0,1-2 416,0 2 0,0-1-51,1 1 0,0-1-398,0 0 1,0-1 403,0 1 0,0-1-23,0-1 1,0 0-23,0 0 0,0-1 11,0 0 0,0 0 0,0-1 0,0 0 6,0-1 0,0 1-12,1-1 1,-1 1 11,0-1 0,0-1-17,0 1 0,0-2 0,0 1 0,0 0 31,0-1 1,0-1-15,0 1 0,0 1-17,0 10 0,0 0 22,0-7 0,0 0 70,0 8 1,0 0-37,0-10 0,0-1-23,0-1 1,-1 1 0,0-1 0,0 1 406,0-2 0,0 1-423,-2-1 0,1 1 11,-1 8 0,0 1-6,0 4 1,0 1-1,0-2 0,0 1-195,1 0 1,-1-1 172,2-10 0,-1-1 33,1 0 1,-1 1-34,0 0 1,1-1 55,-1 1 0,0 1 11,0-1 1,0 1 100,-2 10 0,1 1-107,-1-9 1,1 0 28,-1 9 0,-1-2-242,2-10 0,-1-1 174,1 1 1,0-1-12,0 0 0,1 1-79,0 0 0,0-1 85,0 1 0,1 0-12,-1 1 1,0 0 11,1 0 0,0 2-6,-1-2 0,1 1 0,0-1-5,0 5 0,-1-1 23,1-3 1,-1 0 0,1-1-25,-1 2 1,0-1 33,0 0 1,-1 1-35,0-1 1,0 1 5,0-1 0,1 0 28,-2-2 1,1 2-12,-1 9 0,1 1-6,0-9 1,0 0 189,-1 9 0,1 0-168,1-12 1,0 0-34,0 1 1,1 0-7,-1 0 1,1 0 16,0 0 1,-1 0-1,1 0 1,0 0-18,-1-1 1,1 1 187,0-2 0,0 1-160,-2 9 1,0 0-29,1-8 1,0 0 60,-1 8 0,0-1-44,1-10 1,1-2-12,-1 1 0,0 0-11,1-1 0,0 0 17,0 0 0,0-1 516,-1 18-533,1-12 0,0 0 22,0 12 9,0-13 0,0-1-31,1 9 0,-1-1-93,0 0 104,0 1 0,-1 0 938,1 1-949,-2-1 0,0 0 0,0-2 0,1-2 0,0 0 0,-1-2 22,1 1 12,0-2-34,0 1 33,1-1-33,-2 9 23,2-9-1,-1 6-22,0-9 67,0 0 720,0 2-754,0 0 183,-1 2-194,1-3 1,1 0-12,-1 5-11,0-7 0,2-1 0,0-1 11,0-2-11,0 0 0,0-3-11,0-1 34,0-2-23,0 0-34,0-4 23,1-1-370,-1-3-2084,1-2-482,1 0 2947,-2-8 0,1 6 0,-1-6 0</inkml:trace>
  <inkml:trace contextRef="#ctx0" brushRef="#br0" timeOffset="81567">20408 11409 13521,'-1'24'30,"0"0"0,1-2 0,0-2-30,4-1 22,1-2-22,3-1-22,-1-2-349,1 0-693,0-1-280,-2 0-898,1-1 2242,-3-1 0,-2-4 0,0-2 0</inkml:trace>
  <inkml:trace contextRef="#ctx0" brushRef="#br0" timeOffset="82567">20527 11454 10585,'0'-3'1120,"0"0"-861,0 3-147,-4 24 0,1-7-101,-1 2 0,0 0 11,-2 4-10,0-2-1,0-3 11,2 0 1,1-9-23,2 0 123,1-8 762,0 0-672,0-5 213,0-4 190,0-6 146,4-16-370,-3 5-11,3-9-180,-4 10 259,0-10-292,-2 12 0,-2-5-89,-2 14-135,3 6 56,-1 3-12,4 11-55,-1 3-538,1 8-1591,0 3-1081,0 1 3071,2 0 0,-2-9 0,2-4 0</inkml:trace>
  <inkml:trace contextRef="#ctx0" brushRef="#br1" timeOffset="93316">16090 7294 14529,'-22'-16'1020,"2"2"-942,7 23-78,1 1 0,-3 10 12,4 2-12,2 2-23,6-6 1,0 1-1,0 9-27,5-6 0,3 0 27,4 0 1,10 4 22,1-13-79,1-3-234,12-4 201,-9-2 78,-5-3 0,-1-2 79,1-4-11,4-5 33,-11-3-11,-1-2-22,-1-3 123,-3-1 313,-2-12-235,-3 7 0,-1-9-22,-6 10-111,-5 1-102,-5 0-34,-5 4-67,-3 4-1333,-12 3-1843,6 12 2457,1 5 1,14 2 0,10-1 0</inkml:trace>
  <inkml:trace contextRef="#ctx0" brushRef="#br1" timeOffset="93899">16047 8003 16199,'-5'26'257,"0"0"1,1-5 0,0-1-258,0 7 0,1 0-659,1-7 0,0-1 659,0 18-11,1-1-53,1-4-1202,0-1 1337,5 3 0,-4-18 0,3 2 0</inkml:trace>
  <inkml:trace contextRef="#ctx0" brushRef="#br1" timeOffset="94783">15839 8868 14062,'17'-15'3,"0"0"1,-1 2 0,-2 3 405,0 10-432,-1 5 115,-1 5-92,-2 8 11,-4 6-11,-3 5-33,-2 5 96,-6 2-69,-1-12 1,-2 0-29,1-6 1,-1-1 72,-2 4 0,-1-2-5,-4 3-34,0-4 307,2-3-296,0-3 101,2-2 314,-1-1 246,6-4-358,0-1-68,5-4 34,1 0-224,12 1-56,1-1-22,13 1-23,0-1-560,4 0-795,5-1-1837,1 0 3237,0-2 0,-16 1 0,-5 0 0</inkml:trace>
  <inkml:trace contextRef="#ctx0" brushRef="#br1" timeOffset="95771">15756 9691 12613,'23'-5'201,"-1"-1"1,-1 1 0,-1 2-180,0 2 1,-2 1-46,0 5-33,-6 0 56,-3 6 0,-7 0 12,-1 2-1,-6 2 45,-4 3 22,-13 8-44,5-7 56,-4 4 168,10-13-34,2-2-168,4-2-23,2 0-10,2 1-34,1 2 11,0 2 33,6 8-22,0-3-22,7 4 22,-3-7-11,2-1 0,-2-3-33,0 1 33,-1-1 33,0 4-33,-3-5 0,0 2-11,-5-4 11,-1-2 0,0 0 101,-5-2 67,-4 1 134,-8 0 237,-4-2-114,-4 0-178,-3-1-68,-3 0-123,-3 0-56,0-1-328,2-1 82,3-2-1401,7 1-1630,8-1 3031,6-1 1,6 2 0,2 0 0</inkml:trace>
  <inkml:trace contextRef="#ctx0" brushRef="#br1" timeOffset="96584">15627 10358 12546,'-5'29'299,"0"1"0,0-2 0,0-1-243,-3 9-23,3 0-21,1-4-12,3-3 0,2-6 0,5-4 33,9-6-33,1-6 56,8-3 0,-4-6 0,2-4 0,1-6-22,0-3 67,-1-3 414,-3 0 516,0-4-606,-6 6 68,-2 0-167,-8 9-69,-1 4-346,-2 2 100,0 18 45,-1-1-45,-1 18 0,-2-4-22,0 1-213,0 0-1154,2 0-1267,-2-1 2645,1 1 0,1-14 0,1-3 0</inkml:trace>
  <inkml:trace contextRef="#ctx0" brushRef="#br1" timeOffset="97350">15667 11177 14467,'-23'20'325,"1"0"0,1-1 0,4 0-11,8 17-236,5-7-11,1 7-22,6-11 11,4-1-34,4-1-10,4-1 190,1-1-167,7 5-13,-4-3-22,0-2 76,-9-6-76,-7-8 77,-2-1-77,-1-2 166,-1 1-66,-4-1-77,-9 2 10,-8-1-44,-2-1-337,-1-1-346,5-2-785,0-1-1278,3-1-520,3-5 3130,6-5 0,5 3 0,2-1 0</inkml:trace>
  <inkml:trace contextRef="#ctx0" brushRef="#br1" timeOffset="97568">15673 11208 14775,'28'-12'78,"-1"0"1,0 1 0,-3 2-90,5 5 11,-2 0-393,-3 2-1410,-4 1-1474,-3 1 3230,-5 0 1,-6 0 0,-3 0-1</inkml:trace>
  <inkml:trace contextRef="#ctx0" brushRef="#br1" timeOffset="102585">13752 8616 16838,'-1'26'115,"-1"1"1,0 0 0,-1 0-88,1-2 0,0 1-582,-1 0 0,0 0 559,0 1 1,0-1-6,-1 0 0,1 0-45,-1-1 1,1-1-158,1-2 1,-1 0-719,0 15 114,2-9-2471,3-4 0,1-11 2765,1-3 1,-1-8-1,0-2 1</inkml:trace>
  <inkml:trace contextRef="#ctx0" brushRef="#br1" timeOffset="103251">13650 8631 12076,'-2'-22'877,"0"0"1,-1 1-1,3 1-271,8-13-181,7 1-330,-4 16 1,2 1-29,2 0 0,0 2-744,2 1 1,1 2 681,-1 0 1,2 3 5,-2 1 1,2 2-10,9 2 0,0 5-47,4 7 39,-9-1 1,-3 3-40,-10 16-257,-5 6 106,-4-15 0,-1 1-46,-3 0 1,-1 1-73,-2 0 1,-1 0 139,-3 1 1,-2-1 173,0-1 0,-1-1 28,0 0 0,0-2 33,-6 2 1,1-2 117,-9 3 513,-4-1-288,13-15-1,5-2 168,0-2-134,6 0-100,0 0 604,5 0-1042,0 0 508,13 12-374,1 1-21,10 15 21,0 1-179,-11-14 1,0 1 156,0 2 0,-1 0-11,4 8 0,0 0-23,-3-6 1,-1-1-152,4 5 1,-1-1-880,6 3-586,-5-12 1,1-2 1314,8 1 0,-3-1 1,-11-12-1</inkml:trace>
  <inkml:trace contextRef="#ctx0" brushRef="#br1" timeOffset="103723">14102 8912 15706,'-4'23'7,"0"0"1,0-1-1,2-2-7,6 6-11,3-1 11,4-5-11,2-4-213,1-4-101,8-7 291,-5-5 34,5-8 12,-8-6 44,-1-7-34,-2-2 0,-2-4 135,-2 0 0,-5 5 0,-1 0 67,0-12-112,-2 11 0,-3 1-238,-5-7 439,-7 3-33,-2 6-179,-2 7-78,-2 6 66,-6 10-78,3 20-22,4 2 0,14-6 0,3 2-23,4 10-358,9-1-897,6-4-56,8-5-413,3-8 1758,-5-9 0,0-2 0,-2 0 0,8-4 0</inkml:trace>
  <inkml:trace contextRef="#ctx0" brushRef="#br1" timeOffset="104385">14360 8856 10114,'0'-10'0,"0"2"0,1 7 56,0 0 1345,0-1-616,-1 1 279,1 0 639,-1-1-1400,0 10-113,0 4-111,0 11-46,0 2 1,0 2-12,0 1-22,0-2 0,0-3 0,7-2-56,-1-10 56,7-2 101,-3-9-79,3-6 23,3-3-11,1-9-12,2-1 135,-7 4 0,1 1 448,6-9-370,-2 2-145,-8 11-90,-8 8-134,0 2 89,3 1 34,3 4-12,2 3-178,9 10-427,4-1 1,1 0 100,-1-7-78,-7-7 358,-2-4 247,-2-5 146,1-11 279,-4-2 91,1-9 201,-4 4-190,-2-3-135,-1-2-45,-2 0-44,0 3-124,-1 3 67,-2 6-222,-5 5-238,-1 8 80,-1 9-628,3 9-605,4 7-762,1 2-1148,5-1 3261,6-4 1,-3-9-1,2-4 1</inkml:trace>
  <inkml:trace contextRef="#ctx0" brushRef="#br1" timeOffset="104752">14960 8674 12468,'-2'-5'3276,"-1"2"-2496,3 3-758,-29 0-22,18 8 23,-22 4-57,28 8 34,2 1-11,2 0 0,2-2-23,9 5-22,-2-7-124,9 3 35,-4-8 22,-1-2 55,-1-2 12,0-1 56,-3-2 12,-1 1 88,-4-1-88,-3 2 32,-7 1-44,-7 0-470,-5 2-2807,-2-1 3208,0 1 0,9-6 1,3 0-1</inkml:trace>
  <inkml:trace contextRef="#ctx0" brushRef="#br1" timeOffset="107272">15392 7154 12725,'-26'0'381,"0"-1"0,2 2 0,3 3-246,5 11-57,1 8-11,1 7-39,8-13 0,0 2 17,-1 11 0,1 2-595,2-8 1,1 1 549,-1 8 0,1 1 28,2-8 0,2-1-12,-1 1 1,2 1-420,0 2 0,0 0 403,1 2 0,1 1 11,-1 1 1,1 2-1,-1-1 0,1 2 0,-1-2-15,-1-7 1,0-1-1,1 1-644,0 8 1,0 1-1,1-2 648,-1 1 0,0-1 0,0 0 0,0 0-314,0-1 1,-1 0 307,1-2 1,-1 0 5,1-2 0,-1 0 0,0-2 0,0 0 164,0-2 0,-1 1-159,1 7 1,-2-1-6,0-9 0,0-1 122,-1 6 0,-1-2-122,-3 0 2374,0-7-2352,0-6 1014,1-6-879,1-4 177,-5-2 383,-4-5 182,0 0-697,0-4-11,6 1-23,2 2-135,2 2-33,2 0-156,0 3 156,2-1 0,3 1 0,3 4-34,2 4-34,0 9 68,0 6 11,-4 10-234,-2-13 0,-1 1 245,-1 1 1,0 2-16,-1 0 1,0 3 0,0-2-380,0 5 1,0 1 378,0-4 1,-1 1-1,0-1-7,0 3 0,0-1 0,0 1 0,-1 0-656,-1 1 0,0 0 656,0 1 0,-1 0 22,0 0 1,-1 2 25,0 0 1,-1 4-1,1-2-11,1-7 1,-1-1-1,0 1-401,0 0 0,0 2 1,-1 0-1,1-2 382,-1 1 1,1-2 0,-1 1 25,0 1 1,-1-1 0,1 1-42,-1-1 1,1 1 0,-1-1-181,0 1 1,1-1 0,-1 0 202,0 0 0,0 0 0,0 0-4,0 1 1,0-1-1,1 0 34,-1 0 0,0 0 0,-1 3-380,1 0 0,-1 2 1,1 1-1,-1-2 383,0 3 1,1-2 0,-2 1-35,2-1 1,-1 2-1,0 0 1,0-2-26,0 0 1,0-2-1,0 1 41,-1 0 0,1 1 1,-1 0-61,0 0 0,0 1 0,0-1 30,0 1 0,0 0 1,0 0-5,1-1 1,-1 0-1,0 2 7,2 0 0,-1 1 0,0 0 0,1-1-11,0-1 1,0-1 0,1 1 1,0-3 1,0 1 0,1 0 0,1-3-6,0 8 0,2-3 0,-1-2 0,2-2 320,0-3 1,2-1-333,3 3 1,4-1-230,2-7 0,2-2 804,1-1 1,2-4-1427,3-7 1,0-5-777,0-8 1,0-2 1462,4-4 0,-2 0 0,5-4 0,-3 0 0</inkml:trace>
  <inkml:trace contextRef="#ctx0" brushRef="#br1" timeOffset="109267">15293 8492 8400,'-1'25'239,"-1"-1"0,1-1 0,0-2-104,-1 0-46,-1 1-10,1 0 335,-1 0-313,-1 0-23,0-1-66,-1-1-1,0-2 0,0-2-11,-1-2 11,1-1 12,-1-2-23,1-2 33,0-2-22,0-2 1,-1-1 44,-1-1-45,-2 0 45,-2 1-11,-2-1 247,-7 1 66,4-3-11,-3 1 191,8-2-67,2-1-1,1-3 12,2-1-168,0-4-67,1 0 21,2-2 124,0 0 79,2-8-403,0 5 133,4-6-22,2 6-100,3 3 10,2 1-55,1 4 78,3 1-45,-3 3-67,3 2 11,-3 0 1,0 1-12,0 4 22,1 2-11,-2 4-11,0 1 11,-1 3-11,1 10 12,-3-5-12,1 6 0,-4-8-68,0-3-783,1 0-1625,1-2-801,1-1 2757,1-2 0,-3-4 0,-1-3 0</inkml:trace>
  <inkml:trace contextRef="#ctx0" brushRef="#br2" timeOffset="120022">17033 6388 9845,'-4'-5'3276,"-10"14"-30,-5 18-3235,8-12 0,1 3 11,-2 16 1,3 0-46,1 2-232,4-9 1,0 0 154,4-6 240,4-3-263,2-4 206,6-4-117,2-2-55,3-4 21,1-2 287,0-1-219,1-4 67,-3-3-33,-1-4 33,-3-3 11,-3-2 12,-2-1 101,-3-2 55,-2-1-33,-2-1 22,-2-2-134,-3 0-90,-5 0-11,-3 2-291,-8-1-2443,4 7-543,0 3 2925,6 11 0,8 1 1,2 1-1</inkml:trace>
  <inkml:trace contextRef="#ctx0" brushRef="#br2" timeOffset="120604">17896 6374 10989,'0'-3'3276,"-1"0"-659,1 3-2617,-3-5-22,2 3 291,-3 22-213,4 0-56,0 0 0,0 2-537,0 9 481,0 2-560,0-1-640,0-1-1131,1-2-890,2-2 3085,3-6 0,-2-9 0,1-5 0</inkml:trace>
  <inkml:trace contextRef="#ctx0" brushRef="#br2" timeOffset="121418">18794 6370 11560,'0'-3'1378,"0"0"-1188,0 3-212,30-7 22,-14 7-23,4-2 1,0 2-34,-5 10 0,-2 2-67,-2 4 123,-5 1 34,-3 3 66,-6 11-44,-10 1-11,0 0 0,-7-5-34,6-12 180,-6 3 190,5-7 381,-3 3 325,6-7-337,4-2-750,2-2 112,5-1-10,2-1 99,4 0-78,3 1-55,17-1 10,8 0-89,4-2-410,-17 1 1,-1-1-1597,13-1 2017,-7 0 0,-2 1 0,-1-1 0,8 0 0</inkml:trace>
  <inkml:trace contextRef="#ctx0" brushRef="#br2" timeOffset="122249">19673 6347 11817,'2'-4'2007,"0"1"-1604,24-6-179,-10 6-168,3-3 0,1 2 33,1 3-33,-3 0-45,7 1-11,-9 2 0,4 2-33,-9 2-79,-3 1 33,-3 0 79,-2 3 45,-2 0 134,-1 6 24,0-4 32,-3 4-112,0-6-22,-3 1-67,1-2-34,2 2-12,1 0-21,6 8-1,11 2 1,1 0-79,5-3 67,-7-8 34,-4-2-45,-4-1 56,-2-2 156,-4-1 561,-10 2-381,-2-1-156,-11 2-79,0-4-90,0 1-11,1-3-202,2 0-1187,5-1 1389,6-1 0,5 0 0,4 1 0</inkml:trace>
  <inkml:trace contextRef="#ctx0" brushRef="#br2" timeOffset="122971">20811 6201 12277,'0'-4'2554,"-1"0"-1948,1 4-528,-13 26-66,8-8-12,-2 2 0,1 0 0,4 3-34,4-2 23,6-3 11,6-4 0,6-4 0,3-5-11,2-2 11,-1-4 44,-1-4 12,-2-2 135,-2-5 402,-4 0 517,-1-5 111,-6 5-862,-1 0-191,-6 8-403,-1 4 235,-1 8 0,-1 3-504,-2 26-180,2-8-15,0-8 1,1 1-1039,1 7-1540,3-2 3118,4-5 1,-2-10-1,1-5 1</inkml:trace>
  <inkml:trace contextRef="#ctx0" brushRef="#br2" timeOffset="123666">21896 6202 15952,'-10'20'33,"1"0"1,0-1 0,3-2-23,6 4 0,5 0-11,2-1 34,5-1-12,1-2-10,5 5-1,-2-3 0,1 0-11,-9-8 0,-4-4 22,-3-3 202,-2 1-89,-3 0-90,-4 1 0,-8-1-45,-4 0-67,-5 0-695,-3-2-1199,-4-1-1316,0-1 2639,2-3 1,13 2 0,5-2-1</inkml:trace>
  <inkml:trace contextRef="#ctx0" brushRef="#br2" timeOffset="123900">21967 6190 18496,'23'-8'59,"-1"0"1,0 1 0,-1 1-71,7 4-213,2 2-662,1-1-753,-12 1 1,0 0 975,6 0 1,-2 0-1,-17 0 1</inkml:trace>
  <inkml:trace contextRef="#ctx0" brushRef="#br2" timeOffset="127805">16628 6334 12423,'-8'-9'1356,"1"-4"-1143,7 3 10,3-6 125,6-5-136,3 3-32,6-8 22,-1 6-45,0-1-23,0 0-11,-1 3-44,0 1 22,3-1-45,3 2-45,1-1 0,1 3 45,-5 3-56,3 1 0,2-1 11,1 0-11,2-1 0,-7 5 0,1-1 11,11-4-5,-10 4 0,0 1-452,8-3 446,2 1 0,1 0 0,-15 4 0,1 0 0,0 0 0,2 0-68,9-2 1,3 0 50,1 0 0,1 1 11,0 0 1,-1 0-338,-2 1 1,-2 1 342,-8 1 0,-1 1 0,0 1 0,0 0 0,0-1 0,-1 1 0,1 1 0,-1-1 0,-1 0 0,0 1 5,7-1 1,1 1-12,-8-1 1,1 1 46,5 0 1,0-1-42,8 1-11,0 0 22,0 0-11,-1 0 0,1 0 68,-10 1 1,1-1-64,4 1 1,0 0-6,0 1 0,2-1 0,-4 0 0,2 1 0,-2-1-932,-1 1 0,-1-1 932,8 1 0,0-1-28,-11 0 0,-1 1 28,0-1 0,0 0 5,9 0 1,1 0-6,-8 0 0,1 0 0,6 0 0,1 0 11,-2 0 1,0 0-90,-7 0 1,0 0 77,5 1 0,0-1 0,7 1 17,-12 0 0,0 0-17,12-1 0,-14 1 0,0-2 0,9 1-201,-1-1 201,0 0-11,0 0-11,-2-1 2476,-3 0-2421,-3-2-21,5-4-1,-8 0 532,5-2-543,-8 0 312,1-2-278,2-1-23,1-2 23,1 0-34,-1-2 67,-2-1-11,4-10 0,-6 5-22,3-7 55,-8 9 1,0 0-45,-3 1 56,-1 0 45,-2 3-1,-1-5-22,0 7 23,-1-3-101,0 9 22,0 2 45,0 2-90,0 1-324,0 2 313,-1 8-11,0 2 0,-1 8 11,0 0-11,1 1 34,0 9-56,-1-5 22,2 5 0,-1-10-12,1-2 35,0-1-23,0-2 0,0-2 0,2 0 0,0-2 0,1 1-23,1-2 12,-1 0-34,2-1-11,0-1 56,2 0-33,1 0-1,4 0 34,3 1 0,7-1-11,3 0 22,7-1-11,2 0-476,-15-2 1,0-1 475,0 1 0,0-1 5,1 1 1,-1-1-108,0 0 0,0 1 96,1-1 1,-1 1-12,1-1 1,0 0 4,0 0 1,1 0 5,9 0 1,0 0 10,-7-1 1,0 0-227,7 0 0,0 1 221,-10-1 0,1 0 5,7 0 1,0 0-6,-6 0 0,1 0-6,5 0 1,2 0-6,1 0 0,0 0 11,-7-1 0,0 1 0,7-1 0,0 0 0,-10 0 0,-1 0 0,2 0 0,-1 0 0,0-1 0,0 1 5,1-1 1,0 1-6,-1-1 0,2 1-64,8-1 0,2 0 75,2 0 1,1 0-29,0 0 0,0 0-157,0 1 1,-2-1 173,-7 2 0,-2-1 0,2 0 0,0 0 17,1 0 0,0 0-6,1 0 0,1-1-153,-1 2 0,2-1 116,-2 0 0,1 1 0,-2-1 26,5 1 0,0-1-135,-6 1 1,1 0 0,-1-1 134,0 1 0,-2-1 11,0 0 0,0 1-11,-1-1 0,0 1-76,-1-1 0,-1 0 92,-2 1 1,1 0-40,-1 0 1,0 0 16,-1 0 1,0 0 16,11 0 1,-1 0 4,-6 0 1,1 0-17,6 0 0,0 0 0,-8 0 0,-1 0 5,-1 0 1,0 0-12,-1 1 1,0-1 10,0 1 1,0 0 1143,18 2-1149,-9-1 0,1 0-6,0 0 1,0 1-383,0-1 1,-1 1 387,-3-1 0,-3 0-23,1 2 867,-3-1-844,-4 1 34,14 2-34,-3 0 16,-5-1 1,0 0-17,-2 0 0,-1 0 0,0 0 0,0 1 277,13 5-277,-10-2-34,-9 1 34,-2 4 11,-3-2 12,3 6 10,-1-4-33,1 0 1429,-2 0-1429,-2-2 0,-3 1-11,-2 2 11,-1 6-152,0-2 1,0 2 151,0-2 0,-1 1 0,1 13 0,-1-13 0</inkml:trace>
  <inkml:trace contextRef="#ctx0" brushRef="#br2" timeOffset="128899">19732 5157 15762,'-29'14'104,"0"-1"1,2 5-1,4 3-87,8 1 0,4 3-400,2 0 1,2 0 415,4 8 102,3-1-135,6-3-23,4-3 275,7-3-241,-1-11 1,2-1-12,3-1 0,1-3-68,0 0 1,1-1-629,1-2 0,0-3-1288,10-1 1947,-11-2 1,-1 0 0,-1 1 0,5-3 0</inkml:trace>
  <inkml:trace contextRef="#ctx0" brushRef="#br2" timeOffset="130504">19973 5312 8747,'-4'-2'1581,"1"1"-1200,3 1-314,-2 0-34,1 2-10,-1 1 22,2 3-34,0-1 0,0 2-11,0-4 56,0 2-34,0-3 3254,0-2-1745,-1 2-1576,-5 8 12,0 1 22,-3 6-34,5-3 34,3 1-23,0 0-22,3-2 22,3-1-145,10 0-11,8-4 145,2-1-22,1-6-34,-7-2 90,0-3 11,-2-1 0,-2-4 33,-2-1 46,1-8-34,-5 2 11,-1-5 11,-7 5 34,0-2 44,-1-1-89,-4 0-11,-4-1 78,-4 1-100,-5 1 10,-11 0-10,6 8-12,-9 1-11,12 8-23,3 1 12,2 4-67,4 3 67,3 5-23,3 14 0,2-5-10,7 7 44,4-10-23,8-2-10,5-3 33,3-3-124,2-4-111,4-3 45,1-2 4,-9-3 1,0-1 107,11-4 78,-13 1 0,-2-1 0,3-8 56,-3-3-45,-3-5 101,-2-3 247,-2-5-1,-5 8 1,-1-2-90,1-11-323,-4 11 1,-1 2 368,-1-7-147,-1 2 56,0 4 44,0 4-66,0 7 33,-1 5-212,-1 4-191,-1 4 498,1 6-330,-1 4 45,-1 10-34,-1 6 0,-2 4-11,2 3 12,1 1-18,3-8 0,0 1-215,1-7 1,-1 0 220,1 7 0,1-2 0,3 6-11,3-4 0,1-6-124,2-4 57,0-5-168,1-2 66,0-5 68,6-2 542,-3-5-418,4-4-1,-3-5 34,1-5-23,-2-3-22,1-2 56,-1-3 56,-4 6 0,-1-1 34,4-8 22,0-7 11,-7 18 56,-3 5 35,-2 5-270,-1 4-214,0 1 214,0 12 11,0 2-11,-1 14-45,-1 1-111,-1 1-102,1-2 180,1-4-1,4-4-111,3-4-23,4-5 0,12-4 180,-5-4 21,7-6 24,-6-3 32,-2-7-21,0-1-12,-3-2 67,-2-3 23,0 0 34,-2-3 223,2-10-201,-4 11 11,2-3-34,-6 15-67,-1 6-67,-2 2-190,0 2 145,0 4 56,-2 15-11,0 0-179,-2 13-112,0-8-336,1-1-427,0-4-212,2-1 594,5-4-852,6-1-1636,8-4 3160,14-2 0,-15-4 0,3-2 0</inkml:trace>
  <inkml:trace contextRef="#ctx0" brushRef="#br2" timeOffset="131200">20899 5255 14731,'1'-19'1008,"1"0"1,0-11-763,-2 27-514,0 3 268,0 6 11,1 3 22,1 8 35,1 2-57,0 2 0,0-1-11,1 2 11,-1-8-11,1 0 45,-1-9 0,0-2-45,-1-1 101,1-2 11,3 0 89,8-11 113,0-1 34,7-10-23,-4 1-79,1-2 0,0 1-156,-1 1 44,-2 2 34,-4 6-112,-3 3-100,-3 6-270,-2 2 213,-1 5 12,0 5-91,0 6-144,-1 6-92,0 2 248,-1 0-268,0 4 234,0-9 68,0-1 78,0-11 56,0-2 0,0-2 212,9-4-200,1-4 44,10-6 123,6-11 45,-6 5 101,4-7-22,-10 9-57,-2 3-134,-2 2 135,-2 5-57,-4 2-100,-2 3-662,-1 1 572,-1 6-56,0 4-201,0 8-91,0 2 68,-1 2-112,1 0 358,1 1-492,18 3-931,-3-9-1820,11-1 2922,-10-12 1,-8-2 0,-3-1-1</inkml:trace>
  <inkml:trace contextRef="#ctx0" brushRef="#br2" timeOffset="131668">21474 5166 18754,'5'-24'-191,"-1"8"135,-4 22 56,0 6 0,0 4 56,0 5-45,0 1 12,0 1-23,0-2 0,1-3-11,1-6-1,2-5 12,0-3 0,-1-4 0,2 0 213,10-3-157,-1-4 23,7-6 100,-3-3 190,-1-3-77,-1 0-124,-1 1 34,-1 2-135,-1 4-168,-6 6-67,0 2 168,-4 7-56,0 2 23,2 5-135,-1 3-247,0 1-157,-1 0-1153,4 9 1041,1-6-941,4 6-940,-3-10-712,0-3 3233,-2-3 0,-3-4 1,-2-1-1</inkml:trace>
  <inkml:trace contextRef="#ctx0" brushRef="#br2" timeOffset="132055">21999 5092 11661,'-3'-6'3276,"0"1"-1241,3 5-1777,0 0-1,-28-14-78,17 10-89,-20-10-12,24 15-78,3 2 23,-1 2-34,2 10 11,1-1 11,7 5 0,3-3 23,7 0-12,2 0 0,1-2-22,-2 0-11,2 3 11,-7-5-11,0 1-11,-8-5-146,-2-2-79,-8 2-3030,-22 0 2594,-1-1 1,-1-2 0,15-3 0</inkml:trace>
  <inkml:trace contextRef="#ctx0" brushRef="#br3" timeOffset="141671">10555 8563 13824,'-4'32'-298,"0"-1"0,1 1 0,-1 0 0,0-1 0,0 1 0,0 1 0,0 3 0,1-1 1,-1-2-1,2-3 0,0-6 156,0-1 1,2-3 0,-1 9 0,0-5 0,1-14 0</inkml:trace>
  <inkml:trace contextRef="#ctx0" brushRef="#br3" timeOffset="142034">10469 8667 10843,'-4'-35'655,"0"0"0,0 1 1,1 2-1,-1 1 0,3 4-353,4 7 1,2 2 33,7-14-112,9 6-67,4 7 131,-5 11 0,2 2-271,3 2 0,1 2-17,-2 2 0,1 3 5,5 6 1,-3 5 193,0 10-205,-12-7 0,-2 2-16,-5 11 44,-6 1-10,-12 0-892,-6 1 880,3-16 0,-2-1-11,-2 2 0,-1-1-106,0 0 1,-1 0 26,0 0 1,-1 0-448,-4 5 0,-2-1-881,4-2 1,1 0 397,1-1 1,2 0-2258,-3 6 3230,17-12 1,4-6-1,0-1 1</inkml:trace>
  <inkml:trace contextRef="#ctx0" brushRef="#br3" timeOffset="142333">10922 8849 16905,'-6'22'71,"0"0"0,0 0 0,0 0-60,2 12-11,-1 2-409,3-9 0,0 0-555,1-6 0,-1-1-675,1 6 1,0-2 1544,1 1 0,0-11 1,0-6-1</inkml:trace>
  <inkml:trace contextRef="#ctx0" brushRef="#br3" timeOffset="142555">10960 8688 12210,'11'22'-1093,"-5"-8"1,-1-7 0</inkml:trace>
  <inkml:trace contextRef="#ctx0" brushRef="#br3" timeOffset="143134">11238 8948 17879,'-4'23'86,"0"0"0,1 1 1,0 1-71,1 0 1,1 1-454,-1 0 0,0 2 425,-2 0 1,0 0-401,-1-1 1,-1 1 315,0-2 1,0-1-79,0-2 0,-2-1 129,0-1 0,-2-1 45,-4 3 33,-2-6 46,3-14 677,0-7-420,-1-5 829,-1-6-807,2-5 261,2-2-328,3 1-201,5-8-90,12 9-33,9-4-57,14 10-50,-13 8 0,1 0-447,1 1 1,1 0 132,-1 0 1,1 0-237,-2 1 1,1-1-950,4-2 1,-2 0 818,10-8 1,-5 3 0,-19 4 0</inkml:trace>
  <inkml:trace contextRef="#ctx0" brushRef="#br3" timeOffset="143333">11301 8643 12423,'6'24'0,"0"0"0,-1-5 0,0 0 0</inkml:trace>
  <inkml:trace contextRef="#ctx0" brushRef="#br3" timeOffset="144304">10781 9712 16905,'1'28'134,"1"-1"1,-1-5-1,1-1-129,5 14 1,2-1-1078,-3-9 0,-1-2 1027,1 1 0,0 0-84,-2-1 1,1-1-202,-1 1 0,-1-1-500,-1-1 1,0 1 896,-1 3 1,0-1 0,-1 1 0,0 1 0</inkml:trace>
  <inkml:trace contextRef="#ctx0" brushRef="#br3" timeOffset="144501">10646 10142 13723,'16'10'26,"1"1"0,0-2 0,0-1-956,12-2-908,0-1-1366,-2-2 3204,-2-2 0,-12 0 0,-2-1 0</inkml:trace>
  <inkml:trace contextRef="#ctx0" brushRef="#br3" timeOffset="144718">10962 10071 15885,'-24'11'37,"-1"0"0,5-3 1,2 3-38,7 5 0,2 2-1035,-5 9 172,2 0-2162,1-1 3097,1 0 0,5-12 0,2-4 0</inkml:trace>
  <inkml:trace contextRef="#ctx0" brushRef="#br3" timeOffset="145101">10206 10591 15717,'-1'33'194,"0"0"0,1 0 0,4-1-177,2-6 0,2 0-1110,1 1 1,0 1 0,0 0 693,2 4 1,0 1 103,-3-5 0,1 1 1,-1-2-194,0 2 1,-1-3-897,-1-2 0,-1-1-255,0-3 1,-1-1 1180,1 10 0,-3-14 0,-1-7 0</inkml:trace>
  <inkml:trace contextRef="#ctx0" brushRef="#br3" timeOffset="145434">10266 10887 11425,'-6'-23'1092,"-1"0"0,1 1 0,2 5-446,11 4-612,18 5-34,3 4 0,-8 4 0,2 2-51,0 5 1,-2 3-73,10 8 33,-12-5 1,-3 2-125,-2 6-122,-7 11 291,-18 1 45,-1 0 0,0-18 0,-1-2 45,-9 2-11,3-3-34,2-3-291,2-3-628,5-4-2286,2-2 3205,5-6 0,2 3 0,2-3 0</inkml:trace>
  <inkml:trace contextRef="#ctx0" brushRef="#br3" timeOffset="145616">10600 10767 14350,'0'21'56,"0"-1"0,0 16-179,0-16-1401,0-1-1753,0-2 3211,0-5 0,1-5 0,-1-4 0</inkml:trace>
  <inkml:trace contextRef="#ctx0" brushRef="#br3" timeOffset="145800">10595 10573 11123,'5'22'0,"-1"0"0,4 14 0</inkml:trace>
  <inkml:trace contextRef="#ctx0" brushRef="#br3" timeOffset="146001">10826 10704 15135,'10'31'78,"0"0"0,2-1 1,1-2-253,-2-8 1,2-2-343,-1-1 1,1-1-2276,6 2 2791,0-5 0,-9-7 0,-2-3 0</inkml:trace>
  <inkml:trace contextRef="#ctx0" brushRef="#br3" timeOffset="146234">11030 10748 15213,'-23'8'246,"-1"0"1,2 0-1,2 2-207,4 7 1,2 3-347,2-5 0,0 0 307,-4 5 0,1 1-89,-5 9-482,3-2-1132,3-1-1549,5-5 3252,5-5 0,2-8 0,2-5 0</inkml:trace>
  <inkml:trace contextRef="#ctx0" brushRef="#br3" timeOffset="146950">11151 10762 14383,'17'14'4,"1"0"0,-2 0 0,-1-5-38,6-11 34,0-4 34,-2-3 10,-3-3 57,-3-1 123,-3 0 259,-4 0 536,-2-5-671,-3 5-46,-2-1-112,-6 7-10,-3 2-91,-8 3-33,-5 5 45,-5 6-62,7 3 0,0 4-39,1 4 0,2 1-674,0 1 1,2-1 639,5 1 1,4 0-337,3 5 23,8-3-415,9-5 191,11-7 123,10-6 190,-4-8 0,2-3 302,-7 0 1,-1-1-581,10-3 1,-1-2 535,-10 0 0,-1-2 39,-1 1 0,-1-2-334,-1-1 0,0 0 458,-1-2 0,-1 0 33,0 0 0,-1-3 325,5-10 0,-2-2-308,-5 8 0,-2-2-6,4-8 0,-3-1-62,-7 9 1,-2 1 5,-1-1 1,0 0 61,-1 0 0,-2 1 290,-3 0 1,0 2-303,-2 2 1,-1 2 78,-11-10-100,-2 10-169,-3 14-22,7 15 0,0 16 5,11-6 0,2 2-651,0 4 0,1 1 590,0 3 0,1 0-382,1 2 1,1 0-390,0 0 1,2 2-256,1-3 1,2 1 0,1 0 945,4-1 1,1-1-1,-1-1 1,-1 8 0,1-4-1,2-10 1,0 0 0</inkml:trace>
  <inkml:trace contextRef="#ctx0" brushRef="#br3" timeOffset="147388">10944 11186 12333,'1'-3'2690,"-1"0"-2142,-6 40-234,-1-10-236,0 2 1,0 1-23,2-9 0,1-2-56,0 1 0,1-1 33,-1 17-33,3-2-678,3-12 0,2-1-2403,0 9 3081,7 6 0,-7-24 0,1-3 0</inkml:trace>
  <inkml:trace contextRef="#ctx0" brushRef="#br3" timeOffset="147722">10742 11619 16378,'10'22'-27,"1"0"1,-1-2 0,1-3-601,11-2-1132,1-2-1199,1-4 2958,1-4 0,-11-3 0,-3-2 0</inkml:trace>
  <inkml:trace contextRef="#ctx0" brushRef="#br3" timeOffset="147901">11009 11587 14171,'-20'8'250,"0"0"0,1 0 1,3 2-251,1 8-169,1 5-2508,0 0 2677,1 3 0,6-12 0,2-2 0</inkml:trace>
  <inkml:trace contextRef="#ctx0" brushRef="#br3" timeOffset="148300">9721 12043 13681,'-2'27'286,"0"1"1,-1-1 0,1 0 0,0 1 0,0-2-259,2 8 0,0 0-430,0 1 0,0 3 407,0-11 1,1 3 0,-2 0 0,1-1-396,-2 1 0,1-1 0,-1 1 255,0-1 1,1 1-1,-1 0 1,-1-1-959,-2 5 1,-1-1 0,0-2-547,1 2 1,0-3 1593,-2 4 1,2-5-1,2-13 1,2-11-1</inkml:trace>
  <inkml:trace contextRef="#ctx0" brushRef="#br3" timeOffset="148605">9641 12440 11369,'5'-21'1092,"-1"0"0,5 0 0,2 2-793,10 5-220,12 1-79,-5 12 0,1 7-23,-2 4 12,-4 7 0,-6 2-23,-6 1 34,-7 8 45,-10-6 45,-8 5-57,-8-8 1,-4-2-332,2-2 298,0-1 99,3-3-783,-3 0-2593,9-5 0,2-3 3128,9-10 1,4 4-1,0-4 1</inkml:trace>
  <inkml:trace contextRef="#ctx0" brushRef="#br3" timeOffset="148771">9941 12293 13723,'4'27'253,"0"1"1,0-5 0,-2-2-254,-1 0 0,-2-1-862,1 7-1883,0-4 2745,0-5 0,0-9 0,0-4 0</inkml:trace>
  <inkml:trace contextRef="#ctx0" brushRef="#br3" timeOffset="148950">10035 12005 13117,'7'27'-1093,"-1"1"1,1-2 0,1-2 620,3-7 0,-1-2 1,2 2-1,-2-3 1</inkml:trace>
  <inkml:trace contextRef="#ctx0" brushRef="#br3" timeOffset="149254">10289 12316 16221,'-24'20'145,"0"0"1,2-1 0,3 0-101,5 1 0,5 0-45,4-2-34,5 0 34,7-8-190,7-1-158,7-8-357,5-1-203,3-2-683,0-2-639,-1-4-1047,-3-1 2858,-3-2 0,-9 4 0,-4 2 1</inkml:trace>
  <inkml:trace contextRef="#ctx0" brushRef="#br3" timeOffset="149504">10485 12053 17398,'-12'22'149,"0"-1"0,1 2 1,3 1-150,7 1 0,2 1-818,-1 1 1,0 1 811,0 0 1,0 0-18,0 0 1,0 0-303,0 8 0,0-1-202,-1-12 1,1 0-371,0 3 1,2-3-1646,3-6 2542,3-9 0,-2-5 0,-1-3 0</inkml:trace>
  <inkml:trace contextRef="#ctx0" brushRef="#br3" timeOffset="149683">10422 12247 12076,'-3'-5'1299,"0"2"-1870,3 3-1592,33-4 2163,-11 4 0,14-3 0,-22 4 0</inkml:trace>
  <inkml:trace contextRef="#ctx0" brushRef="#br3" timeOffset="150833">10631 12354 12412,'-1'-5'1546,"0"6"-1311,-1 15-157,1 5 12,1 1 100,1 7-111,12-4-68,-1-2 34,11-12 78,-5-8-78,2-4 34,0-5 33,-1-4 157,-2-7 515,0-14-448,-6 7 34,-2-9-79,-7 12 79,-1 3-57,-1 6 58,0 4-371,-1 4-67,-2 8 111,-1 19-55,1 1 11,0 12-45,3-11-11,3-4-258,3-5 12,4-6 190,5-5 100,9-11 12,-5-5 34,6-9-12,-9-4 23,0-2 123,-5 0 90,-1 2 56,-3 4 22,-3 5-33,-2 6-315,-1 4-189,0 7 201,3 7 0,2 6-123,3 8-371,1 4-324,0 2-437,-2 0-2022,6 2 2572,-3-13 1,0-3-1,-5-12 1</inkml:trace>
  <inkml:trace contextRef="#ctx0" brushRef="#br3" timeOffset="151220">11188 12287 12087,'0'-4'2846,"0"1"-2880,0 3 22,-3 0-77,4 2-180,0 0 0,4 1 12,2-2 111,1-1 146,-2 0 67,0-7 224,-2-2 225,-2-2-135,-4 3 78,-3 5 79,-4 1-292,-3 1-133,-1 3 33,1 5 10,-3 15-88,7 0-12,1 10-56,5-8 11,2-2-11,0 0 0,5-5-56,4-3-1054,18-5-529,-7-5 1,0-3 1119,2-3 0,-1 0 0,11 0 1,-17-4-1</inkml:trace>
  <inkml:trace contextRef="#ctx0" brushRef="#br3" timeOffset="152866">11767 12108 12736,'-23'-6'452,"0"0"0,2 2 0,1 3-161,1 12-89,1 9-23,1 6-78,3 4-514,3 2 458,3-1-34,3-2-11,3-2-11,5-2 129,4-5-231,8-4-357,7-5-779,0-7 0,3-2-390,2-1 1,1-3 1157,1 0 0,-2-2 0,-6 2 0,-4-1 1,-3-3-1</inkml:trace>
  <inkml:trace contextRef="#ctx0" brushRef="#br3" timeOffset="153667">11936 12239 6809,'5'0'1513,"-1"0"-90,-4 0-571,26-32-147,-19 20-386,8-6 1,-4 0 554,-16 11-257,-3 1-125,-7 3-122,-1 2-101,-2 2-79,1 6-10,-1 6-102,-2 17-78,9-5-11,-1 9 11,12-12-56,8-3-34,6-4-134,12-5-45,6-5 50,-4-8 1,1-2-119,-6 0 1,-1-1 308,8-4 0,-2-1 28,-9-1 0,-2 0 17,-1-1 0,-1-1-6,-1-1 0,-1-1 39,-1-1 1,-2 0 89,0-2 0,-2 1 61,-2-2 1,0 1 17,-2 0 0,-2 0 195,2-17 180,-4 4-157,-6 5-45,-1 5 56,-7 7-168,-1 6-201,0 4-68,-2 9 56,-7 23-89,7 4-175,7-5 1,2 1 196,5-3 0,1-1-92,0 1 1,2 0 41,2-2 0,2 1-51,0-3 0,2-2-280,13 13-23,-1-18 1,1-2 112,12 1 134,-10-8 0,0-3-111,9-9 200,1-8 62,-16 5 1,-1-3 5,0 0 0,-1-2 0,0-1 0,-2-1 0,0-1 1,-1 0 88,-2-2 1,0 1 67,-2 0 0,-1-1 285,-1-5 1,-2 0-208,0 7 1,-2 1-52,-3-5 1,-1 2 129,-7-1 67,-3 5 529,-1 7-843,1 4-67,1 9-11,1 9 11,2 10-11,3 10-348,4-13 1,2 2 335,-1 2 1,2 0 22,3 2 0,0 0-196,2 2 0,0-1-225,4 0 1,1-1-409,0-1 0,2 0-810,0-3 1,2-1 1717,1-2 0,-1-2 0,3 2 0,-2-6 1</inkml:trace>
  <inkml:trace contextRef="#ctx0" brushRef="#br0" timeOffset="164566">5408 11031 9621,'-3'35'1638,"0"-1"0,2 0-1051,1-6 1,0 7-1,1 2 1,0-5-1664,1 3 0,1-2 1087,0-6 0,0 0 0,0-1 17,-1 4 0,-1-3-17,1 9 12,-1-5 657,0-6-691,0-5 350,1-4-541,-1-5-336,0-2-503,0-3 301,-1-1-1456,0-2 2196,0-1 0,0-1 0,0-1 0</inkml:trace>
  <inkml:trace contextRef="#ctx0" brushRef="#br0" timeOffset="165370">5327 11050 13756,'31'-2'69,"0"0"0,0 1 0,1-1 0,2 0 0,-1 0 1,-2 0-67,-4 2 1,-1 1 0,-1-1-1109,3 1 1,-1 0 1121,-1 1 0,0 0-12,-1-1 1,-1 1 333,-3 1 0,0-1-362,15 1 23,-5 0 0,-6 0 0,-2-2 371,-4 0-315,-3-1-22,-3 0 313,-6 0 1587,-2 0-1229,-3 0 685,-1 0-1435,-1 4 45,0 4 78,0 7-78,0 6 11,-2 5-11,-1 3 0,-2 3-345,0 3 345,-1-1 0,-1 0 0,3-11 0,-1 0 45,0 10-82,1-12 0,1 0 15,2 12 22,0-13-90,1 4 0,0-12-167,0-2 197,0-2-277,0 1-259,-1 1 585,-1 1-897,-1 1-2229,-1 1 302,-2 1 2835,0 2 0,2-6 0,1-2 0</inkml:trace>
  <inkml:trace contextRef="#ctx0" brushRef="#br0" timeOffset="165899">5410 11628 15795,'25'-3'718,"-2"2"-668,-1 2 1,2 0-742,-4 1 1,1 0 695,1 0 1,-1-1 0,2 1 0,0-1 22,9 0 0,1 0-28,-10 0 0,0-1 16,6 0 1,-2 1 431,4-1-448,-4-1 23,-4-2 221,2 0-233,-7-1 11,-2 1-100,-10 1-590,-5 2-2609,-1 0 3071,-3 2 0,3-2 0,-3 2 0</inkml:trace>
  <inkml:trace contextRef="#ctx0" brushRef="#br0" timeOffset="166921">5314 12183 10462,'0'-4'1355,"0"1"674,0 3-1783,5 34 113,-2-9-270,1 2 1,-1 2-240,-1-9 1,0 0 205,0 1 1,-1 0-57,0 1 0,-1 0 28,0 1 0,1-1-28,-1 1 0,0-1 0,0 0 0,0 0-34,0 0 0,0-1-179,0-1 0,0 0-526,0 15-763,0-7 350,0-8-417,0-7 1569,0-6 0,0-4 0,0-2 0</inkml:trace>
  <inkml:trace contextRef="#ctx0" brushRef="#br0" timeOffset="167667">5325 12125 12580,'25'4'231,"0"0"1,2-1-1,-1 1-152,-2 0 0,-1-1-649,4 0 1,-1 0 591,0 0 1,1-1-23,-1-1 0,0 0 22,-1 0 1,-1 0-18,-2-1 1,0 1-1,-3-1 1,0 0 439,14 0-468,2 0 325,-9 0 45,-1 1-134,-13-1-56,-5 0 705,-5 0-256,-2 0-349,0 4 57,0 0-101,0 4-45,1 1-90,-1 3-33,3 4 45,-2 2-90,2 2 45,-1 4 56,0 13-40,-2-15 1,1-1-23,-1 0 0,0 1-11,0-2 0,0-1-5,0 8 55,0-1-67,-2-1 12,0-3-12,0 0 11,1-5-22,0-2 34,1-4-34,0-1 0,0-2-34,0 0-134,0 0-527,0-1-638,-1 0-1944,-3 6 2701,-1-4 0,0 0 1,2-6-1</inkml:trace>
  <inkml:trace contextRef="#ctx0" brushRef="#br0" timeOffset="168318">5355 12685 14428,'-4'-1'628,"1"0"-415,12 4 67,3 0-101,13 2-78,5-3-11,7 1-357,-17-2 0,2 0 289,0 0 0,0 0-11,1 0 1,0 0-12,-1 0 0,0-1 0,-1 1 0,-1-1 22,17 0-22,-15 0 0,-1 0 0,8 0 0,4 0 11,-16-1-22,-5 1 22,-3-1-11,-4 0 12,-3 1-3289,-1-1 3148,-7 4 0,5-2 1,-5 3-1</inkml:trace>
  <inkml:trace contextRef="#ctx0" brushRef="#br4" timeOffset="172284">5383 12254 11134,'14'-13'-224,"0"0"0,7-6-404,-4 11-806,-6 6 1434,-2 0 0,-4 2 0,-3 0 0</inkml:trace>
  <inkml:trace contextRef="#ctx0" brushRef="#br4" timeOffset="172518">5421 12327 11616,'14'-18'82,"1"0"0,-2 1 1,1 2-83,6 1-11,0 2-416,1 1-469,-3 2-1211,-2 3 2107,-4 3 0,-5 2 0,-4 1 0</inkml:trace>
  <inkml:trace contextRef="#ctx0" brushRef="#br4" timeOffset="172749">5469 12372 11425,'20'-22'22,"0"1"1,-2 1 0,-1 3-23,2 3-236,-1 1-548,-3 4 784,-2 4 0,-7 3 0,-1 1 0</inkml:trace>
  <inkml:trace contextRef="#ctx0" brushRef="#br4" timeOffset="172988">5427 12489 10933,'21'-20'156,"-1"0"1,1 0 0,4-5 0,-1 3-152,-4 2 1,-1 3-837,5-6 820,-2 3 45,-6 4-818,-4 7 818,-6 4 0,-3 3 1,-3 2-1</inkml:trace>
  <inkml:trace contextRef="#ctx0" brushRef="#br4" timeOffset="173222">5416 12536 11358,'27'-26'130,"0"1"1,-2 0 0,0 3-131,-9 8 0,0 1-328,0-1 1,0 1 315,-1 0 1,1 0-45,11-11-459,-3 3-695,-7 5-1512,-5 5 2722,-7 6 0,-3 3 0,-2 2 0</inkml:trace>
  <inkml:trace contextRef="#ctx0" brushRef="#br4" timeOffset="173449">5399 12587 9917,'21'-18'74,"0"1"0,0-1 0,-1 1 0,0 0 0,-1 1 10,1-3 0,-1 2-951,1-2 1,0 0 877,-1 1 0,0-1-11,-2 2 0,0 1 353,-3 2 0,0 1-577,5-7-1689,-8 10 1913,-12 11 0,-6 6 0</inkml:trace>
  <inkml:trace contextRef="#ctx0" brushRef="#br4" timeOffset="173676">5484 12572 9028,'21'-19'363,"0"0"0,-1 0 0,0 1 0,-1 0 0,-1 1-330,3-1 1,-2 0-551,0 1 1,-1 1 516,-1 1 0,0 0-6,-3 2 1,0 1-747,11-10-1825,-13 11 2577,-2 2 0,-10 9 0,0 0 0</inkml:trace>
  <inkml:trace contextRef="#ctx0" brushRef="#br4" timeOffset="173905">5436 12657 11257,'21'-20'181,"-1"-1"0,0 1 0,0 0 1,6-5-1,-1 1 0,-2 2-108,-3 4 0,-1 2-624,0-1 1,-1 1 556,-1 2 0,-1-1-6,11-9-1048,-3 5-431,-13 9-468,-3 6 1947,-16 13 0,6-5 0,-5 4 0</inkml:trace>
  <inkml:trace contextRef="#ctx0" brushRef="#br4" timeOffset="174399">5482 12646 10541,'20'-19'318,"-1"1"0,1-1 0,4-4 0,1 0 1,-2 2-107,-1 2 1,-2 2-163,7-6 1,-1 1 27,1 0-44,-7 6 0,-8 6-146,-11 10-112,-19 18-269,-2 3 7,3-4 1,0 2 305,4-5 1,-1 0 50,0 1 1,0 0 128,0-1 0,1 0 78,-13 12-45,12-13 1,1 1-34,-3 1-145,2-2 145,15-11 44,9-10 1,10-5-45,8-10 5,-3 3 1,2-2 0,-2 1 0,0 0 45,0 0 0,-2 2-40,-5 4 1,-3 3 10,-4 4 79,-6 4-23,-3 3 113,-6 8-191,-5 4-34,-8 11-156,-5 4-74,9-12 1,0 0-122,0 0 1,0 0-323,-14 13 483,5-3 224,2-3 562,7-6-1066,6-6-1177,5-4 1681,10-8 0,-6 2 0,6-3 0</inkml:trace>
  <inkml:trace contextRef="#ctx0" brushRef="#br4" timeOffset="174917">5769 12522 12479,'-19'20'-94,"0"0"1,2-2 0,2-2-176,4-3-168,4-3-269,3-4-807,7-3 594,6-8 180,7-3 493,3-7 246,3-3 963,-3 2 23,-3 3-247,-5 3-66,-4 4 156,-4 4-369,-2 1-136,-3 7-279,-3 2-34,-3 8 101,-4 1 124,-1 4-203,-5 7-246,8-6-1355,1-3 1254,13-11 113,6-14 9,6-4 125,1-5 67,-1 0 67,-1 1 102,-3 3 212,-3 2 123,-4 4 124,-2 3-35,-2 1-537,-2 5-56,-5 7-168,-2 5-190,-2 0 10,1-3-402,6-9-136,1-2-1410,2-2 481,7-8 1815,0 0 0,1-1 0,-2 3 0</inkml:trace>
  <inkml:trace contextRef="#ctx0" brushRef="#br4" timeOffset="175036">5865 12580 10585,'0'18'-437,"1"-6"0,-5-4 0,3-6 0</inkml:trace>
  <inkml:trace contextRef="#ctx0" brushRef="#br4" timeOffset="177371">5837 12348 13454,'-1'16'179,"0"2"-156,1 1-12,0-1 0,0-1 23,0-5-34,0-3-12,0-5 12,0-2-661,0-1 448,1-13 314,0 1-68,1-11 359,0 3 24,-2 0-13,1-1 134,-1 0 517,0-5-461,-1 9-301,-1 0 55,0 12-347,-1 2-201,1 3 201,0 7 0,-2 7-34,-1 8-162,0-4 0,1 0-947,-3 16 739,1-3-156,3-14-392,3-14 313,0-3 662,1-9-1,0-1 68,1-8 201,1 1 191,-2-1-303,0 0 213,0 1-89,-1 2-12,0 2 90,0 4-89,0 5-292,0 1-224,-1 2 212,0 3 12,0 5 34,-2 5-34,1 3-190,-1 0-192,1-4-133,1-4-975,0-4 1120,1-3 112,3-7 34,1-3 168,4-7-11,3-3 67,-2-1 33,1 1 192,-2-4 492,-4 6 370,0 2-1009,-3 9-78,-1 4-426,0 2 403,0 5-940,0 2-79,0 4 213,0-2-79,0-1 23,-1-2 202,-1-2 683,-1-2 492,-2-1 450,-2 0 492,-4-4 695,-5-4-1479,-7-5-202,3-1-224,-1 2 67,8 4-78,3 2-89,1 2-124,5 1-404,1 1-212,2 1 22,9 0-67,0 0 527,6 0-202,-1 0 268,2-3 236,-7 0 549,0-1-515,-7 1 224,-7 1-56,-2 1-124,-5-1 56,-2 1 2,-2 1-13,1-1-123,-1 1-101,1 0-33,3 0-79,0 0-56,6 0-145,2 1-405,7 4 2,4-1 155,4 1-200,3-3 33,0-2 67,-1 0 135,-2 0 459,-4 0 89,-3 0 46,-2 0 817,-6-1-358,-2 0-113,-7-1 282,-9 1-394,4 1-234,-8 0-12,8 0-112,-11 8-22,-2 5-12,2 2 23,5 2-11,14-9 11,5-2-134,2-3-101,3-2-23,1-1 393,0-4-102,1-1 34,0-4-33,1-1-23,1 0 34,-1 0-34,0 1 112,-1-2-56,0 5 68,-1-1-180,0 5-168,0 2 213,0 5 0,0 4-22,0 6-34,0 2-23,0-1-10,0-1 33,0-4-34,0-3 90,0-4 101,0-3 78,0 0-134,-2-8 33,-4-3-55,0-2 89,-2-1 0,2 8 0,1 1-112,2 2-168,-1 2 168,1 4 11,-3 15-11,1 1 0,0 13-22,1-11-79,1-1-11,2-6 22,0-4-122,1-4-192,0-4 528,2-20-35,0 4-44,3-18 22,-2 10-33,1-1 33,-1 1 34,-1 2 291,-1 1-135,-1 8-223,-1 2-34,-1 14 33,1 4-10,-2 9-1,-1 13-22,0-2 0,1-2 0,1-13 34,2-9 34,0-6-79,0-7 11,0-2 44,0-8-10,0 0-23,-1-1 34,-1 1-11,1 2-1,-2 3 12,0 4 33,0 3-257,-1 3 179,2 16 34,1 13-34,0 4-11,1 6-34,0-16 45,2-4-123,0-4 43,1-7-222,0-2 168,1-3 134,-1-1 78,1-6-33,-1-2 44,2-7-66,-1-2 55,0 1 147,-1-6-12,-2 7 33,-1-3 68,0 8-113,-3 2 1,-1 1 0,-1 1-90,0 3-112,1 1-34,1 1 34,1 4 11,1 6 12,-1 5-23,2 7-90,0 2-996,0 2-1805,0 0 2891,2 0 0,-1-12 0,1-2 0</inkml:trace>
  <inkml:trace contextRef="#ctx0" brushRef="#br3" timeOffset="180506">6586 11365 16658,'15'-1'0,"3"-1"0,9 2 0,3 0-168,1 0-600,-8 1 1,0-1-1048,12 1 621,-13 1 1,0-1 1193,5 1 0,-12-1 0,-4 0 0</inkml:trace>
  <inkml:trace contextRef="#ctx0" brushRef="#br3" timeOffset="180871">6870 11282 17140,'2'4'45,"4"1"-12,10 5-21,3 0-12,-1 0 0,0 0-12,-3 0-21,-3-1-23,-3 0 45,-4 0 11,-3 0 11,-1 0-11,-6 1-135,-2 0-1422,-12 6-1720,-3 3 2771,1-2 0,6-5 0,10-8 1</inkml:trace>
  <inkml:trace contextRef="#ctx0" brushRef="#br3" timeOffset="181884">7473 11152 10675,'-29'-4'3276,"-2"12"-1040,19 5-2202,-3 10 22,5-5-56,3 0 0,3 0-22,1-2 22,2-1-56,0-2 33,1 0 23,1-2 67,1 0-67,3-2-11,2-1 11,4 2 11,-2-3 1,2 2-1,-1-2-11,-2-3-67,3 0 67,-2-2 44,2-1-44,0 0 34,1-1-34,0 0 11,1 0 0,0-3-11,2-1 12,-2-3-12,-1-1 78,2-5-33,-3 3-22,-1-5 22,-4 3 89,-1 0 280,-1-10-156,-2 4-12,-1-8 34,-1 6 1,-1-1-34,-4 1 33,-4 0-135,-5 2-66,-3 0-79,-2 3-23,-1 3-234,-1 3-707,-1 4-627,-1 5-1686,0 8 2930,0 5 1,10-3 0,3 0 0</inkml:trace>
  <inkml:trace contextRef="#ctx0" brushRef="#br3" timeOffset="182671">6523 12457 16131,'17'0'583,"4"0"-571,5 0 32,5-1-44,3 0 0,0 0-134,2 0-460,-2 1-1045,-12 0 1,2 0 1623,-2 0 0,-1-1 1,11 1-1,-11-1 1</inkml:trace>
  <inkml:trace contextRef="#ctx0" brushRef="#br3" timeOffset="183001">6820 12394 11750,'-4'-3'1222,"1"1"-68,3 2-1009,33 19-122,-17-9-18,5 3 1,-1 0 5,-4 0-11,-2-2 0,-4 1 0,-3-3 23,-2 0 33,-4-2 112,-2 2-146,-5-1-44,-4 2 10,-3-2-1332,-3 1-975,0 0 2319,2 0 0,5-4 0,3-2 0</inkml:trace>
  <inkml:trace contextRef="#ctx0" brushRef="#br3" timeOffset="183667">7431 12348 11358,'-4'2'2298,"2"0"-1593,2-2-459,16-26-33,-7 13-34,2-3 1,0-1 224,-1 3-24,-2 2 24,-3 1-12,0 4-134,-3 2-45,-1 2-213,0 2 0,2 10 67,4 15-73,-2-5 1,-1 3 5,0 6 0,-1-1-96,-1-3 1,-1-1-62,-1-2 1,0 0-315,0 3-33,0-3-90,-1-5 123,1-4-44,0-4 56,0-2-483,0-2-78,-2 0-100,0 0-449,-2-1 1569,0 0 0,1-1 0,0-1 0</inkml:trace>
  <inkml:trace contextRef="#ctx0" brushRef="#br3" timeOffset="184022">7414 12573 16905,'-12'0'963,"2"0"-985,10 0 22,1 0 22,5 1 56,4 0-54,7 0-2,2-1 23,2 0-45,1 0 22,-1 0-22,8 0 0,-9-1 11,3 0-11,-11-1 0,-3 0-22,-3 1-91,1 0-503,0 1-1132,0-1 1748,2 0 0,-4 1 0,-2 0 0</inkml:trace>
  <inkml:trace contextRef="#ctx0" brushRef="#br3" timeOffset="199305">14454 12262 8411,'5'-22'3276,"-3"12"0,1-7-2925,-3 16-82,-8 1-113,-1 0-44,-9 2-44,-1 5-12,-3 6 11,-3 8-56,11-8 0,0 1-251,-1 2 0,0 0 251,1 2 1,-1 2 4,-6 10 1,1 1-17,5-8 0,2 1 22,-4 7 1,2 0-40,7-9 1,2-2 16,1 0 0,2 0 0,0-1 0,2 0 0,0 15-23,5-5-10,4-4-68,6-4-101,6-5 124,1-5-101,1-5-68,1-3 124,1-3 101,-1-7 22,-1-4 11,-3-6 22,-3-3 113,-3-12 347,-7-4-280,-8-1 90,-10 2-280,-9 13-1,-6 1-22,-3 5-33,-1 4-158,2 6-481,3 3-784,4 7-1480,6 6 2936,3 7 0,7-5 0,3-2 0</inkml:trace>
  <inkml:trace contextRef="#ctx0" brushRef="#br3" timeOffset="199617">14576 12482 15941,'12'17'22,"0"0"1,0 0-1,1-1-22,9 7-67,0 0-291,-1 0-371,-6-7 1,-1-1-1076,6 7-549,5 3 2353,-10-13 0,-7-6 0,-3-2 0</inkml:trace>
  <inkml:trace contextRef="#ctx0" brushRef="#br3" timeOffset="199950">14854 12460 11134,'-5'-6'1849,"1"1"-1457,-23 30-212,10-8-119,-3 1 1,0 2-593,-4 7 553,12-13 1,-1 1-23,-1 0 0,0 0 5,0 1 1,-1 0-6,0 0 0,0-1-28,1 0 0,0 0-319,-10 12-673,5-3-615,6-4-894,7-6 2529,3-4 0,3-5 0,0-4 0</inkml:trace>
  <inkml:trace contextRef="#ctx0" brushRef="#br3" timeOffset="200449">15299 12313 15605,'-26'8'231,"0"1"1,2 1-1,2 1-192,7 3 1,3 2-40,-1 0 0,1 2 39,-5 9 1,1 1-587,4-8 0,2 1 547,-1 6 0,1 1 132,5-5 0,4 0-149,6-4 1,3 0-74,8 15-335,15-16-91,-3-13 158,1-4 55,-1-2 328,5-10 65,-9-4 415,-3-4 200,-12-1-111,-8 5-224,-2-2 22,-4 0 367,-3 0-636,-7 0-123,-1 2 0,-3 2-941,-7 5-1591,5 3-745,-5 7 2457,9 6 1,7-2 0,3 0 0</inkml:trace>
  <inkml:trace contextRef="#ctx0" brushRef="#br3" timeOffset="201757">15779 12520 13835,'10'-22'470,"0"13"-313,0 29-79,-3 8-55,-3 6 10,-2-9 1,-2 0-18,-2-1 1,0-1-11,1 0 0,0-2 5,-5 7-11,5-19 33,0-3 147,1-4 817,0-2-851,7-18-1,2 2-95,3-5 1,1-3-6,6-6-198,-7 10 1,1 1 152,3-6 0,0 3 11,1 3-11,-5 8-67,0 3 67,-5 7-22,-2 6 349,0 5-316,-2 7-11,-2 5 0,0 0-11,-1 1-67,-1 4 22,1-12-12,0 1 35,0-13 33,0-2 22,2-1 23,4-5-45,5-3 22,12-17 12,-10 10 0,0-1-6,0 1 0,0-1 72,9-10-21,-11 13 0,-2 4-57,-3 4-55,0 4 33,-2 3 0,3 5 11,-1 5-22,-1 5-68,-1 2-302,-3 3-370,0 1-1075,0 1-942,-1 0 2768,2-2 0,-1-10 0,0-3 0</inkml:trace>
  <inkml:trace contextRef="#ctx0" brushRef="#br3" timeOffset="202922">16501 12498 10025,'0'-4'3014,"0"0"-1558,0 4-1288,-28 1 12,8 9-57,-1-3 1,-1 1-232,8 4 1,1 3 141,0-1 0,2 1-12,-10 15-22,6-2 0,5-3 0,6-5 92,3-5-81,3-6 0,5-5 56,5-2-22,7-6-34,4-5 45,4-7-11,0-4 223,-1-2-178,-11 8 0,0 0 649,6-9-492,-5 4-158,-9 10-89,-7 8-78,0 1 78,1 6 0,2 4-34,1 6-1165,4 11-78,0-8-1188,4 3 67,-1-15 2398,3-3 0,-6-4 0,0 0 0</inkml:trace>
  <inkml:trace contextRef="#ctx0" brushRef="#br3" timeOffset="203139">16784 12321 12815,'0'-22'1638,"0"0"0,-1-13-757,0 25-881,-1 6 67,2 8 0,-1 8-33,1 13-12,0 11-334,0-13 1,-1 0 311,1 1 0,-2 2-224,-1 10 0,0 1-1345,0-3 1,0-1 133,0-1 1,0-2 1434,1-8 0,1-5 0,1-6 0,0-6 0</inkml:trace>
  <inkml:trace contextRef="#ctx0" brushRef="#br3" timeOffset="203350">16625 12443 14922,'34'-7'-292,"3"1"-1131,0 6 1423,-10 2 0,-1 0 0,-1-1 0,7 3 0</inkml:trace>
  <inkml:trace contextRef="#ctx0" brushRef="#br3" timeOffset="203818">16864 12608 10496,'-5'2'2229,"2"0"-1074,3-2-764,27-28 1,-12 14-263,3-4 1,2-1 441,2-2-280,-7 7-11,1-1-11,-10 11-224,-4 1-23,0 3 46,0 11-46,0-2-22,2 10 0,-1-4 12,5 4-12,5-4-113,1-4-33,5-6-66,-2-6 88,2-4 1,0-3 34,1-6 89,-2 0 22,3-5 191,-6 6 22,-3 1-168,-7 7-56,-4 4 1,0 1-12,1 3 0,2 8-437,2 8-852,-1 2-1647,0 0-341,-2-9 3062,0-3 1,-1-5 0,0-2 0</inkml:trace>
  <inkml:trace contextRef="#ctx0" brushRef="#br3" timeOffset="204006">17283 12265 15930,'-7'20'-656,"1"0"1,-3 16-1,10-21 1,0-4 0</inkml:trace>
  <inkml:trace contextRef="#ctx0" brushRef="#br3" timeOffset="204233">17410 12403 13876,'21'22'-19,"0"0"1,-1-1-1,-4-2-608,-6 1-1423,1 0 253,1-2 1797,1-2 0,-7-8 0,0-3 0</inkml:trace>
  <inkml:trace contextRef="#ctx0" brushRef="#br3" timeOffset="204471">17645 12461 13600,'-5'-5'3276,"0"1"-2474,5 4-735,0 0 11,-32 10-67,15 1-11,-5 0 0,-1 1-342,0 11 185,-1 3-426,0 1-1056,8-8 1,1 0 1065,-5 8 0,1-3 0,13-16 0</inkml:trace>
  <inkml:trace contextRef="#ctx0" brushRef="#br3" timeOffset="205066">18184 12156 15695,'-22'28'296,"0"0"1,-1 0 0,7-5 0,0 2 0,2-1 0,0 1-256,1 5 0,2 0 0,1 0-1000,1 1 0,2 0 0,1-1 964,2 1 1,3-1-6,3 1 0,4-2 6,2-1 1,2-1-147,5-1 0,3-3-196,3-2 0,4-3-757,3-5 1,4-2 0,-1-2 918,-5-3 0,0-1 1,0 0-1,12 2 0,-2-2 1,0-5-1</inkml:trace>
  <inkml:trace contextRef="#ctx0" brushRef="#br3" timeOffset="205883">18503 12220 11336,'-4'-5'2801,"1"2"-2510,3 3 774,-13 28-919,5-3-472,-1 0 1,0 1 325,4-6 0,1 0 33,1 0 1,-1 0-23,-2 16-11,1-1 158,1-5-192,1 0 12,1-13 22,1-3 78,1-11 56,0-3-100,0-8 560,0-2-471,0-17-67,4 7 34,3-7-34,5 12-22,2 3-34,2 4 0,2 3 0,1 4-12,2 4 1,1 4-17,-6 2 0,-1 2-39,8 8-101,2 8-45,-15-9 45,-5-2 101,-3-1 56,-4-2 11,-6-1 0,-5-2 56,-7-1 0,-2-2-56,-2-1 11,0-3-11,2 0-123,1-2-1032,2-1-1421,3 0 2576,5-1 0,5 1 0,4-1 0</inkml:trace>
  <inkml:trace contextRef="#ctx0" brushRef="#br3" timeOffset="206100">18812 12430 13779,'4'-4'1322,"-1"1"-1277,-3 3-34,2 30-145,-1-2-376,1-6 0,-1 1-2415,1 8 2925,0-12 0,-1-9 0,-1-3 0</inkml:trace>
  <inkml:trace contextRef="#ctx0" brushRef="#br3" timeOffset="206305">18863 12246 11661,'-5'-4'11,"1"1"-571,4 3-479,0 0 1,0 0 0</inkml:trace>
  <inkml:trace contextRef="#ctx0" brushRef="#br3" timeOffset="206555">19081 12170 14115,'0'-5'1770,"0"1"-1053,0 4-661,-1 35-1046,-1-10 995,1 3 1,0 2 0,-1 1 0,-1 0-68,2-7 0,0 1-168,-1 7 1,0 0-337,1-12 0,1-2-476,0 14-415,1-8-646,4-8 2103,3-7 0,-2-5 0,0-3 0</inkml:trace>
  <inkml:trace contextRef="#ctx0" brushRef="#br3" timeOffset="206755">19005 12356 13140,'25'-3'-273,"0"0"1,-1 0-1,0 1-3004,12 2 3155,1 0 0,-17 0 0,-4 0 0</inkml:trace>
  <inkml:trace contextRef="#ctx0" brushRef="#br3" timeOffset="207752">19318 12367 11571,'3'23'198,"0"0"0,0-1 0,-1-2-41,-2 3 11,0-2-67,-1-1-23,0-4-33,0-3-34,0-4 12,0-2 2162,1-5-1827,6-13 68,1-1-124,6-12-100,0 3-90,1 0 45,2 0-123,-1 1-34,8-3 0,-7 10 0,4 1-45,-9 9 34,-2 3 0,-2 4 11,-2 4 0,-2 7 0,-1 11-34,-2-6 11,-1 6-89,1-12 79,-1-3-35,1-5 35,0-2 33,1-3 89,2-2-44,5-5 90,9-12-23,-2 0-33,6-7 44,-7 9-56,-2 2 0,-1 4-44,-2 4-23,-1 4-12,0 1 12,1 5-22,4 14 11,-4 1-168,1 12-225,-6-7-1915,3 9-326,0-12-632,5 4 3222,2-15 0,-6-5 1,0-2-1</inkml:trace>
  <inkml:trace contextRef="#ctx0" brushRef="#br3" timeOffset="208166">19940 12407 16994,'-17'-11'74,"0"0"1,-3 7 0,0 6-75,6 13 0,2 3 0,0 0 0,1 0-50,1 3 0,5-1-29,6-1 12,7 2 22,9-14-22,3-3 56,10-3 11,-10-2 22,5-2-22,-10-1 45,-1-3 11,0 1-56,-2-1 0,0 1-45,5 2-1299,0 2-931,1 5-1002,-2 3 3225,-6 3 0,-4-4 0,-2-1 0</inkml:trace>
  <inkml:trace contextRef="#ctx0" brushRef="#br3" timeOffset="208438">20216 12289 15605,'0'-20'1456,"0"0"1,0-12-1199,-1 27-258,1 4 0,-2 5 45,0 9-6,-2 7 0,-1 4-39,1-4 0,1 2-717,-3 10 0,0 2 717,1-8 0,0-1-40,-1 1 1,0 0-362,0-1 1,0 0-261,0 0 0,-1-2 302,2-1 0,0-2-369,-3 16-2549,3-9 3225,2-6 0,2-11 0,0-3 1</inkml:trace>
  <inkml:trace contextRef="#ctx0" brushRef="#br3" timeOffset="208749">20205 12409 13352,'21'-8'41,"1"1"1,-1-1-1,-3 4-41,2 8-56,-3 3-101,-1 5-224,-5 0-45,-4 7 426,-3-6 23,-3 3-12,-2-8 67,-4-2 102,-1-1 178,-7-1-212,-1-2-471,-12-1-2952,-3 0 2457,4-3 1,7 2 0,14-3 0</inkml:trace>
  <inkml:trace contextRef="#ctx0" brushRef="#br3" timeOffset="209054">20600 12125 13005,'3'0'2242,"0"0"-2007,5 15 0,1 7 101,-1 6-1767,2 3 1,-1 2 1486,-6-9 0,-2-1-28,0 2 0,-1 0 90,-1 0 0,0 0-107,-2 0 0,0-1 6,-1-1 0,-1 1-6,-1-1 0,-1 0-11,-1-1 0,-1 0 0,-1 0 0,-2-1-269,-1 0 0,-3 0-521,-1-2 0,-2 0-303,-1-1 1,-2-1 0,0 0 545,-4 1 1,0 0 0,1 0 0,2-3 0,1-2 0</inkml:trace>
  <inkml:trace contextRef="#ctx0" brushRef="#br4" timeOffset="241493">19605 6679 11481,'6'0'-1093,"-2"0"1,-2 1 0</inkml:trace>
  <inkml:trace contextRef="#ctx0" brushRef="#br4" timeOffset="246133">19579 6707 11448,'-7'27'263,"0"1"0,0 0 1,-2 10-1,1-5-196,2-2-67,3-11 0,0 0-571,3-14 538,8-7 44,0-7 34,8-6-34,-3-6 11,1-2 34,-2-1 426,2-10 426,-7 4-371,0 3 416,-5 11-729,-3 12-213,-4 8 34,-4 7-90,-7 10 45,4-4 0,-1 1-11,-5 9-118,7-11 0,1-1-163,4-2-66,3-6 56,2-4 167,7-6-10,4-7 22,8-7 111,4-7-44,-6 3 0,0 0 56,6-8 22,-9 11 1,-1 1 201,-3 3 549,-4 6-302,-3 5-404,-12 16 45,0 2 0,-2 1-101,1 2 1,-2 0-255,-2 5 0,0 0 243,5-8 0,2 0-22,-6 13-34,5-5-337,4-8-402,5-8 504,10-9-34,5-11 263,4-6 0,1-3 62,-4 4 0,0-1-266,5-7 1,0-1 276,-7 8 1,-2 1 139,-1 1 1,-1 1 397,4-11 56,-6 9 67,-6 7-11,-6 8-616,-15 27 22,-4 3-404,5-2 0,-1 3 337,3-3 0,0 1-163,-1 3 1,-1 0 156,1 1 1,1 0 5,1-1 0,0-1-51,3-4 1,1-1-624,3-5 0,3-2 169,5 1 135,12-17 1,12-18 341,-8 1 0,0-2-68,3-4 1,0-1 95,0-2 0,1 0 5,0-1 1,-1-1 407,-4 6 0,0-1 0,-1 0-38,1-4 0,-1 1 0,-1 2 1,-2 2 296,-4 1-114,-11 17-547,-4 10 34,-9 9 22,-3 8 1,-1 4-68,4-4 0,-1 1-773,2-2 0,-1 2 0,1-1 773,0 2 0,0 0 0,3-2 0,0-1 19,3-4 0,0-1-322,-1 6-245,5-11 234,8-9 258,10-15 5,6-7 1,3-6 50,-3 1 0,2-2 0,0 0-555,0 0 1,0-1 0,-1 0 565,2-2 0,-1 1 1,-2 1 10,-1 0 1,-2 2 1163,-2 3 1,-2 0-896,4-10 370,-9 11-235,-3 10-236,-5 6-179,-6 12 34,-8 10-40,4-3 1,-1 3-235,-2 4 0,-1 2 229,-2 4 0,-1 1 491,0 1 0,0 1-491,0 1 0,0-1 0,2-1 0,0-1-17,3-3 1,1-2-1,2-4 0,2-2-509,0 6 346,14-16 68,13-19 67,-3-2 0,3-3-288,4-7 0,0-2 321,-5 7 1,0-2 0,0 0 7,2-2 0,-1 1 1,1-1 3,-2 1 0,1-1 0,-2 1 0,8-9 0,-2 1 22,-4 2 1,-1 2 10,-5 3 1,-1 2 235,1-12 1388,-7 12-1276,-4 9 125,-6 7-494,-6 13-12,-11 11 14,6-1 1,-2 6 0,-1 1-440,3-2 1,-1 2 0,0 1 0,-1 0 428,1 1 1,-1 1-1,-1 1 1,1-1 0,1-1-5,-1 3 0,0-2 0,2 0 0,0-1 0,-3 5 0,1-1 0,2-4 380,6-7 1,1-4-515,-1 5-101,10-12 212,13-18-145,10-13 140,-5 2 0,1-3-744,4-5 1,1-2 752,-8 8 0,1-1 1,1-2 4,-1 0 0,0-2 0,0-1 0,-1 2 14,0 0 0,-1 1 0,-1-1 3,3-5 1,0 0 0,-3 1 880,-4 3 0,-5 2-380,-5-2-132,-10 13-372,-14 30 28,8-1 0,-1 3-608,-3 8 0,0 2 587,4-6 1,0 1-1,0 0 4,-1 3 0,-1 1 1,1-1-9,-1 2 1,0 1 0,0-1 3,0-1 1,1 0-1,0 0 0,1-2 1,1-1 0,0 0-8,-5 8 0,2-1 0,4-7 0,3-2 1544,-3 10-1824,8-16 34,17-10 55,8-19 90,-3 3 1,2-4-588,5-7 0,1-4 1,-1 0 616,-5 5 0,0 0 0,1-1 0,5-7 0,1-1 0,-3 1 129,-1-1 0,-2 2-41,-5 2 0,-1 2 11,-4 3 0,-2 2 454,0-7 157,-5 11-505,-8 7 1801,-5 9-1879,-5 10 0,-3 3-17,3 0 0,0 0 26,-8 11 0,0 2-49,5-5 1,1 0-12,1-1 1,0 0 5,2-2 1,1-1-12,3-3 0,1-1-135,-3 8-436,12-11 325,12-13-68,13-12 157,2-11 0,2-3 134,-6 4 1,1-2-449,-3 3 0,2-3 0,-3 1 471,1-2 0,-2 1 11,-2 1 0,-2 1 528,-2 3 0,-2 0 368,1-10-447,-6 15-180,-5 5-280,-8 19 11,-6 7 28,2-1 0,0 2-279,-3 3 1,0 2 255,-1 0 1,0 2-14,2-4 1,-1 2 0,1-1-10,0 0 1,2 0-51,-3 4 0,3-2 1208,5-4-1578,7-10 169,9-6 66,6-14-67,10-7 146,-2-5 0,1-5-888,0-2 1,-1 0 1016,0-1 0,-1 1-12,-6 3 1,-3 3 779,-6 1-235,-5 9-180,-4 7-225,-5 4-122,-5 13 44,-4 5 0,-2 4-56,3-1 0,0 1-385,-7 10 0,0 0 374,6-6 0,1-1 0,1-1 0,0 0-6,3-2 1,1-1 1804,-4 13-2101,8-9-258,6-10 89,9-6-213,25-23 505,-17 6 0,1-1-465,9-9 0,0-1 621,-5 0 1,-1 1 22,0 0 0,-1-1 0,-2 2 0,-2 1 33,-3 2 1,-2 2 1252,2-9 216,-7 8-1077,-19 10-290,-16 22-119,12-7 1,-1 1-330,-6 8 0,1 1 330,5-3 0,1 0-17,-1 1 0,1 0 0,1-1 0,1 0-45,0 3 0,2-1-269,-1 5 1013,2-1-1170,20-18 56,6-4 169,13-10-135,4-6 336,-14 5 0,0-2 45,2-4 0,0-1 146,7-10 459,-4 3 23,-16 12-259,-8 9-335,-4 1 867,-5 2-867,-6 3-34,-4 5-6,3 3 0,0 3-5,-11 9 11,11-6 0,0-1-11,-3 7-34,7-3-89,7-4-113,3-3 102,12-5 145,21-3 11,2-4-372,-7-3 1,1-1 365,-5-1 1,-1-1-12,1-1 1,-1-1-51,16-5-214,-8 1 147,-7 4 11,-9 2 34,-9 3 78,-9 1 11,-11 0 733,-7 3-688,-6 2 67,-3 3-194,-1 2 306,-1-1-50,15-2 0,0 1-62,-7 2-190,3 1 56,21-4 11,15-1 78,9-1 229,13-1-285,-4-2 0,2 0-50,2-2 0,1 0-440,-1 1 0,-1-1 417,-5 0 1,-2-1-667,-2 1 291,-9 0 426,-7 1 146,-5 0 526,-32 0-386,11 0 0,-2 0-141,-5 0 1,-2 0-247,1 0 0,1 0 303,-10 1-68,1 0 259,6 2-326,6 0-67,8 0-123,8 1 11,5 0 78,13 2 12,10-1-113,15-2-252,-3-2 1,2-2-33,-8-1 1,-1 0 110,9 0 0,-1-1-241,-13 0 1,-2 0 223,3 0 325,-6 2 190,-20 1 158,-8 0 123,-11 0 178,-8 0-190,-6 0-24,17 0 0,-1 0-278,-1 0 0,0 0 27,-1 0 1,1 0-51,0 0 1,0 0 33,1 0 0,0 0-11,1 0 0,1 0 22,-16 0-100,5 1-68,8 2 153,9 0-276,6 2-45,19 9 106,7-7 1,4-1-96,1 2 0,1-2-570,10-2 0,1-1 357,-7-2 1,-1-1-119,-2 0 1,0 0-76,-3 0 1,-2 0-132,11 0 492,-12 0 326,-10 0 100,-9 0 0,-8 0 1215,-8 0-789,-6 0-247,-5 0 46,-2 0-102,-3 0-22,0 0 56,-1-1 482,5 0-616,5 0-34,6 0-224,8 1-179,5 0 112,5 0 67,8 0 44,11 0-10,13 0-34,0 0 0,2 0-542,-8-1 1,2 1 518,-4-1 1,2 1 0,-1 0 22,3-1 0,-1 0 5,1 1 1,1 0-6,-1 0 0,1 0-17,0 0 1,0 0-80,-2 0 1,0 0-235,6 0 1,-1 0-30,-8 0 1,-1 0 341,-1 0 0,-3 0 17,0 0 0,-15 0 11,-3 0-11,-1 0 966,0 0-955,1 0 71,0 0-71,0 0-11,-1 0 11,0 0-22,1 0-23,-2 0 23,2 0 0,-2 0 67,1 0-22,-1-2-34,0 0 0,1-4 11,1-2-11,1-2 0,1-2 0,1-1 22,-1-1 1,-1-3 66,-1-13-22,-2 5 23,0-13 0,-1 7 22,0-5-287,0 15 1,0 0 235,0-1 1,0-1-45,0-1 0,0-3 181,0 3 0,0-2 0,0 1-36,0-3 1,0 1 61,0-6 0,-1 2 291,-1 3-156,0 11-202,-1 9-157,2 4-112,0 4-146,0 16 275,3 8 0,1 3 0,-2 1 0,0 1-332,1-2 1,0 2 0,-1-2 297,0 6 1,0-2-24,-1-1 1,1 0 16,-1-4 1,0 0-6,-1-3 0,1-2-84,0 12-190,-1-11 302,1-11 235,0-6-224,1-21 56,1-4-6,-1 1 1,1-1 11,0 1 0,-1-2 73,0-13 0,0-2-90,0 7 0,-1-1-209,0 4 1,-1-2 0,1 1 180,-2-3 0,0 1-17,-1 0 1,0 1 21,0 3 1,-1 0 44,0 1 1,-1 1 33,0-3-112,1 6-392,3 22 392,2 12 11,5 13-11,-1-6 0,0 3 255,1 4 1,1 1-268,-1 5 1,-1 1-62,0 2 1,-2-1-102,0-1 1,-2 0 49,0 3 1,0-2-191,0-13 1,-1-2 313,2 14 179,1-31-156,0-16 88,1-10 13,2-11-328,-3 13 1,0-2 259,-1-2 0,0-2 56,-1-1 0,0-2 0,0 0-41,-1-1 0,0-1 0,0 0-53,-1 1 1,0-1 0,-1 2 59,0-10 1,-1 3 156,-3 0 0,1 12 1107,2 11-1342,0 8 338,2 4-472,1 26 134,0 4-631,-1-2 1,2 3 630,-1-1 0,0-1-23,1 2 1,0-1-185,0 0 0,0-1-163,0-3 0,2 0 121,-2-5 1,2-1-3029,7 13 3115,1-19 1,-2-3 0,-2-11 0</inkml:trace>
  <inkml:trace contextRef="#ctx0" brushRef="#br4" timeOffset="249855">19629 6738 14663,'32'-7'321,"0"0"1,2 0-1,-1 1-315,-3 3 0,0 2-1645,3-2 1,1 1 1621,1 1 0,1 0 17,0 0 0,0 0-170,-2-1 1,1 2-16,-3-1 0,0 1-73,-5-1 1,-2 1-74,-4 0 1,-3 0 216,7 0 114,-13 0 33,-14 0 1,-15 0-12,-14 1 68,9 0 0,0 1 540,-5-1 1,0 1-418,-1 0 0,-3-1 220,4 0 0,-3 0 1,1-1-188,0 1 1,1-1-1,0 1-179,0-1 0,0 0 1,2 1 78,-7-1 0,5 1 44,-1 0 899,14 0-1246,8 0 157,20 2 0,12-2-11,-3 0 0,4 0-1613,4-1 1,2 0 1460,4-1 0,2-1 6,-12 1 0,1-1 1,0 0-161,-1 0 1,0-1 0,0 0 97,11-1 1,-1-1-40,-6 2 1,-2 0-141,-6 1 1,-3 0-220,3 0 426,-23 2 191,-18 4 0,1-2 0,-2 1 45,-4 1 0,-1 0 1192,-2 0 1,-2-1-947,-1 0 1,0 1 27,-2-2 1,1 1 5,0-1 0,-1 0-23,1 0 1,0 0-23,1-1 0,1 1-84,2-1 0,1 1-45,4-1 1,2 1 94,-11 0 975,14-1-1355,10 0 134,20-1 33,16 0-22,-4-1 1,3-1-487,6-1 0,4-1 408,-9 0 0,2-1 0,2 0 0,-1 1-202,-1-1 0,0 0 0,0 1 0,0-1-6,-1 1 1,0-1-1,-1 1 1,-2 0 120,2 1 1,-2-1 0,-4 2-194,-1 0 347,-12 2 11,-20 3 23,-12 2-6,3-1 0,-3 1 33,-5 1 1,-2 1-990,-3 0 0,-1 0 1068,-3 1 0,-1 1-39,13-3 0,-1 0 0,1 1 176,-1-1 0,0 1 0,0 0-81,-10 3 0,1 1-84,3-1 0,2 0-28,4-2 0,2 1-84,-8 5-112,24 0 56,24-7 44,3-3 1,5-2-763,8-4 1,6-3 0,-1-1 571,-6 2 0,-2 1 0,3-2 112,-1 0 1,2-1-1,0 0 1,-2 0 407,-2-1 0,-1 1 0,-1 0-322,-2 1 1,-1 0-1,-2-1-11,6 0 0,-2 0 15,8-3 426,-19 5-168,-18 2-124,-16 4 79,-18 5 167,10-2 1,-1 1-230,-5 3 1,0 0-24,-4 0 1,1 1 510,1-1 1,-1 1-524,7-2 0,-1 0 0,3 0-100,-1-1 1,1 1-17,-1 1 0,4-1 404,10-4-483,21-1 79,17-4-168,-3-3 0,3-1-986,8-2 1,1-2 943,-8 2 1,0 0 0,0-1 7,2-1 1,0 0-1,-1 1 355,-1 0 1,0-1-1,-1 1-164,7-3 0,-2 1 220,-6 2 0,-4 1 441,3-2 414,-13 5-683,-20 4-134,-12 7-141,3-1 0,-3 0 736,-4 4 0,-2 2-745,0-1 1,-4 1-1,2 1-67,1-2 0,1 1 0,1 0-298,-1-1 0,1 1 0,2-1 268,-3 1 0,6-1-101,7-1-326,8-5 215,18-3-23,11-9 179,-3 1 0,4-1-748,4-4 0,3-3 0,0 0 807,-7 3 1,0 1 0,1-2-4,6-2 0,2-2 0,-3 2 196,-3 0 1,-4 2 318,10-7 483,-17 7 361,-11 7-1258,-17 6-68,-12 9 1,-5 4-34,1 0 0,-2 1 0,0 1-675,-1 1 0,-1 1 1,1 0 665,6-2 1,0 0 0,1 0-1,1-1 5,2 1 0,2 0 1,0-1 646,-7 7 0,2 0-744,4-4 0,2 0-582,-3 8-847,28-15 1037,20-19 409,0-3 0,2-4-399,-6 2 0,0-2 1,1 1 482,2-3 0,0 1 0,2-2 131,-1 0 1,2-1 0,0 0 0,-2 1 73,-1 0 0,-2 2 1,1-1 85,3-3 1,1-1-1,-7 2 2985,0-9-2164,-25 15-1034,-19 4-56,4 12 1,-3 3-170,-6 2 1,0 2 163,-5 5 0,0 3-411,9-5 1,0 0-1,1 2 390,-1 0 1,0 1-1,1 0-7,0 0 0,2 0 0,0 1-1,-8 6 1,2 1 573,5-3 1,2 0-843,5-4 0,3-1-427,-2 5 181,16-10 122,16-12 309,-1-5 0,1-3 89,6-4 0,2-2 19,4-4 0,1-2-6,-10 6 1,0 0-1,1-1 154,7-4 0,0-2 0,-1 2 113,0-1 0,-1 0 249,-6 3 0,-1 0 0,-4 3 1449,-2-2-1602,-19 4-127,-14 12-243,-16 9-15,14 0 0,-3 2 0,0 1-869,-2 3 0,1 2 1,-1-1 770,1 1 1,-1 0 0,2 0-163,-7 6 1,5 0 365,4 1-809,12-8 69,14-7 222,15-9 287,-2-4 0,2-3 114,7-4 0,3-3 0,-1 0-327,-5 2 0,-1 0 0,1 0 409,8-5 0,1-1 0,-2 0 362,-8 4 1,-1 0 0,-3 1 1219,0 0 0,-1 1-639,9-11-483,-26 19-392,-28 14-124,0 7 0,-2 3-15,9-7 0,0 1 0,-1 1-501,-5 5 1,1 1 0,1 0 475,-1 4 1,3 0-141,1-1 1,1 0-62,4-2 0,3 0-61,3-4 0,3 0 762,-2 6-1222,36-14 621,1-19 1,4-6 140,-9 7 0,1-1 0,1-1-417,5-6 1,0-3 0,-2 1 495,4-2 0,-2 0 145,-2 1 0,-2 0 5,-4 2 1,-2 1 560,-4 0 0,-3 1 1618,-2-2-2363,-16 5-45,-18 22 0,5 0 0,-2 2-1456,-4 5 0,-2 2 1445,-3 4 0,-1 0-15,10-6 0,1 0 0,-1 1 182,2-1 1,-1 1 0,1 0-520,-2 4 1,0 0 0,2 0-467,1 1 0,3-1 515,1-1 0,8-3-200,22-12 430,2-11 0,4-5 84,6-5 0,0-1-211,-6 3 1,0-1-1,2-2 370,0 0 1,2-2 0,0-1 0,-1 1 89,-2 1 0,-1 0 1,-1-1-1,1 2 5,6-6 0,-1 0 0,-3 2 239,2-3 0,-7 4 2783,-10 7-2555,-6 7-261,-12 7-449,-9 12-11,1-3 0,-3 3-688,-6 7 1,-4 4-1,1 0 684,4-4 1,1-1-1,-1 2-24,-1 0 0,0 2 0,-1 0 0,2-1-28,0 1 0,1-2 0,1 1 37,2-1 1,0 0-1,0 0-34,2-2 1,1-1 0,1 0 77,-4 4 0,3-2-1011,-2 8 403,18-15 281,24-15 238,1-8 1,4-6 0,0 0-398,-2 2 0,0 0 1,1-3 451,1 0 1,1-3 0,1 0-1,-2 1 9,2-3 0,-2 0 0,0 0 0,-1 1 0,-1-1 0,-1 0 127,-2 2 0,0-1 0,-2 1 97,6-5 0,-2 0 964,-5 6 1,-3 0 346,4-5-1045,-30 21-490,-12 14 5,-2 4 1,-2 4-678,-3 3 1,0 2 678,6-5 1,0 0 0,1 0-8,-2 1 0,1 1 0,-1 1-93,2-1 1,-1 2-1,0-1 1,3 0-47,0-1 1,2-1 0,1 0-157,-3 4 0,0 1 0,5-4-680,2 9 1885,17-15-1257,18-12 262,-3-9 1,3-3-286,5-4 0,2-1 370,-7 1 0,0-1 0,0-1 0,1 0 0,0-2 0,0-1 291,4-6 0,1-1 1,-2 0-1,0-2 0,-2 1-15,-6 5 1,0 0 0,-3 2 574,-1-8-134,-8 11-448,-6 9 1333,-9 5-1602,-8 11 11,-15 10-270,11-2 1,-2 3 258,4-2 0,-3 2 0,0 0 0,1 0-340,-1 2 0,0-1 0,-1 2 320,2-2 1,-2 2-1,1 0 1,3-2-82,-5 7 0,3-1-168,5-3 0,3-1-515,-2 11 44,18-15 404,18-11 171,0-13 1,3-6 0,2-2-414,5-2 0,1-1 1,0-2 577,-8 4 0,1-1 0,-1 0 0,0-1 48,6-5 1,-1-1-1,-4 1 126,-3 1 0,-3 1 117,-4 2 1,-3 0 1772,4-9-1235,-9 8-482,-5 8-235,-23 14-89,-4 11 261,0-1 1,-2 3-274,-1 2 1,-1 3-12,8-6 0,-1 1 0,0 0-4,0 1 0,-1 0 1,0 0-65,1-1 1,1 1 0,0-1-45,-7 7 0,3 0-547,4 0 0,5-1-395,4 0 281,25-5 375,4-21 0,5-7 163,6 0 0,2-3-233,-7 2 1,0-2 0,-1-1 467,2-1 0,-1 0 0,1 0 119,-2 0 1,0-1 0,-1 0 328,7-6 0,0-1-140,-5 3 0,-2 0 843,-3 0 1,-3 1-334,2-2-96,-6 4-643,-11 15-12,-5 5-67,-7 7 0,-11 10-12,8-6 1,-2 2 324,-2 2 0,-2 3 1,1 0-411,0 1 0,1 1 0,0 0-373,1-1 0,0 0 0,2 0 257,-3 6 0,8-4-863,12-4 426,15-9 326,11-17 250,1-7 1,3-7 148,-10 4 0,0-2 0,0 0-149,0 0 0,0-1 0,-1 0 309,6-8 0,-5 1 382,-1-5 170,-10 6-316,-6 5 1232,-4 5-1613,-5 5-45,-16 7-57,1 12 1,-2 4 11,-1-1 0,0 2-113,-5 10 1,1 2 106,6-4 0,2 0-50,2 1 0,1 0-344,3-2 1,2 1-72,3-4 1,3 0-527,1 9 370,31-10 223,-1-15 387,-2-6 0,1-4-147,-4-3 1,-1-3 191,1-1 0,-1-1 390,0-2 1,-1 0-162,-2 1 1,0 0 33,-3 1 0,-1-1 481,0-1 0,-3 1-403,1-4 13,-3 1-214,-8 16 189,-1 2-357,-5 4-45,-6 6-22,-7 7 448,-5 12-482,10-11 0,0 1-6,-3 8 1,1 1 56,7-9 0,1 1 44,-3 3 0,5-2-68,11-4-5,6-8 79,7-7 34,4-10 11,3-8-6,-6-1 0,0-4 224,1-3 1,-1-1-928,0-1 1,-1-1 814,-2 0 0,-3 0-17,-4 5 1,-3 2-177,0-2 1,-2 0 147,0-1 1,-2 1-29,0 2 1,-2 0 22,-1 3 0,-4 1 268,-14-14-335,-2 15-308,-13 5 241,3 14-23,-2 9-146,15-2 1,0 2-599,0 4 1,1 3-204,1 2 0,1 3 1003,2 1 0,1 3 0,1-3 0,2-6 0,2 0 0,-2 6 0,0 1 0</inkml:trace>
  <inkml:trace contextRef="#ctx0" brushRef="#br4" timeOffset="255450">18436 7712 12557,'2'32'441,"0"0"0,0 0 0,-1-3-385,-1-6 0,0-2-51,0-1 1,0-1 27,0 13-33,0-9 0,0-10 56,2-6 381,2-8-191,4-9 24,2-10-12,3-9-230,-5 11 1,-1 1 116,0-2 1,0 0 67,0 0 0,-1 1 173,-1-3 1,-1 1-73,1-5-57,-3 2-245,-2 23-12,-3 14 33,-4 16-28,1-7 1,0 2-582,-2 4 1,-1 1 575,0 3 0,0 2-41,1-5 0,1 1 0,0-1-273,0 4 1,1-1 189,-1-3 1,4-4 248,10-6-158,7-33 22,8-9 16,-9 5 1,-1-2-225,1-2 1,0-2 229,0-1 0,0-1-11,-2 0 0,-2-1 28,0 0 0,-2 0 0,-2 1 0,-2 1 78,-1 2 1,0 2 218,-2-12-251,-3 10 217,-2 12 946,-5 9-1215,-4 17-17,-3 11 1,-1 5-566,4-3 1,-1 0 551,1-1 1,-1 1-1,2-1 8,0 1 0,2-2-17,1-4 1,2-1-321,-1 10 189,6-15-210,14-11 89,8-20 157,-3 2 0,2-2-318,2-8 1,1-1 412,2-4 0,-1-1 13,-7 8 0,0-1 1,-1 0 8,6-10 1,-1-1 22,-3 3 0,-3-1 50,-2 4 1,-3 1 123,-2 4 0,-3 1 425,0-9-10,-8 11-237,-13 18-352,-2 18 0,-1 10 5,6-6 1,-2 3 0,1 1 0,0 0-291,0 1 0,1 0 0,0 0 0,1 2 259,-3 3 1,1 1 0,1-1 0,1-1-3,0-1 0,2-1 0,0-1-86,0 3 0,0 0 1,4-2-756,2-1 1,5-3-124,8 11 270,28-48 609,-13-4 1,1-5-755,3-4 0,0-2 839,-8 7 0,1-2 0,-1 1 11,-1-2 0,0 0 1,0-1-244,-1 0 0,-1 0 1,-1-1 305,-2 1 1,-1 1 0,0-2 612,-3-2 0,0-2 0,-2 3-272,1 0 0,-3 2-85,-3-2 1,-4 5 96,-7 11-360,-10 12-22,-6 15-57,11-2 1,0 4 672,-2 6 1,-1 4 0,1 2-662,3-6 0,1 2 0,-1-1 0,1 1 32,0-1 1,-1 1-1,1-1 1,1 0-220,-1 6 0,0-1 0,3-3-211,3-6 1,3-2 246,-1 5-723,16-12 213,7-19 465,-2-3 0,2-3 5,3-6 0,2-4 0,0-2 342,-5 3 1,1-2-1,-1 0 1,0 0-173,1 0 1,-1-1 0,0 1 0,-1-1 251,3-8 1,-1 1-1,-4 1 161,-4 2 1,-3 1 454,-3 5 0,-1 2-18,-1-8-282,-15 14-547,-1 24 0,-3 8-11,-2 0 0,-2 2-525,2 4 0,0 3 0,0 0 536,1-1 0,1 0 0,-1 0 15,0 1 0,-1 0 0,0 1-15,1-1 0,1 0 0,0 0-53,0-2 1,2 0 0,0-1 470,-3 7 0,2-1-939,2-2 0,8-5 102,27-12 318,5-22 0,4-11-354,-8 6 1,1-1-1,1-3 466,-4 0 0,1-2 1,-1 0-1,-2 0 30,2-2 0,-2 1 0,-1-1 15,0 0 0,-1-2 0,-1 1 582,-1 1 0,-1-1 1,-1-1-378,0-5 1,-1-2 0,-1 2-50,-1 0 1,-1 1 117,-1-4 1,-2 3 196,-5 10-515,-6 11-23,-5 11-57,-10 15 68,6-1 0,-1 4-303,-3 8 0,-3 5 0,0 2 289,4-4 0,-2 1 0,1 0 0,0 1-300,0-1 0,0 0 0,0 1 1,0-1 217,2-1 1,-1 0 0,2-1 0,2-2-29,-2 3 1,4-2 168,2-7 0,4-2-673,5 1 393,16-14 111,14-21 109,-9-1 0,3-3 1,-1-1-99,-3 2 0,-2 0 0,2-2 118,-1 0 1,2-3-1,-1 1 1,-2 0 9,0-2 0,-1 0 0,-2 1 14,0-1 1,-1-1 0,0 1 41,-2 0 0,-1 0 0,-1 1 92,1-10 0,-1 1 1403,-3 6 1,-3 0-1068,-2 5 0,-3 1-466,-7 1-33,-9 17-33,-10 27 40,8 1 1,-4 6-1,1 0-754,3-4 1,0 0-1,0 3 756,2-7 0,0 3 0,-1 0 0,1 0 0,1-1-9,-1 0 0,1 0 0,1-2 0,-1 1 8,1 0 0,0-1 1,1 0-1,-1 1-17,0 2 1,0 0 0,1 0 0,1-2-161,-2 8 1,1-3-107,-1 1 1,10-8 1259,24-21-1069,-3-12 0,2-4 17,10-7 0,2-4-567,-6 4 1,0-2 0,0-1 616,-4 4 0,0 0 1,0-1-1,1-2 10,2-3 0,1-3 1,1-2-1,-2 1 1,0 2-392,-1-1 0,0 1 1,-2 0-1,2-1 409,-1-1 0,1-1 0,0-1 1,-1 1-1,-2 2 0,3-4 0,-3 1 0,-2 2 45,-1 2 0,0 2 0,-3 0 803,3-4 1,-3 2-457,-5 8 1,-3 3-225,-2-2-168,-12 12-11,-8 17-11,3 1 0,-1 3-331,-4 9 1,-1 4 341,5-5 0,-1 3 0,0 0 4,-3 4 0,0 1 0,0 2 173,4-7 0,-1 1 0,1 1 1,-2 1-178,-1 2 0,-1 2 0,-1 0 0,0 1 0,2-3-3,1-1 0,1-2 0,0 0 0,0 1-64,-4 5 0,0 1 0,1-1 0,4-3-656,2 1 0,6-6 382,14 1-163,22-28 336,-5-10 0,2-7-204,-6 3 1,0-2-1,0-1 368,1-3 0,1 0 1,0-1 3,1-2 0,-1-1 0,-1 0 352,1-1 1,-2-1 0,0 0-316,-1 0 1,0 0-1,-1-1 19,-2 1 0,0 0 0,-1 0 26,-2 2 0,0 0 1,-1 1 152,3-7 0,-2 2 732,-4 6 1,-2 3-229,0-4-672,-12 14-67,-7 14 0,-12 16-4,7 0 0,-3 6 1,0 0-310,4-3 0,0 0 0,-1 2 313,-1 2 0,-1 1 0,0 1 0,2-1 0,-2 2 0,2-1 0,0 0 41,0-1 0,0 1 0,1-1-53,2-2 1,0-1 0,1-1-6,-2 7 0,2-2-207,5-8 0,2-1-347,8 0 179,16-16 250,-1-12 0,5-8 0,0-1 116,-1 1 1,0-2 0,1-2 0,0 1 224,0-2 1,1-1-1,-1 0 1,0 0-195,1-3 1,-1 0 0,0 0-1,-3 1 17,-2 0 1,-1 1-1,-2 0 52,-1 2 1,0-1 0,-2 1 132,3-7 1,-3 1 156,-4 6 0,-2 2 1712,0-7-1919,-29 18-157,-2 20 5,0 4 1,-1 3-575,10-1 1,-1 1 0,1 2 571,-3 2 1,1 3 0,-1 0 3,-1 2 1,-1 2 0,1 0-8,4-6 0,0 0 0,1 1 0,-1-1 2,1 1 1,-1 0 0,1 0 0,0-1-3,-4 8 0,-1-1 0,2-1 0,2-3 0,1 0 0,1-1-564,-4 8 0,6-2 139,9 0 1199,23-22-886,2-17 0,2-8 70,-3 2 1,0-2 0,0-1-414,3-3 1,0-1-1,0-1 455,2-2 0,-1 0 0,1-2 0,-1 0 0,0 0 0,1-3 20,-6 6 0,1-2 1,0 0-1,-1-1 1,0 1 26,1-4 1,0 0-1,-1 1 1,0 0 78,-1 1 0,0 0 0,-1 0 0,-2 3 283,5-12 0,-6 7-196,-9 15 1305,-11 9-1552,-9 17 34,-1 2 0,-3 4 0,-1 2-462,0 2 0,-1 2 1,-1 2-1,1-1 462,-1 2 0,-1-1 0,0 2 0,1-1 0,2-3 0,0 1 0,0 1 0,1-2 0,1-1-126,-4 7 1,1-2 0,1 0 113,1-3 1,0 0 0,2 0-129,-5 6 0,3-1-152,7-8 1,2-2 629,3 1-837,24-23 1,6-9 302,-3-2 0,2-4-535,3-1 0,2-3 1,0 0 700,-3 0 0,-2-1 0,1-1 30,1-1 0,0-1 0,0 0 338,-1-1 1,0-1 0,0 0-246,-1 1 1,-1-1-1,-1 1 26,-1 0 1,-1 1 0,-2-1 37,-2 4 0,-1 0 0,-1 0 269,1-3 0,-3 1 481,1-7-50,-14 16-812,-11 15-34,-12 17-6,6-2 1,-1 4-450,-4 6 0,-1 3 444,6-5 0,0 1 0,0 1 206,-1 2 1,-1 1 0,1 1-211,-1 0 0,1 1 0,-2 2 1,7-7 1,-1 0 0,-1 2 0,2-1 0,0-1-80,-2 9 0,1-1 0,1-1-142,-2-2 0,0 0 0,8-3-214,17 9 1021,25-50-606,-7 1 1,2-3 18,-7 1 1,0-2-1,2-1-172,0-2 0,2-3 1,0-1-1,0 0 260,-1-1 0,-1-1 0,0-1 0,0 1-1,0 0 0,0 0 0,-2 0 0,0 0 14,1-5 0,-1 0 0,-5 3 88,-4 2 0,-3 3 341,2-11 1325,-8 17-1851,-11 11 22,-7 22-18,0 1-1,-4 4 1,1 0-352,2-1 1,1 1 0,-1 0 344,-1 2 0,-1 2 1,0 0-1,1-2 3,-1 3 0,2-1 0,1 0-15,0-1 0,1 0 0,1-1-47,-3 9 1,3-1-2,5-6 1,2-1-464,5 10 748,17-16-1387,10-11 453,4-17 1,2-6 604,-7 5 1,1-3-333,-3-1 0,1-2 0,-2 1 467,2-4 0,-4 1 129,-1 0 0,-1 1 168,-4 2 0,-2 1 1943,4-8-1752,-7 9 68,-5 7-584,-3 8 67,-6 8-67,-3 7-11,-4 1 0,-2 1-169,3-3 1,-1 0 553,-5 5 0,0 1-571,4-7 1,0 0-207,-10 12-90,10-10 0,1 0 269,-4 5 224,-1 2 168,9-15 639,3-3 55,1-4-525,3-4-304,1-4 581,8-6-602,4-4-12,7-1 0,3 1-12,-1 2 1,-3 4-34,-3 4-67,-2 3 90,-3 3-23,5 1-112,5 0 112,0 0-45,4 0-526,-7 0 381,-1-4 235,-3-2 11,-1-5 1,0-3 200,2-16 102,-3 1-440,-3 9 0,-2-2 255,-1 4 0,-1-1 240,1-11 1,-2-2-191,0 7 1,-1-1 49,1-8 1,-2-1 392,-1 2 0,-2 2-129,0 7 0,-1 2-320,0 0 1,0 3-174,-4 5-33,4 16-46,0 10 68,-1 10 5,3-4 1,0 2-141,-1 2 0,1 2 142,1 1 1,-1 2-1,0-1-97,0 3 0,0-1 33,-1 8 1,1-1-11,0 0-45,0-10 11,2-10 0,0-9 112,2-4 112,9-23-56,-2 2 0,0-3-51,1-2 1,-1-2-343,1-5 0,-2 0 353,-3 5 1,-2 0 22,0-1 1,-1-1 55,-1 0 0,0 1-34,-1 2 1,-1 0 405,-1 5 1,-1 0-8,-5-8-460,0 14-90,-1 11 23,2 19 56,-1 15-403,3-7 1,0 1 407,-1 5 1,1 1 5,0 1 0,0 1-221,2-6 1,0 1 0,1-1-223,-1 5 1,2-2 189,1-2 1,2-4 961,6-1-732,5-27 23,3-11 23,2-11-131,-7 8 0,-2-1 180,1-1 1,-1-3 69,-1 0 0,-2-3 0,0 1-36,-1-4 1,-1 0-283,0 4 1,-1-2-1,-2 3 344,-2 0 0,-2 3 168,-4-12 773,-2 12-1031,-1 11-78,3 9-62,0 17 1,1 10 61,0 1 0,2 5 0,-1 1-520,-1 2 1,0 1 0,0 1 516,2-3 0,-1 2 1,1 0-1,0-1-353,0-6 0,1-1 0,-1-1 1,1 1 347,0 9 1,-1 0-1,1-1-7,1 0 0,-1-1 0,2-1-260,0-3 0,1 0 0,2-3 275,1 7 0,3-3-78,-1-7 0,3-4-954,10 0 450,-1-13 492,-2-21 90,-2-8 12,-2-15 427,-6 14 1,-2-1-424,0-2 1,-2 0 0,1-3 0,-1-1 518,-4 2 0,0-2 0,-2 0-491,0 1 1,-1 0 0,-1 0 108,0 1 0,0 1 1,-1 2 2,-4-6 1,-1 6 11,-2 5 1198,4 9-1366,3 7-112,3 3 78,4 7 695,1 12-706,5-2 476,3 7-554,4-13-12,0-2-22,-1-4-11,-3-3 168,-3-2 112,-3 0 23,-1-3-135,-2 1 0,-3-3-34,-3 2-11,-5 1 45,-2 1 22,-2 0-22,-2 1 46,-10 1-46,5 2-46,-5 3 1,8 5 12,5 2-68,1 3 79,8 0-1,2 0-89,9-2 34,6-3-549,20-4 279,-3-4 185,-9-3 1,-1 0-129,5-2 201,-5-2 68,-6 1 22,-6 0 22,-3 2-100,-2 1 66,-6 0 12,-1 0 0,-7 0 23,-5 3-1,-4 3-22,-7 4 28,5-1 0,-1 3 5,3-1 1,-1 1-34,2-1 0,1 1-11,-2 7-22,22-12 33,13-3 0,11-3-146,11-3-39,-14-1 0,2-1-464,7-3 0,-1-1 571,-9 1 0,-1 0 78,4 0 0,-4-1 0,-7 2 280,-7 3-11,-4 2-101,-8 1-45,-5 0-61,-6 1 0,-3 0 100,-7 3 0,-2 0-22,-1 0 0,-1-1-161,-3 3 1,1-1 143,8-1 1,0-2-24,1 1 1,0 0-28,0 0 0,0 0 33,1 0 1,0 0 10,1 0 1,2 1-62,-3-1 0,1 1-56,-3 2-134,5 1-57,18-3 191,14 1 11,12-2-11,-4-1 0,4-1 182,3-1 1,4-1-303,3-2 1,2-2-1,1 1-895,0-1 0,0 1 1,0-1 913,-1 0 0,-1-1 0,-1 1 34,6-1 0,-7 2 67,-9 2 67,-14 1 90,-10 1-68,-10 0 673,-11 2-521,-5 2 0,-3 0-62,6 0 1,-2-1 62,-10 3 0,0-1-74,8-2 0,1 0-40,-2 0 1,1 0-354,0-1 0,-1 0 360,1 1 0,0 0-63,2-1 1,0 1 28,-2 1 0,2 0-370,-5 7 235,11 0 1,34 2 22,21-4-1,-10-5 1,3-1 321,3-1 1,2-1-424,3-1 1,1-1-94,-12-1 1,-1 0 0,2-1-221,7-1 0,2-1 1,-3-1 234,1 0 1,-1-1 156,6-1 1,-5 0 722,-11 0-611,-11 3 202,-16 1 0,-10 2-22,-12 0 73,-2 2 0,-4 0-85,-3 0 0,-2-1-445,13 1 1,-1 0 0,1 0 293,-13 0 1,3 0-29,10 0 1,2 0-18,1 1 0,1 1 1104,-15 1-1299,10 6 44,13-2 0,20 3-213,20-6-747,-3-2 0,2-1 383,8-3 0,1-2-415,-9 1 1,1 0 0,1-1 754,1-1 1,0-1 0,-3 0-1,0 0 1,-2 1 0,-6 1-1,0 0 1</inkml:trace>
  <inkml:trace contextRef="#ctx0" brushRef="#br4" timeOffset="258983">17457 8638 13375,'-2'32'448,"0"1"0,-1-2 0,-2 0-280,0-5 1,-2-1-307,0 1 1,-1-1 176,0-1 0,1 0 0,0-3 1,0 0-40,-3 14 119,3-8-242,4-11 200,2-9 57,1-5 68,3-12-68,11-24-123,-7 16 1,0-1-114,4-9 1,0-2 157,-2 6 0,-1 1-6,0-1 1,-2 0 66,0 1 1,-1 0 224,-1-1 0,-1 1 61,1-4-403,-3 5-23,-1 21 23,-1 32 45,-4 4-397,1-3 0,-1 5 352,-2-6 0,0 3 0,-1 0 0,2-1 0,-1 0 0,0 1-4,1-2 1,-1 0-1,1-2-2,0 6 1,2-6-275,2-8 201,5-12 79,4-10 521,4-14-465,5-10-28,-8 5 0,0-1-1564,1-2 1,0-2 1569,-1-3 0,0 0 22,0-1 0,0-1-138,-2-1 1,0 0 154,-1 1 0,0-1-328,-1 1 1,-1 1 315,-1 2 1,0 2 61,-1 4 1,0 1 291,-1-9 2296,0 15-2857,-2 18 146,-2 17 22,1-2 1,0 3 76,-3 4 0,1 2-99,-1 4 0,1 1-433,-2 0 1,1 0 432,1 0 0,0-1-6,1-4 0,1 0-808,1-1 0,1-2 534,7 1 212,3-7 68,7-32 12,4-10-1,-9 4 0,0-2 56,0-4 0,1-1-56,0-2 1,0-2 36,-3 1 1,0-3-1,-1 1-254,-2 0 0,-2-1 0,1 2 295,0 0 1,0 0 0,-2 2 83,-1-7 1,-2 6 1101,-3 7-1275,0 11-112,-3 10 90,-2 18 44,-2 18-4,3-7 1,-2 5 0,0 0-174,2-6 1,1 0-1,-2 1 155,1 0 0,-1 3 0,0-1 0,1-3-15,0 0 0,1-2 0,0 0-90,1 2 1,0 0 0,2-3 1227,-1-1 0,2-2-1342,3 1 0,4-7-16,9-17 224,11-16-6,-5-8 0,1-6-518,-7 6 0,0-3 0,-1 0 565,0-1 0,0-1 0,-1 0 29,-2-1 1,-1-1 0,-2 2 546,-2-3 0,-2 1-330,-1 7 1,0-1-1,-2 3 166,-1-2 1,0 2-398,1 0 0,-3 6-45,-5 13 0,-2 24 0,3-2 0,0 2-413,-2 8 0,0 2 413,-2 5 0,1 1 3,2-11 1,1 1 0,0 1-23,0 7 0,0 1 1,1-1-207,2-7 1,1-1 0,1-1-39,0 11 0,5-5-353,13-2 2001,10-37-1475,5-12 90,-13 3 0,-2-3-148,2-4 0,-2-1 164,1-2 1,-1-2 35,-4 0 1,-1-3-1,-1 2 77,1-5 0,-2 0 9,-2 5 0,-1-1 1,-2 2 107,-2 2 0,-1 3 371,-3-13-303,-2 14-23,-1 13 711,-4 10-1014,0 19 1,-1 7 11,1-2 0,0 2-854,-1 2 0,1 3 0,-1 0 854,2-3 0,0-1 0,1 0 0,-1 1 0,1-1 0,0 1-172,2-2 0,-1 0 0,2-1-114,-1 9 0,1-2-125,1-6 1,2-2-486,9 9 10,4-17 628,4-20 1,3-7 257,-3 0 0,-1-4 681,6-10 1,-1-2-609,-4-1 0,-2-1 95,-1-2 0,0-2 28,-2 0 0,-1-1 39,-2 0 1,-2 0 5,-1 2 0,-2 1 386,-1-3 1,-1 2 561,-3-5-977,-1 5 365,-4 28-656,-2 18 68,-3 13-6,4-3 1,0 4-984,-1 3 1,-1 3 999,4-10 0,-1 1 0,0 0-23,1 0 1,0 0 0,0 0-344,0 4 0,1 1 0,0-2-32,0-1 1,1-1 38,2 0 0,2-3 885,9-12-627,5-19 101,6-10 11,-8 1 1,-1-2-120,2-2 1,-1-3 301,-1-1 0,0-3 0,-2 1 19,2-4 0,-1-1 153,-2-2 0,-1-3 0,-1 4-125,-3 7 0,-1 1-11,0-3 0,-1 3 240,-1 9-470,0 9 2083,-8 38-2083,1 2 0,-1 4 0,1-10 0,1 1 0,0 0-618,-2 7 1,1 1-1,0-2 478,-1 3 0,2-1-151,2-3 0,1-2 256,0-4 0,2-2-928,7 10-80,7-17 450,8-15 133,8-18 404,-14 3 0,0-3-290,1-5 0,0-2 453,-1-3 0,-1-1-239,0-3 0,-2 0 507,-2-2 0,0-1-55,-3 0 0,-1-1-46,-1 0 0,-2-2 28,-1 7 1,-1-1 0,0 1 78,-1-2 0,0 1-348,0 1 1,-2 5 1503,-1 9-1582,-1 33 45,-3 15 0,4-6 0,-1 2-418,-1 5 1,0 1 413,2-9 0,0 0 1,0 0-98,0 0 0,0 0 0,0-1-257,0 12 0,1-2 156,0-5 0,1-1 74,2-6 0,1-2-780,6 6 1189,6-14-393,4-17 112,2-13 67,-1-13 392,-6-1 0,-2-4-123,-4 7 0,-2-1 1,0 0-421,1-1 0,-1 0 0,-1 0 218,-1 0 1,-2 0 0,0 3 119,-1-2 0,-1 3-53,0 4 1,-2 0 268,-2-8-248,-2 14-222,1 8-101,-4 36 112,3 0 0,1 5-22,1-2 0,0 3 0,1-1-160,0-3 0,0 0 0,1 0-20,1-4 1,0 1 0,1-4-527,1 13 297,11-14 375,11-37 79,6-10-525,-11-1 0,-2-4 547,-3 4 0,-1-1 162,-1-2 1,-2 0-34,-2-1 0,-1 0 45,-2 0 0,-1 0-51,0 2 0,-3 0 224,0 0 0,-2 3-201,-1-4 929,-3 7-1310,2 27 157,-1 13 44,1 17-594,2-11 0,-1 2 572,0 2 0,1 3-243,0-2 0,0 2 1,1-1-248,0-3 1,1 0 0,-1 0 220,1-2 0,-1 0 0,2-3 424,1 2 1,3-6-526,6-9 370,4-17 11,3-9 258,1-16-234,-9 14 0,0-3 592,1-13 1,-1-3-277,-4 10 0,-2 0 0,0-1-236,1 1 1,0 0 0,-2 1 244,0-11 0,-2 3 66,-1 0-146,-1 12-280,-1 11-101,-3 28 101,1 11 0,-1 5-6,1 0 1,-1 2-411,1-3 1,-1 2 0,1-3 269,-2 6 0,1-2-224,1-2 1,0-1 247,1-5 1,1-2-310,1-4 0,1-1-421,3 3 292,14-17 560,-2-16 78,11-15 40,-16 9 0,-1-2 681,0-1 1,-2-2-604,1-1 0,-2-1 50,0-1 1,-2-1-85,0 0 1,-2-1 179,1-10 0,-2-1 145,-5 4 0,0 2-330,2 1 0,-1 3 157,-9-5 82,6 26-486,2 14 90,-2 11 0,3-2 0,-1 3-409,-1 4 1,0 2 402,-1 2 1,0 1-12,-1 0 0,1 1-146,0-1 1,1-1-107,-1-1 0,2-2 152,0-3 1,1-1-478,-1 12 146,2-13 235,2-9 213,1-8 112,0-5-112,0-8 918,0-8-873,0-7 22,-2-7 45,-3-3-492,1 16 1,-1 0 429,-3 0 1,0 0 33,-2 0 0,-2 1-47,0 1 0,-2 2 148,0 1 0,0 1 84,-16-6 0,1 8-163,10 6 1,0 4-102,1 8 1,0 3-62,-15 8 56,19-1 0,3 2-157,2 10-236,8-9 1,4-1-297,8-3 1,3-2 284,-1 1 1,2-3-34,13-4 1,2-4-550,2-6 879,-12-1 1,-2 0 357,-3-4 634,-7 0 919,-4 5-818,-13 0-672,0 6-68,-8 2-134,1 6-44,-1 5-35,-1 4-28,4-1 1,0 1-23,2 0 1,1 0-46,0 0 1,1 0-410,0 8 45,10-19 168,7-6 213,6-9 45,6-8 23,5-11-18,-11 8 1,-1-1 50,1-1 0,0-2 426,1-10 0,-1 0-202,-5 9 0,-1-1 45,1-4 0,-3 1 90,-3 0 44,-2 8-336,-3 8-123,1 6-56,-2 3-90,0 8-100,-1 5-628,0 11-459,1 4-23,1 2-1781,2-2 3137,4-6 0,-2-10 0,1-5 0</inkml:trace>
  <inkml:trace contextRef="#ctx0" brushRef="#br4" timeOffset="261438">17846 8631 15885,'3'7'112,"9"-3"-78,25-3-18,-16 0 1,1-2-451,0 1 0,1-1 440,-2-1 0,0 1-12,-1-1 0,-1 0 18,13-2-12,-14 3 289,-5 0-277,-18 1-12,-6 0 44,-10 0-32,-9 0 88,-6 0 39,16 0 1,-1 0 34,0-1 0,-1 2-12,-1-1 1,0 1-23,0 0 0,0 0-51,-1 0 1,1 1 50,0 1 0,1-1-28,0 1 0,2 0 12,-16 5-57,8-2-67,10 1-134,10-1 44,20 4 90,9-4 11,-2-2 0,2 0-399,2-3 1,1 0 387,0-1 0,2 0-67,-1 1 0,1-2-224,-3 1 0,0-1 162,-4 0 0,0 1-84,12-2 348,-18 0-124,-11 0 45,-16-1 1109,-12 0-1042,-7-1-73,13 2 1,0 0 35,-2 0 1,1 0 42,-1 0 1,-1 0 161,-7-1 0,1-1-174,8 2 1,1-1-68,-3 0 1,1-1-40,4 0-11,6 2-212,7 1 21,7 0 180,11 1-17,10 1 0,5-1-66,-4 0 1,2 0 0,0 0-175,1 0 0,0 0 1,0 0 151,0 0 0,1 0 0,-4-1-13,-1 1 1,-1-1-18,14-2 157,-19 0 101,-5 0 23,-27-5-1,-2 2-67,-17-4 68,1 4 615,-3 1-700,17 4 1,0 0-12,-1 0 1,0 1-18,0-1 0,0 2-16,0 2 0,0 0 5,0 2 0,0 2-503,1 3 0,1 1 492,0 3 0,1 2 0,1 2 0,2 2-380,2 1 1,1 1 368,3 2 0,2 0 11,2 1 0,1 0-39,2 0 0,2 0-156,3-1 0,1-1 161,1-1 1,3 0-130,9 4 1,2-2 38,-6-7 1,2-1 0,4 3 0,0-2-191,3 1 276,-5-4-243,-6-4 1154,-5-3-873,-4-3 931,-2-3-818,-8-1 522,-2-1-545,-8-2-90,-2 1 78,-3 0-33,-3 1-45,-3 1 11,-2 3 51,12 1 0,-1 0 50,-5 3-112,0 1-23,18-5-22,3 0 1,4 1 44,5 1-34,6 1 34,22 2-34,-13-5 1,1 0-40,0 0 0,-1-1-107,-1-1 1,-2 0-56,-1-1 89,-6 1 146,-6 0 157,-3-1-112,-22 0 11,2 0 17,0 0 0,-2 0 174,-13 2-301,-3 1 390,-1 2-90,2 1-55,3 1-23,-2 5-235,16 2-45,7-1 112,22-1-12,14-6-10,12-2-321,-15-3 0,1-1 192,1-2 0,1-1-68,-1 1 1,0-1-201,3-2 1,-2-1 418,5-1 45,-4 0 67,-22 5 258,-15-1-202,-2 1 576,-13 0-526,6 1 0,-2 1 96,-13 0-485,12 0 0,-1 0 530,-8 0-314,2 2 134,4 1-156,6 2-23,8 2-90,6 0-44,8 3 940,23 2-884,2-4-158,7-3 1,2-2-421,-11-4 1,-1 0 504,8-1 0,0 0 11,-12-1 0,-3 0 28,11-2 112,-11 1 56,-9 2 224,-5-1-22,-4 1 33,-2-2 1163,-1 1-1218,0 1-236,1 2-168,2 0 190,12 0-11,13 0-17,-5-1 1,1 0-29,17-2-45,0-1 34,-10-1-179,9-3 0,-3 0 224,-5 1 0,-9 2 45,-15 3 78,-2 1-33,-2-1 0,0 0-34,0-1-45,3 0-67,7-1 33,7 2 1,0 0-90,2 1-112,-7 1-683,5 0 380,-3 0 527,-2 0 11,-6 0 79,-5 0 223,-1 0-155,-5 0 43,-6 0 158,-11 0-225,1 1 135,-2 1-157,8 1-90,4 1-22,3-1-78,5 2-1,9 1 68,4-1 11,8-2-145,2-2-102,3-1-66,3-3 122,2 0 146,0-4 23,0 2-12,-1 0 23,-4 0 11,-5 2 34,-6-1-23,-6 2 168,-3 1 426,-2 1-661,-5 2 11,2 0-22,-3 0 22,4 0-280,0-2 247,1-4 67,3-4 11,3-6 11,3-5 11,1-4 102,0-4-35,0-4 68,-2-4 50,-6 8 0,0-1-89,0 6 0,-1 1-6,-2-7 0,-2 1-119,-4-5 534,-4 8-57,1 7-223,0 8-371,4 4-133,1 9-830,3 6-594,1 10-1596,1 3 2961,0 2 1,0-11 0,1-3 0</inkml:trace>
  <inkml:trace contextRef="#ctx0" brushRef="#br4" timeOffset="268868">19644 7658 11347,'0'4'280,"1"-2"-123,-1-2 0,4-1-134,2-3-23,3-2 44,0-1 46,-2 2 705,-3 2-32,-2 2-461,-2 1 56,-6 5-212,-2 4-34,-9 9 0,-3 6-67,-4 3-380,12-12 0,0 0 335,-10 14-263,3-3 263,6-3-112,6-6-269,4-6-370,6-5-67,7-4 168,8-8 471,6-6 11,4-9 128,-14 8 1,1-1 67,5-6 0,0-1 504,-1 0 1,-2 0-29,0 1 1,-3 2 1198,5-10-616,-15 20-446,-3 4-439,-6 5-157,-17 19-28,2-2 0,-1 2-23,0 2 0,0 1-482,-3 4 1,3-1 363,7-8 1,2-1-269,-6 13-213,7-8 11,7-7-157,7-9 449,25-17 302,1-8-528,-3 2 1,1-2 566,-4 0 1,-1-1 100,1-1 0,-1 1 128,-1 0 1,-1 2 0,-3 1 1,-1 2 1279,6-9-171,-10 9-1165,-22 11-202,-6 12-6,0 2 1,-2 2 5,0 4 1,1 2-473,-3 3 0,0 1 461,0 3 0,0 0-34,0 1 1,1 0-158,2 0 1,0-1-143,1 2 0,1-1-271,0 6-226,7-6 371,24-22 380,12-15 79,-7 2 0,2-3-509,3-5 1,1-2 625,2-2 1,0-3 233,-2 1 0,1-1 0,-2-1 67,-3 3 0,-1-1 1,0 1-210,-1 0 0,-1 1 1,-2 0 153,-2 0 1,-4 2 1066,-7 4-1128,-9 9 79,-5 3-370,-11 12 0,-10 8-232,11-1 0,-2 3 0,0 3 206,-3 3 0,-1 2 0,0 0-198,6-6 0,0 0 1,0 0-1,0 0 52,-5 7 0,0 1 1,2-3-59,1 0 1,1-3-51,4-4 0,2-1-336,-3 7-101,25-18 633,15-17 1,6-9 72,0 2 0,1-3-396,-2 0 1,2-4 0,-1 1 413,-6 3 1,-1 1 0,-1-1 29,1 0 1,-1 0-1,0-1 79,-3 2 0,1 0 0,-2 1 41,6-8 1,-1 2 760,-6 3 0,-1 1-431,-5 1 1,-1 2-65,-2-1-434,-14 3-33,-11 25 33,-13 9 0,10-2 0,-1 4 189,-2 3 1,-2 3-198,7-8 1,0 1 0,-1 2-30,0 1 0,-1 2 1,-1 2-1,0-2-117,1 0 0,1-1 0,-1 0 0,1 0 95,1 0 0,0 0 1,1-1-1,1 0-9,-1 0 1,2-1 0,4-3-639,1 3 426,24-13 135,14-20-381,-3 0 0,2-2 526,-4 0 0,-1-2 0,1 0-442,3-2 1,0-1 0,-1-1 456,3-1 0,-1 0 0,0-1 3,-1 0 1,0-1 0,0 0 48,-2 0 0,0 1 0,-1-1 78,-2 2 1,-1 0 0,-1 1 84,5-7 0,-2 0 636,-6 6 0,-2 0-249,2-11-102,-9 11-358,-27 13-152,-2 18 1,-3 7-6,-3 0 0,-2 2-308,5 2 0,-2 4 0,2-1 304,4-1 1,1-1-1,-1 1 4,-1 2 0,0 1 0,0-1-8,0 1 1,-1-1 0,1 1-20,0-1 1,0 1 0,0-1 267,2-3 0,0 1 0,1-1-488,2 0 0,-1 1 1,3-3 16,1-3 1,4-1 136,9 10-108,30-39 201,-3 1 0,1-2-365,-5 0 0,0-1 1,1-1 367,2-1 1,0-2 0,-1 0 125,2 0 1,0-1 0,-1-1-123,-1 1 1,0 0-1,-1 0 26,-2 0 1,-1 1 0,-1-1 234,-1-3 1,-1 0 0,-2 1 140,-1 1 1,-2 0-136,-1-1 0,-4 3-128,-13 8 1036,-6 8-1148,-12 17-29,6-3 1,0 2-479,-5 7 0,-1 3 476,6-5 1,-1 0 0,1 1-4,-2 1 0,-1 1 0,1 0-181,-1 0 0,0 1 1,0 1 150,2-2 0,-1 0 0,1 1-71,2-3 0,1 1 1,0-1-40,-3 6 0,3-1-213,5-6 0,5-1-264,6 3 113,23-12 252,9-18 0,7-9 252,-6 2 0,1-2 0,0-1 264,-8 3 1,0 0-1,-1 0 1,0-1-195,0-1 0,0 0 0,-1-1 0,-4 1 204,5-6 0,-4 1 445,-3 2 1,-2 0-395,-5 4 0,-2 0 358,1-10-335,-6 10-247,-15 8-124,-4 14 23,-18 12-6,15-2 1,-2 2 318,-2 4 0,-1 1-319,-2 3 1,0 0-18,8-7 1,0 0 0,1-1-85,-8 9 0,0 0-69,7-5 1,0 0 0,2-1 35,1 1 0,2-2 33,-3 3 0,7-4-184,19-7 55,12-10 124,-4-5 0,3-3-364,4-2 0,0-2 476,3-3 0,1-1 0,-1-2 0,-1 0 22,0 1 1,-2 0 5,-4 1 0,-2 0 112,-3 3 0,-2 0 510,3-5-12,-9 6 758,-5 6-1396,-9 2 0,-5 3-11,-11 7 0,-9 5 11,3 5 0,-3 4-281,8-6 0,1 1 0,-1 1 281,0-1 0,0 0 0,1 1-51,-8 6 1,4 0-405,1 3 231,12-6-158,10-6 225,17-7-22,12-4 84,8-9 0,2-3-343,-7 4 0,1-1 434,-4-2 0,1 0 0,-2 0-52,-1 1 0,-2 0 56,12-5 1614,-12 4-1569,-11 3 255,-6 2-199,-9 0-67,-15 2-34,-3-1 22,-14 5-22,3 3 283,14-1 1,1 0-256,-1 1 0,-1 1-28,1 0 0,0 1 16,1-1 1,0 1-17,-11 8-22,8-2-57,11-2 68,10-2 11,15-4 0,11-2-101,-6-3 1,1-1-358,2-1 0,1-1 323,0 0 1,1-1-34,5-1 0,1 0-29,-9 1 1,-2 0 106,0 0 1,-2 1 591,-4 0-502,-14 2 0,-5-2 56,-5 0 112,-7 0-101,-5 0 158,-4-1-57,-5-2 636,-2 0-614,14 3 0,0 0-22,0-1 0,-1 1 0,0 1 1,1 0-7,-1 0 1,0 1 27,-15 0-55,6 4-259,7 9-21,20 9 134,14 0-23,2-11 0,4-2-263,3-4 0,2-1-476,2-2 0,1 0 324,1-1 1,0-1 50,-1 0 1,-2 0 77,-2 0 1,-2 0 162,11 0-279,-13 0 436,-9 0 523,-7-1-19,-5-1 146,-6-2-224,-6-1 56,-6-1-180,-4-1 124,-2 0 711,-3-1-773,8 3 1,0 1-153,-13-2-162,12 3 1,1 1 28,-7 1-79,5 2 0,4 3-79,7 4-33,7 5-123,11 8 67,8-6-46,13 4-99,4-12-247,2-4 33,-3-1 370,-7-2 157,-8 0 146,-7 0-79,-5-2 561,-7-6-360,-4 0 46,-6-5-44,-3 3 54,-3-1-32,-1 1-91,-2 2 1,0 1-79,1 3-45,2 2-55,3 0-23,5 2-34,4 0-89,5 2 11,2 3 78,3 3-89,6 3-101,11 2-78,3-2 156,0-3 225,-8-3 133,-10-5-133,-3 1 78,-5-3 123,-2-2 0,-5-4 56,-2-1-33,1 0 111,-2 1-112,3 0-78,2 3-145,4 1-79,3 2-157,2 2-56,14 2 218,6 3 1,4 0-6,-1-1 0,3 0-614,10 2 0,1-1 558,-6-3 0,-1-1-68,0 0 1,1-1-305,-1 1 1,0-2 281,-1 0 1,0-1 21,-1-1 1,0 0 89,-1-2 1,0 0-7,-2 0 1,-1 0-17,-2 1 0,-1-1-155,11-3 211,-11 2 45,-8 2 22,-7 1 1088,-4 0-1111,-1 0 605,-3 0-626,-2-1 312,-14 2-335,0 1-68,-9 2 68,7 4-22,3 3-79,5 3 12,6-1-124,5-1-616,20 1 347,-1-5 280,16-1 56,-6-3 57,0-1 78,-1 1-1,-1 0 12,-1 0 23,7 3-23,-2 1-11,-4 0-68,-7-1-55,-13-3 134,-1-1 0,-2 0 11,0 0-11,0-3 22,4-8-55,-1 0 55,5-8-22,-2 2 23,2-4 33,-1-4 112,-2-4 78,-1-3-67,-3 6 0,-1-2-50,-1-4 1,0 0-360,0 0 0,-1-1 274,0 1 1,0 1 67,0 9 0,0 0-62,0-1 1,-1 0 55,0-1 1,0 0 16,0 0 0,0 0-5,-1 2 0,1 0 229,-2-13 113,0 12-404,0 10-56,1 8-292,1 12 292,1 12 12,0 18-478,0-11 0,0 2 477,0 4 1,0 2-9,1 0 1,-1 2 0,-1-1-23,1-8 1,-2-2-1,1 2-268,0 5 0,0 2 0,0-4 96,-2-3 0,1-2 146,0-5 1,1-2-147,0 8-223,1-12 324,0-7 90,1-5 960,3-10-904,3-6 1259,3-13-1091,-2-2 0,1-2-151,-3 4 0,0 0-413,0 1 0,-1-1 0,0 1 407,0-5 1,-2 0-7,0-1 1,-1 1 16,0-1 1,-1 1 29,-1 5 1,1-1-1,-1 2-74,0-2 1,0 2-35,0 0 0,0 4-325,0 9 325,-1 48 5,1-15 1,0 1-303,0 2 1,0 3 0,-1 0 292,1-1 1,0-1-1,0 1-7,0 0 0,0 1 0,0-1-68,0-1 1,0 1-1,0-2-162,0 10 1,1-2 133,0-6 0,1-1 85,2 10 949,2-14-938,1-11 364,0-7-297,2-12 22,3-6 45,2-14 90,-3 2 1,-1-3 60,-2 5 0,-1-1-218,2-8 0,-2-2-4,-5 11 0,0-1 1,-2 2 47,1-3 1,-2 1 33,0-6 1,-2 2 123,-3 5-258,0 11-90,1 10 12,1 35 78,1 7-1040,1-4 0,1 4 1040,0-2 0,0 0 0,1-10 0,-1 0 0,0 0-202,-1 0 1,0 0 0,-1 2-20,-1 4 1,-2 3 0,1-3 119,0-4 0,1-2 1,-1-1 44,-2 11 0,0-4 416,0 2-360,6-28 112,1-4-101,0-8 2074,0-5-2085,2-9 28,-1 1 0,0-1-17,1-15 17,0 10 0,-1 0 5,-2 4 0,-1 1-28,0-3 1,-1 0 16,-2-2 1,1 0-7,-2-1 1,-1 0-6,1 0 1,0-1-1,1 2 0,-1-1 0,2 0-11,0-3 0,1 1 0,-1-1 11,1 1 0,0 0 1,0 1-405,2 0 1,0 0 0,0 3 403,1-2 1,0 1-12,0 1 0,0 1-82,0 1 0,0 1 82,0-15 22,0 8 79,0 10 51,-1 12-152,-4 13 11,-3 14-11,1-4 0,-1 1 264,-1 2 0,0 2-281,-2 0 0,1 2-95,-3 8 0,1 0 11,3-5 0,1 0 78,0-2 1,2-1-40,1 4-117,5-19 0,0-6 134,0-1 67,6-14 12,1-16 22,1-4-28,-5 11 0,-1 1 902,-2-10-818,-5 3 89,-3 1-10,-7 4-179,-4 3 55,-13 0-67,12 13 0,0 2-6,-1-1 1,0 2-12,-1 4 0,2 2-283,-9 2 232,6 5-21,6 1-68,9 0 34,9 1 67,13-3 0,7-1-62,7-1 1,4-2 38,1 1 1,2-1-429,3-2 0,-1-2 378,-13-1 0,-2 0 101,-2-1 0,-1 0 302,11-2-274,-11-2 168,-9-1-89,-17-6-57,-9 4-22,-14-4 5,11 9 1,-1 1 27,-3 0 1,-1 1-40,-3 0 0,-2 1 51,-1 0 0,-1 1-28,1 1 0,-2 1-38,6 1 1,-2 0 0,2 1 20,-7 4 0,2 0 0,2-1 0,2 2-201,-2 5 89,22-7 100,15 0 12,13-4 6,-2-2 0,3-1-404,5-2 0,4-1 327,2-2 0,3-1 0,0-1 41,-9 2 0,0-1 1,1 0 14,7-2 0,1-1 0,-3 1 9,-4-1 1,-3 1 5,-5 0 0,-3 1 100,5-4 877,-13 1-955,-13 0 364,-28-4-269,4 8 1,-4 1-73,-2-1 0,-2 2-433,8 1 1,-1 1 0,2 1 409,-7 2 1,0 0-7,1 1 1,-1 1 0,2 2 0,1 0-17,2 2 0,1-1 0,3 0 0,1 2 172,0 2 0,2 0-284,0 5-67,6 4 100,31-9-44,11-5-236,-6-3 0,2-2 291,4-1 1,-1-1 67,2-1 0,-1-2-6,6-1 1,-3-2 545,-11 0 0,-2-1-405,10-7 331,-36 1-320,-15 4-90,-11 0-28,16 6 0,-1 1-98,-1 0 1,-1 0 80,1 1 0,0 1 22,-8 0 1,2 0-34,-11 0-11,17 1 0,2 2-56,4 3 606,8 4-607,5 4 342,14 4-274,10 1 28,11-8 0,7-3-1120,-7-3 1,3-1 0,-1-1 1083,1 1 1,0 0-1,0-2 4,2 0 1,-1-2-1,-3 0-127,-1 0 0,-4-1 108,-4 1 1,-2-1 22,7-1 202,-15 1-158,-25 1 1,-10 0-17,0 1 0,-3 0-23,1 2 1,-2 2 1118,-4-1 1,0 2-1125,-3 3 0,0 0 5,-1 1 1,0 0 5,1 0 1,1 2-12,-5 2 0,2 1-17,12-5 0,2 0 203,-1 2 0,6 1-276,14-2 57,21-3-7,-1-4 1,2-2-921,10-1 0,3-3 859,-9 1 0,2-2 1,0 0 69,2-1 1,0 0 0,0-1 11,-2 0 1,0-1-1,-1-1-217,1 1 1,-1 0 0,-3-1 302,-2 1 1,-4 0 1091,13-6-700,-41 6-145,-8 2-68,-16 2-434,12 2 1,-1 0 321,-3 0 1,-1 3-57,-1 1 0,-2 2 1,0 1-68,1 0 0,1 2 0,-1 0-11,1 0 0,-1 1 0,3 0 0,-6 5 0,5 0-56,4 3 1255,11 0-1457,11-2 831,17-2-708,14-4 23,-6-6 0,4-1 0,-1-2-441,5-1 1,2-1 533,-5 1 0,1-1 1,-2 0 18,-2-3 0,-4 0 22,10-2 741,-16 3-393,-9 2 191,-7 2-461,-20 0-78,0 4 1,-2 1-29,-1-1 1,-1 1-188,-4 2 0,1 2 160,-7 3 33,7 0 848,12-3-1139,7-1-12,11-1-414,29-1 325,2-3-247,-6-3 0,2-1 555,-7-1 0,-2-1 78,-1-1 1,-1-1 380,9-4-297,-9 0 370,-11 3 605,-5-1-761,-6 2-259,-2 1 1017,-4 3-1050,-3 0-11,-3 1-45,-3 4 11,-2 4-156,-2 3-113,3 4-728,5 4 448,9-5 79,14 2-102,9-10 281,8-3 202,1-3 134,-3-1 515,-6-5 180,-8 1-225,-9-2-167,-11 4-79,-8 1-79,-12 1-44,-6 2-434,15 0 0,-1 2 389,0-1 0,-1 2-12,1 0 1,-1 1-39,3-1 0,1 2-6,-3 1 0,2 1-68,-2 4-246,2 2 225,23-5-91,14-4-10,15-1-45,-8-3 0,2-1-713,4-2 0,0-1 813,2 0 0,1-1 118,-3-2 1,1-1-526,4-2 1,-3 0 552,-12 3 0,-1 0 673,16-6 134,-27 8-437,-12 2-145,-8 2 1658,-11 0-1872,-13 6 6,2 1 0,-2 3 198,8-1 0,0 1-230,2-1 0,-1 0 1,3 1 3,-1 0 0,2 1-12,3 0 1,1 0-93,-12 9-199,12-2-112,9-5-537,34-2 571,7-6-662,-2-5 1,3-1 997,-3-2 0,0-2 45,0 0 0,0-1 277,-3-1 1,-2 0-172,-4 1 1,-2-1 451,7-2 966,-11 0-605,-12 5-841,-9 1 1783,-9 2-1794,-9 7-67,-4 3 15,11-1 0,1 2-15,-1 0 0,1 1-17,0 0 1,0 2-24,2-2 1,0 2-73,-8 11-313,11-2-124,6-4 257,19-5 46,8-5-46,15-4-326,-15-3 1,0 0 594,0-3 1,1 0 169,2-1 1,0-1 76,6-4 291,-5 1-33,-19 4 168,-6 3-583,-8 0 1012,-1 0-1079,-9 4 0,-14 11 0,9 0-11,7-4 0,1 0-124,3 3-346,5-1 88,9-5 236,8-4-11,9-2 95,0-5 1,2-3 88,-1-2 1,1-2 33,-1 1 1,-1-1 341,7-13 270,-18 11-282,-6 1-55,-4 3-111,-6 2-158,-4 3-12,-6 1-44,-3 5 0,0 4-33,-1 5 22,1 5-68,2 1-157,4 1-290,5-1-202,5-2-538,17-2 795,13-6 381,4-5 90,5-10 56,-12-5 897,-1-11-304,-9 3 35,-1-5 325,-18 0-684,-4 7-113,-13-3-21,-6 10-483,11 8 0,-1 1 342,-2-1 0,-2 2 0,-2 1 1,0 2-46,0 1 1,-1 1-12,1 0 1,2 2 5,1 2 0,1 2-263,-1 6 0,1 2-695,9-4 0,2 1-406,-1 5 1,3-1-1914,13 9 2457,9-3 1,-5-12 0,4-3 0</inkml:trace>
  <inkml:trace contextRef="#ctx0" brushRef="#br4" timeOffset="270950">19619 8690 13285,'-12'34'33,"0"-1"1,1 0 0,-1 2 0,2-6-34,0 2 39,-1 0 1,7-9 128,11-26-79,14-20-55,-2-1-674,-6 4 1,-1-1 784,1-11 176,-4 0 554,-5 2-551,-2 4 259,-6 4 279,-9 7-750,-10 17-89,-4 11-18,11 1 1,2 3 284,1 1 1,2 0-291,0 0 0,1 0-12,-7 14 570,8-7-648,4-5-55,9-6 285,8-7-308,9-2 67,8-9 67,4-7-173,-17 4 1,0-3 217,-1-1 1,0-2 16,-1 0 0,-2-1 5,8-15 353,-12 10 1,-2-1 286,1-16-180,-8 4-224,-6 14-225,-7 15-44,-3 8 0,-5 8-33,-4 10-466,12-7 0,0 0 471,1 2 0,-1 0-73,2-1 0,0 0-358,-7 12 10,6-5 80,6-7 44,4-7 213,5-5 101,6-3 22,5-9 1517,14-16-1377,-14 6 0,0-1-22,0-1 0,0 0-17,-3 1 0,-2 2 214,-1-1-35,-3 6-235,-2 7-56,-2 3-224,0 8 224,-1 7 89,-4 12-78,-2 1 1,-1 3-12,-1-6 0,0 1-406,-3 8 0,-1 0 389,3-10 0,1-1-106,2-2 0,0-1-113,-2 12 35,4-9 21,4-10 259,8-9-12,0-11-45,8-11 57,-2-8 623,-1-5-489,-1 0 56,-1-2 22,-3 1-129,-3 12 1,-2 0 84,1-12-247,-1 4-112,-2 17-79,-1 18 191,-4 12 11,-3 14-5,2-9 0,-1 1-204,-1 2 1,0 3 156,0 0 0,-1 2 0,1-2-528,-1 5 0,1-1 475,1-4 1,0 0 0,2-3-14,1-1 1,2-3 5,-1 11-22,5-11 55,3-11 68,4-5 45,4-9 611,3-6-622,-4-5 0,-1-2 22,6-12 251,-7 8 0,-1-1-117,-1-8 1,-4 1 10,-2 5 191,-2 1-358,-4 12-90,-2 11 56,-7 17 0,-2 14 0,6-13 0,0 1-197,0 1 0,0 1 124,2-2 0,1 0-229,-1 12 65,6-1 102,7-14-10,4-3 111,5-11 34,-1-8 11,1-5 12,-2-9 44,-1-4 79,-3-1 431,-4-1-84,-3-7-269,-1 13-11,-1-2-146,0 17-67,-1 3-90,-2 5 68,-3 9 22,-3 9-6,-1 3 1,0 2-247,0 1 0,0 1-236,-1 0 0,2 0 414,2-5 1,2-2-184,3 0-57,4-7 180,4-7 111,4-5 23,4-8 90,9-14 156,-7-2-89,-5 6 0,-1 0 168,0-8 112,-2 2-146,-1 2-156,-1 4 494,-1 3-719,7 6 79,2 3-45,10 3-67,4 6-392,7 2 161,-16-3 1,1 2-431,2 0 0,0-1-57,-1 1 1,1-1-799,6 2 1,-2 1 1359,8 6 0,-4-4 1,-22-3-1</inkml:trace>
  <inkml:trace contextRef="#ctx0" brushRef="#br4" timeOffset="277934">19923 9232 10597,'-36'-2'546,"1"0"0,0 1 0,0-1 0,-4 0 0,3 1 0,2-1 1092,-3 1 0,5-1-1397,11 2 1,1 0-6,-12 0-103,11 0-201,10 1 46,6 4-45,31 8 67,3-1-673,-1-3 1,2-2 464,0-3 1,2 0-215,-1-3 0,2 1 0,-1-2-82,5 2 0,-1-2 253,-6 0 1,0 0 0,-2 0 157,1 0 0,-4 0 137,3 0 304,-4 0 67,-23 0 10,-9-2-44,-6 0-89,-11-2-12,-8 2 334,13 0 0,0 1-463,-2-1 1,-2 1 190,-11 1 0,-1-1-230,9 0 0,1 1-202,-8-1 0,1 1 157,13 1 1,3-1-68,-11 2-90,11 4 34,9 1-33,15 2 89,12-3 0,6-1-112,0-2 0,3-1 0,0-1-288,1 2 0,0-1 0,1-1 138,3 0 1,1-1 0,-3 0-70,2-1 0,-2 0 320,-1 0 0,-2 0 11,-4-1 0,-1 0 728,14-1-695,-15 0 427,-11-2-157,-13 0-57,-8-1-33,-9 0 966,-4 1-921,-3 0-1,0 2-133,0 1-34,-4 1-90,11 1-112,2 3 33,13 2 45,12 5-44,7 0 67,12-1-163,-9-5 0,2-1-381,13 0 1,2-2-403,2 0 0,-1 0 940,2-2 1,-2-1-18,-5 0 0,-2-1-514,6-4 548,-5 1 0,-2 0 0,-3 1 0,-6 1 0,-4 0 190,-7 1 662,-4 1 600,-3 1-1363,-4 0 541,-2 0-630,-5 1-11,-2 0 0,-1 0-23,-1 0-67,-1 1 12,4-1 89,1 0 0,6-2 45,1-10-23,1-1 90,1-10 78,1 1 46,0-3 21,0-5 34,-1-3-341,-1-3 212,0 17 0,0-1-28,-1 2 1,0-1 123,-2-17-1,0 6 226,1 6-651,2 12 55,1 14 113,0 17 22,1-1 1,0 2-407,0 5 1,0 1 388,0 3 1,0 1-1,0 1 1,0 1-6,0-2 0,0 0-17,1 3 0,2 0-280,3-10 0,2-1 196,-2-2 0,2-4 321,13-3-220,-5-20 33,1-6 12,1-12-57,-1-6 90,-9 12 1,-1-1 44,2-13 0,-1-1-309,-3 7 1,-1-1 226,-1 3 0,0-1 1,-1 1-124,-1-3 0,-1 1 138,-1 0 0,-1 2 0,0 0 0,-1 1-82,-1 3 1,-1 1 92,-4-11 172,0 9-496,3 13 726,0 16-469,4 16 6,0-2 0,1 1 98,0 5 1,1 1-111,-1 5 1,0 0-23,1 1 0,0 1-208,0-6 1,-1 1 0,1-2-404,2 6 1,-1-2 470,0-1 0,1-4-12,4-3 180,0-19 56,1-11-23,1-6 327,2-11 9,0-7-128,-4 3 0,-1-4-57,-2-4 1,-1-3-192,0 1 0,0 0 80,-1-1 0,-2 3-1,2 11 1,-2 2 440,0-15-277,-1 9-225,0 13-235,0 31 235,2 10 6,-1 1 0,1 3-685,0-1 0,0 2 668,0 1 0,0 1 0,0-1 0,0 0 103,0-3 1,0 0-295,0-6 0,1-1-134,2 11 379,2-15-98,2-9 44,2-9 11,2-9 1504,2-9-1324,1-9 112,-1-8-230,-7 16 0,-1-2 39,-1-2 0,-1 0-11,-1-1 0,-1-2 3,0 2 1,-1-3-1,-1 3-14,0-4 0,-2 2 33,1-8 0,-2 3 79,-3 1 11,1 12-213,1 9-168,2 6 79,0 14 89,1 7 0,0 4-68,1 13 0,-1 2-406,1-11 0,0 0 0,1 0 336,-1 2 0,1 0 0,0-1-47,0-1 0,1-2 243,0-3 0,0-1-462,2 8 68,2-10 414,-1-14-67,-1-9 124,-1-13 55,-2-7 1023,0-7-1000,-4-4-180,1 16 1,-1 0-12,-2-2 1,-1 0 27,-5-11 1,-1-1-29,2 8 0,1 0-1556,-5-7 1,1 0 1539,5 9 0,-1 3-1,1 0 1,1 1-1,0 2 1,0 1-17,-4-7-68,3 9 12,2 9 174,0 6-196,-6 22 89,2-1-101,4-4 0,1 1-213,-1 8 135,4-7 3414,2-5-3269,5-6-78,2-4 101,8-5 56,-3-10 0,-1-1-34,-6-7 11,-6 4-22,-10-7-22,-11-1 27,3 10 1,-2 0 5,1 4 0,0 1-325,-5 0 1,0 2 307,4 2 1,0 1-6,-2 1 0,0 1 11,-1-1 0,-1 2-12,1 0 1,-1 2 11,0 0 0,-1 2-6,-9 4 1,1 1 5,9-2 0,1 1 0,-5 2 0,2-1 11,1 1-22,10-3-67,8-4-46,6-2 113,11-1 22,8 0 12,14 0-7,-2 0 1,2 0 64,-7 0 0,0 0-81,8 0 0,-1 0 0,5 0-34,-5 0-22,-7 0 56,-9-1 90,-8-1-124,-13-4 23,-22-1-11,-5 1-287,8 3 1,0 2 302,4 1 1,1 0 5,-2 0 0,0 1 0,-1 0 0,1 1 11,1 0 0,0 1 217,1 0 1,0 1-207,-2 1 1,0 0-23,-6 1 0,3 0-67,19-4-67,6 0 134,11 0 22,10 1-22,-2-2 0,3 0 46,4-1 0,4 0 1,0-1-40,6-2 1,0 0-1,1 0-649,1 0 0,0 1 0,0-1 642,-1-1 0,0-1 0,-3 1 0,0-1 0,-1 1-145,-5 1 1,-2 0 133,-5 0 0,-2 1 11,3-2 78,-11 1-89,-26-5-23,-9 4 34,2 0 0,-2 1-364,-1 1 1,-1 2 351,-3-1 1,1 1 0,-3-1 0,1 1 492,0 0 0,0 0-476,2 0 1,-1 0 97,-7 0 0,1 1-115,7 1 1,1 1 0,2-1 0,3 1-112,0 6 56,19-3 1371,14 3-1282,11-1-16,-2-4 0,3-1 123,5 0 1,2-1-115,5-1 0,3 0 0,-1-1-411,-7-1 0,-1 0 0,2 0 390,-1 1 0,1-1 1,0 0-1,-2-1-494,-1 0 0,-2 0 0,0 0 489,9-1 0,-2 0 11,-5 0 0,-2 0 33,12-2-22,-15 2 589,-12-3-600,-26 0 23,-8 1 226,1 2 1,-3 2-250,0 0 0,-1 1-12,-4 2 1,-1 0 163,-1 0 0,-1 2-158,0 2 1,1 0-1,2 1 1,1 1-418,-4 3 1,3 1 405,11-3 1,3-1-63,-2 2 1,5 1-34,14-1 45,18-1-12,14-4-111,-7-4 0,3 1 145,3-2 0,2 0 17,3-2 0,0-1 17,-1 1 0,0-2-526,-9-1 1,0 0 0,-3-1 558,0 0 1,-3 0-12,2-2 0,-7 0 608,-13-4-619,-14 0 11,-8 0 45,-14 0-195,14 7 1,-3 0 164,-2 2 0,-2-1 0,0 2 15,-5-1 1,0 2-28,3-1 1,-2 1 0,2 0 813,-3 0 1,1 2-818,0 0 0,0 1 0,2 1 1,-1 0-180,3 1 1,0 1 167,4 0 0,0 0 158,2 2 0,2 0-349,-2 6 986,10-3-795,22-3 1501,11-5-1479,8-5-11,4-3 23,-1-5-34,-3-1 79,-5-5 55,-12 4 360,-3-5-416,-10 4 0,-5 0-10,-3-1-24,-7 1 12,-3 0-33,-3 2 33,-2 3-11,-1 3-34,0 3-22,-1 2 11,0 1 0,-1 3-12,1 2-10,2 3 22,4 1-56,7 0-56,5-3 56,5 1 11,8 0 34,4 1 0,10-1 22,5-2-22,2-2 11,0-2-11,-4-1-12,-6 0 46,-6 0 10,-5 0 34,-4 0-55,-2-2 55,0-1-11,0-1 67,-2 0-33,0 3-113,-1 0-223,2 1 246,0 3 0,8 2 0,6 4 0,13 1 0,9 1-328,-13-7 1,0 0 315,1-1 1,2-1-45,12 0 0,1 0-67,-3-2 0,-1 1 83,-1-1 1,-2 1 33,-9-1 1,-4 0 5,-8-1 0,-14-1-12,-11 0 12,-8 1 0,-6 1 7,5-1 1,-3 1 0,1 1-373,-2-1 1,0 2-1,-1 0 372,-1-1 1,0 2 0,1 0-371,-3 2 1,2 2 367,2 0 1,1 1 0,3 0 0,1 2-19,5-1 0,1 1-54,-5 8-45,15 8 67,19-9 34,20 2-1,-8-14 1,3-3-45,4 0 1,2-1 51,-8 0 1,0-1-1,0-1-101,3-1 1,-1 0-1,1 0 101,0-1 0,1 0 1,-1 0-5,0-2 1,0 0-1,0 0-136,-2 0 1,-1 1 0,0-2 150,1 0 1,-1 0 0,-2-1 8,-2 1 1,-2-1 174,13-7 0,-30 5 966,-12 2-1068,-10 0-78,-15 3 0,13 3 1,-3 0 351,-2 2 1,-4 2-1,0 1-363,-3 1 0,-1 1 0,1 1-327,-1 0 1,0 0 0,2 1 326,1 1 0,1 0 0,4 1-17,2 0 0,2 0-47,5-1 1,2 1-38,-4 7-55,12-3 20,19-1 52,13-8 0,6-3 62,-2 1 0,2-2-293,-1-2 1,2 0-1,-1-2 315,6 0 0,0-3 4,-7 1 0,0-2 0,-1 0 499,0 0 1,-1 0-460,2 0 1,-6-2 700,-13-1-577,-17 3-45,-14-2-111,-13 6-302,13 2 0,-1 1 290,-3 1 0,-1 1 0,-3 1 0,0 2 275,-2 0 1,0 2-276,-1 0 0,0 2 5,1-1 1,0 1 9,5 0 0,0 0 0,1 0-21,0 0 1,0 1 41,-2 2 1,3 0-182,9 2 100,11-1 23,19-2 22,14-2 0,-5-6 0,3-2 32,3-1 0,4-1 0,1-1-25,1-2 1,0-1 0,1 0-71,-1 0 0,1 1 0,-2-1 66,-5-1 1,-1 0 0,-4 0 1,-5 1 1,-3 1 387,4-2-247,-11 1-101,-23 0-40,-4 4 1,-3 0-6,-3 0 0,-1 0-266,-8 3 0,-1 2 255,5-1 0,0 2 5,-2 1 0,0 0 6,0 1 0,1 0 389,1 0 1,2 0-396,3 0 1,2 0-152,-11 11-33,19-6 66,21 3 24,21-8-375,-5-5 0,3 0 424,4-1 1,2-1 5,2-1 1,2-1-90,-1-1 1,1 0 122,-1-2 0,-1 0 11,-3-1 0,0 0-108,2-2 0,-2 0 119,-12 3 1,-2 0 89,15-6 246,-27 6 626,-10 2-827,-11-1-45,-11 2-85,6 1 1,-2 0 352,-2 2 0,-3 0 1,0 1-352,-3 2 1,0 1 0,-1 0-218,0-1 0,0 1 0,0 1 199,2 1 0,1 1 0,2 0-6,1 1 1,1 0-73,4-1 0,2 0 10,-6 7-32,11-3-1,23-1 28,14-6 0,6-2-34,0 0 1,3-2-446,-1-1 0,2 0 1,0-2 525,-3 0 0,-2 0 0,1-1 14,0-1 1,0-1 0,0 0 3,0 0 1,-1-1 0,0 1 133,-4-1 1,0 1-1,-2 0-126,6-2 0,-3 0 273,7-5-239,-25 6 78,-19 1-90,-20 4-301,9 1 0,-1 1 346,-4 1 1,0 1-63,-4 1 1,0 1-1,-1 3 1,0 0-6,-1 2 0,1 0 0,1 0 0,-1 2 3,6-1 1,0 1 0,2 0-49,-1 1 1,2 1-1,-3 2 0,4 2 1710,10 0-2035,21-2 932,14-6-730,-2-7 0,3-1 11,2 0 0,4-2-56,-2-2 0,2-1 1,0-1 212,-4 1 0,0 0 0,-1-1 5,12-2 1,-3-1 123,-13 2 0,-5 1 1243,-8 1-1103,-13 1-168,-9 0-101,-10 1 90,-8 1-62,6 2 0,-1 1-165,7-1 1,0 0 141,-5 3 1,1 0-6,-2 3-22,7 0 243,10-1-288,8 2-34,14-1-151,7-3 0,4-2-180,10 0 1,2-2-148,0-2 1,1-1 555,0 0 1,-2-2 11,-13-1 0,-2-1 260,14-4-148,-12 0 292,-8 2 122,-8 1 471,-8-1-773,-5 4 963,-5 0-1176,-5 3 15,-6 2 7,-6 3-10,-3 4-1114,-3 3 1102,3 1-22,4-2-270,7 5 203,11-4-34,6 2-214,14-6 225,6-2 56,11-2-11,4-3 1139,2-4-1095,-11-2 1,-1-1 33,9-8-11,-12 5 0,-2-2 220,3-13-220,-9 6 67,-1-5 101,-8 12 191,-10 2-359,-7 6-11,-5 5-11,-4 6 11,6 4-34,-1 4 11,2-1 1,6-1-248,5-2-223,7-3 369,6-4 124,7-5-22,4-7 33,2-8 22,1-6-11,-2-5-1338,-3-3 1383,-2-4 79,-4-2-383,-5 8 0,-2 0 399,0 8 1,-1 0-280,-1-6 1,-1 1 418,-4-2 191,-2 7-235,-2 10 784,-7 10-1098,-6 29 61,10-14 1,0 2-13,-2 10 1,0 2 17,2-4 0,0-1-23,1 1 1,1-1-73,0-1 0,1-1 367,2-3 1,1-1-408,0 9 1,3-7 179,10-13 11,0-9-23,9-13 1,1-9 22,2-6 535,-10 14 1,1-1-492,1-8 1,-1-3 67,-2 2 1,-2-1-85,0 1 0,-1 1 0,-4 3 0,-2 4 75,-5 0-58,-3 7-101,-5 6-56,-15 20-11,4 3-227,7-1 0,1 2 266,4-2 0,2 0-62,2 0 0,1 1-134,-1 13-179,5-3 78,6-6 123,6-8 34,5-5 90,4-5 78,-2-3 577,-2-7-499,-6 0-78,-5-7 0,-11 4 45,-7 1-23,-9 3-10,-7 2 21,-2 1 12,8 3 0,-1 2-23,1 0 1,1 2-143,0-1 0,1 2 103,5 0 1,2 2 16,-1 5-45,5 1-33,6 1 55,4 0-44,9-1 67,23 2 11,4-7-503,-6-3 0,1-3 492,-4-1 0,-1-2 6,2 0 0,-1 0-1,1 0 1,-1 0-8,0 0 1,-1 0 1,-1 0 0,-1 0 0,-2 0 0,0 0-44,12 2-57,1 5-22,-12 0 0,0 5-35,-10-3 35,-1 1-45,-3-1 1017,-2 1-849,-3 1 242,-11 10-231,-3-3 0,-12 6 23,0-7 10,0-4-32,5-3-12,7-5 0,6-3 0,6-3 22,20-15-22,0 1-152,-2 2 1,1-1 151,9-7 0,-1 0 0,-1 1 17,-10 7 0,0-1 39,7-8 33,-2 0 169,-11 7-56,-8 7-112,-1 0 314,0-2-360,1 0-32,2-3-1,5-11 0,4-8-11,-1-2 11,-6 16 0,-1 0 12,-1-10-23,-2-1 45,-1 0 11,-3 9 0,-3 0 112,-1 2 0,-1 1-45,-12-14 0,-1 12-112,3 13-11,0 6-11,-3 10-11,-2 6 10,-1 9-5,9-7 1,2 2-85,-2 13 45,1-1 45,18-13 11,4-11 0,7-5 0,1-1 101,11-16-34,3-10-39,-16 10 0,0-2-6,-1-2 1,-1 1-214,2-9 370,-4-2 34,-2 0-34,-5 2-11,-1 4 123,-2 6-291,-1 7-134,-2 9 89,-2 11 460,-3 8-549,2 6 11,2-1-202,2 3 90,7-10 190,0-3 45,6-10 45,-3-7 0,2-6-34,0-6 45,1-6 22,-2-2 225,-1-10-135,-4 10-68,-1-2 12,-3 15-89,0 5-23,0 2-280,0 3 257,0 7 1,0 2-112,0 16 10,1-7-66,2 6 22,2-12 22,4-2 67,0-5 46,1-2 33,-1-5 45,0-6-23,1-5 112,2-16 13,-5 5 65,0-6-21,-5 11 10,-2 4-33,0 4-22,0 4-146,0 3-258,0 3 214,0 6 44,0 5 0,-1 8-56,-3 16 0,1-8-56,0 7-23,2-11 23,1-10 112,1-2 11,0-8 34,1-1 22,2-5-33,1-4 0,0-6 22,0-3 0,-1 0 291,-1-3-258,-1 7 46,-2 0-102,0 10-33,0 1-347,0 2-975,0 18-1955,0 6 2457,-1 9 1,1-11 0,-1-12 0</inkml:trace>
  <inkml:trace contextRef="#ctx0" brushRef="#br4" timeOffset="285221">19502 9401 8837,'5'-4'964,"0"1"-897,-5 3 3209,0 0-2664,-4 1-376,-2 5-46,-5 4 11,-3 5-89,-1 4-33,0 2-34,1 0-34,1 0 22,2-3-33,2-2-33,3-2 22,2-4-169,2-3 102,1-4 78,4-1 168,3-4-67,14-16-56,0 0-23,-5 2 0,-1-1-373,7-9 452,-2 2 68,-6 5 111,-3 5 179,-6 6-325,-2 4-67,-11 13-67,-3 3 0,-10 12 0,1 1 131,8-10 0,1 1-780,-2 7 133,7-3 504,15-14 24,9-14 21,6-6-337,2-9 315,0-3 112,-1-2 46,-5 1 178,-4 5 168,-6 3 259,-5 6-483,-3 6-213,-6 4-78,-4 10-11,-6 5 11,-6 12 0,5-2 0,0 3 0,0 0 0,1 1-21,0 0 1,3-2-70,3-3 1,2-3-214,5-3 90,6-5 202,6-6 11,7-3 67,6-8-17,-4-4 1,0-2 84,1-6 0,0-2-29,-1 1 0,0 0-38,-3-2 1,-2 1 166,0-2 34,-4 4 135,-6 7-57,-2 6-414,-7 14 67,-3 7 0,-7 13 0,-2 4-132,8-16 0,-1 1-272,-9 14 46,4-2-135,2-7-224,7-2 627,5-11 146,7-5 45,4-13 123,3-5 68,1-7 66,0-2 641,-1-12-349,-5 8-258,-2 2-392,-5 13-11,-1 12 11,-3 8-11,-3 8 11,-6 13 0,5-13 0,-1 2-185,-4 9 0,-1 1-304,4-8 0,1 0 298,-2 6 1,0-2-191,3 3 123,4-7 46,2-7 212,1-7 0,4-3 44,1-6 24,5-5 346,7-18-134,-5 1-151,-4 7 0,0 0 320,1-9-224,-1 3 10,-3 2-11,-3 5 67,-1 5-291,-1 7-134,0 3 111,-2 7 227,-4 8-204,-4 10-90,-6 7-188,8-13 0,-1 0 31,0 0 1,1 0-146,-7 14-112,5 2 224,5-12 280,6-4 56,4-13 22,5-11-66,2-5 555,1-8-422,1-4 34,-1-1 45,-5 7 0,-1 0 91,2-9-2,0-2-33,-8 16-246,0 6-34,-1 4-45,-6 15 45,-8 21-370,4-8 0,-1 1-79,1-1 1,0 0 117,1-1 1,2-3-163,1 3-112,3-6 34,2-6 425,1-6 146,4-3 45,1-7 257,4-5 730,0-6-471,-1-5-136,0-3-33,-3-1-22,-1 1-33,-2 0 32,-1 4 57,-1-1-393,-1 10-245,-2 1 212,-2 15 0,-3 6-12,-2 10-100,-3 4-134,-2 2-203,1-2-514,0 2 649,7-11 168,2-2 146,5-12 124,0-5-68,3-6 146,1-6 122,4-7 169,1-15 12,0 0-214,-2 0-67,-3 10-33,-3 14-79,-1 5-112,0 3-56,0 3 0,-2 5 56,-1 5 0,-3 8-12,-2 6-10,0 5-101,0 0-202,1-1-57,2-3 58,2-6 77,2-4-44,1-5 347,5-6-45,0-6 56,4-8 1,0-4 55,-1-3 112,-1 0-101,-2 0 158,-2 2-56,0 5-35,-2 3-111,-1 5-325,0 2 235,0 6 0,0 6-34,-2 10-44,-2 5-320,-1-5 0,0 0 39,0 0 1,0 0 178,-1-1 1,1 0-12,-1 8 135,5-17-33,1-4 89,0-4 213,0-1-79,1-10 147,2 0 10,2-9-67,-1 2-23,0 0 23,-2 0-56,-1 3 158,0 2-80,-1 3-100,0 4-348,0 2 202,0 5 12,-2 4-12,-1 7-56,-2 3-146,-1 1-180,2-1 125,-1-1 78,2 2-12,1-8 146,0 0 45,2-8 426,0-2-359,-5-1-33,0 0-23,-5 0-11,1 0 11,0 0 0,2 0-22,2 0-22,2 0-102,1 0 135,2 0-11,0 2 11,5 1 56,13 1-67,15 0 11,4 1-259,-16-2 1,-1 0 190,10 1-100,0 2-134,-1-2-427,-4 0 80,-6-1-282,-7 0 909,-6-1 67,-3-1 123,-13-1 630,1 0-339,-11 0-22,3 1 247,-13 0-192,-2 1-290,1 1-56,7-1-79,15 0-67,4-1-146,4-1 23,1 2 123,8 1 146,21 1-197,-3-2 1,2-1-68,1 1 1,0-1-252,3-1 0,-2 0 329,-9 0 1,-2 0-73,13 0-179,-8 0 167,-9 0 360,-8 1-236,-6-1 56,-7 0 23,-6-2 591,-7 0-446,-2-2 23,-3 0-35,0 0 80,-5-1-80,9 2-212,3 0-145,12 2 145,12 2 33,8 3 12,13-1-45,9 2-177,-16-4 1,1 0-65,10-1 0,0 0 73,-8 0 0,-1 0-11,7 0 0,-2 0-124,3 0 213,-7-1 90,-9 1 79,-7-1-12,-6 0 46,-12-1-102,-17 0 67,-7 1-337,10 0 0,-1 0 348,3 1 1,-1-1 27,-1 0 1,0 0-6,0 0 0,-1 0-34,2 0 1,-1 1 22,4-1 0,-1 1 93,0-1 1,2 1-195,-2 0-156,3 0 133,19 1 23,13 2 79,13 0-63,-6-1 1,3-1-46,4 1 1,2-2 17,0 1 0,3-1 0,1 0-90,0-1 0,0-1 0,0 1-415,1 0 0,-1 1 0,-1-2 504,-2 1 1,-2-2 0,-1 1-6,0 0 0,-2 0-338,-2 0 0,0 0 282,-3 0 1,-2 0-29,13-2 101,-8 2 525,-7-1-514,-8 2 1510,-4 0-1521,-5 1-470,0 0 11,3 0 459,-2 0 0,2 0 202,-3 0-169,2 0 135,-1-2-89,1 0-12,-1-3 0,2 1-67,-1 0 34,2 0-34,-1 0 33,1 0 12,-1 0 89,1-1-10,1-1 21,0-1 1,1-1 34,2-6-113,1-2-22,0-1-12,-1-2 79,-3 4 79,0-3 44,-2-2-45,-1-4 12,-1-1-33,-1-4 10,0 0 67,-1-2-44,-2 0-45,-1 0-34,-2 0-67,0 2 78,-1 2-22,1 5 337,-1 3-561,3 10-68,1 9 180,2 14 22,0 12-22,1 11-322,0-15 0,0 1 322,-1 2 0,0 1-17,0 1 1,-1 2-279,-1-3 0,0 2 0,0-2-30,0 3 0,0-2 213,-1 7 0,0-2-11,2-5 67,1-8 56,1-10 44,0-5 136,0-2 111,0-12 303,6-13-370,-1-5-112,-1 8 0,0 0 327,0-15-333,-3 16 1,-1 0-34,1-2 0,-1 0-34,1 0 0,-2-1 28,2 1 1,-2-2-7,1-6 1,-1 0-12,1 8 1,-1 1-23,0-4 0,0 2 73,0 2-101,1 11-191,0 4 90,2 31 95,2-1 1,1 3-21,-3 2 0,0 2 0,0 0-338,1-3 1,1 0 0,-2-1 195,-1 1 0,-1-1 0,-1-2-17,0-2 0,-1-2 28,-1 11 443,1-12-375,1-9 89,1-7 156,4-7-133,1-7 78,5-8 78,-1-7 56,1-6 0,-1-6-232,-5 16 1,-1-1 80,0-2 0,0-1 5,-1-11 1,-1-3 10,-2 12 1,0-1 0,0 1-60,0 0 0,-1 1 1,0 0 19,-1-8 1,-1 4 173,-3 0-56,3 13-179,1 8-224,1 11 224,1 13 0,1 13-306,0-6 1,0 1 305,1 3 0,0 2-249,0 2 0,0 0 243,0 0 1,1 0 5,-1 0 0,0-2-273,-1-1 0,0-1 150,0-3 0,0 0-45,0-5 0,1 0-1255,-1 19-426,0-15 784,0-4-1949,0-12 3428,0-6 0,0-1 1,0 0-1</inkml:trace>
  <inkml:trace contextRef="#ctx0" brushRef="#br4" timeOffset="289334">19636 9494 12378,'36'-10'355,"0"0"1,-5 4 0,3-1 0,-1 2-315,-3 3 0,1 0 0,-1 1-800,1-1 1,1 1 0,-1 0 758,-1 0 0,-1 0 0,-2 1 0,2-1 0,-3 1 0,-2 0 0,-1 0 713,13-1-713,-13 0 374,-12 0-217,-19-1-152,-10 1 1,-3 1-6,0-2 0,-2 1-395,-9 1 1,-1-1 405,6 1 1,1 0-1,-2 0 0,1 0-6,0 0 1,0 0 22,-9 0 0,1 0 422,7 0 0,1 0-400,1 0 0,3 0-50,1 0 79,19 0 44,34 3-33,3-2-322,-2 0 1,4 0 276,-5 0 0,3-2 0,0 1-34,2 0 0,1 0 0,-1 0-38,0 0 1,0 0 0,-2 0 26,-3 0 0,-2 0 0,-3-1 0,-4 1 0,-2-1 0,7-1 671,-13-1-257,-17-4-336,-33-1-78,16 3 0,-2 2-747,-10-1 1,-2 1 740,4 2 1,1 0 10,-1 1 1,0 0-86,-1-1 1,1 1 84,2 0 1,0 0 16,3 0 1,0 0 352,-2 1 0,3 1-498,-4 5 78,7 1 45,31 4 12,17-5 10,-6-3 0,2-2 583,4 0 1,3-1-595,1 0 0,2-1 1,1 1-465,0-1 1,0 0 0,-1 0 448,0 0 1,0 0-1,-2 0 9,8 0 1,-6 0 17,-5-1 55,-14 0 280,-8 0-279,-11-1 287,-11 2-361,-10-1 1,-5 1-6,4 2 0,-1 1-20,1-1 1,-3 0 0,1 1 19,-7 3 0,0 2-4,11-3 0,0 0 0,0 0-312,0 1 1,1 0 0,-1 0 315,-10 3 0,1 1 0,4-2 0,0 1-6,6-1 1,1 0-62,-7 5-112,22 2 179,24-6 11,3-5 0,3-1 0,8-1 1,1-2 330,6 0 0,1 0-331,-11-1 1,0 0-1,1-1 4,-1 1 0,1-1 0,0 0-15,-2-1 0,1 0 0,-1-1 5,10-1 1,-3-1-6,-4 1 0,-3 0 439,-5-1 1,-2 0-25,0-2-213,-14-3-146,-19 5 11,-13-1-67,7 5 0,-3 1-281,-3 0 0,-1 0 281,-3 1 0,-2 1-4,-1 2 1,-2 1-1,0 0 55,8-1 1,1 0 0,-1 1-48,-8 2 0,-1 1 0,3 0 7,-1 1 0,3-1-11,4 1 0,1-1-23,6 0 1,3-1 286,-5 6-342,14-1 78,21-2 0,16-2 5,-3-5 1,2-1-789,6 1 0,2-2 783,-10 0 0,2 0 0,-1-1-4,2-1 1,0 1-1,0-2 12,0 1 1,-1-1 0,0 0-36,-1 0 1,-1-1 0,-1 0 26,8-2 0,-2 0 11,-2-1 1,-5-1 290,1-8-179,-19 1 1,-29 2-124,4 9 0,-2 2 672,-6 0 0,-1 0-678,-5 1 0,-1 1 21,9 1 0,0 0 0,0 1-481,-2 0 0,1 0 0,0 1 466,-1 0 0,1 1 0,0 0 0,1 1 0,0-1 0,1 1-258,-10 2 1,2 1 257,5-1 0,1 0-22,6-1 0,2 1-12,-4 5-123,11 0 23,24-1-90,15-2 132,-2-5 1,7-3 0,0 0 65,-3-1 1,1-1 0,0-1 0,0 1 206,1-1 0,0 0 1,0 1-1,-1-2-195,1 0 0,-1-1 0,-1 0 0,-3 0 8,8-2 1,-5 0 122,-5-1 1,-2 1-17,4-4 269,-15 0-158,-15 1 24,-33 2-225,17 5 0,-2 0-346,-13 0 0,-3 1 335,5 3 0,0 1 0,-2 0 0,0 1 352,-1 3 1,0 0-353,1 0 0,2 0 0,1 1 0,2 0-17,-3 1 0,3 2 72,11-2 0,3 2-335,1 7 145,39-4 68,0-10 0,4-3-547,6 1 0,1-1 610,-8-2 1,1 1-1,0-2-4,1 0 1,1 0 0,-1 0-1,0-1 1,1 0-1,-1-1-3,5-2 0,0 0 0,-3-1 235,0-2 0,-2 0 0,0 1 0,-7-1 1628,-19-4-1752,-21 7-32,-16 2-62,11 3 0,-4 0 90,-2 2 1,-4 1 0,-1 0-97,-2 3 0,-2 0 0,1 0-359,-2 0 0,1 0 0,1 1 359,1 1 0,2 1 0,2 0-6,0 1 0,3 0 6,3-1 0,3 1 604,3 0 1,3-1-796,-2 8-11,12-2 68,21-7 0,11-3 122,-1-1 1,2-2 0,2 0-345,2-2 1,1 0-1,1 0 358,-4-1 1,0-1 0,-1 1 0,-1-2 4,0 0 1,-1-1 0,-2 0 141,10-2 1,-2-1-145,-6 2 1,-3-2 442,9-8-77,-36 2-360,-16 3-6,-3 6 1,-3 3-6,-1 1 0,-1 1 355,-4 2 1,0 1-362,-2 0 1,-1 1 5,-2 2 0,1 1 0,-1 1 0,0 1-15,7-1 0,-2 1 0,1 2-56,7-2 0,1 1 0,0 1-80,-8 3 0,4 2-208,7 7 1072,41-11-792,-3-9 1,3-1 50,9 1 0,3-2-325,-8-2 1,0 0 0,1 0 352,1-1 0,0 0 0,2-2 5,-2 1 1,2-2 0,0 0-1,-1 0 6,-2 0 1,-1 0-1,0 0-8,5-2 1,1 0 0,-4 1 41,-7 1 0,-4-1 537,5-2-257,-11 1 917,-14 0-1186,-12 2-51,-8 3 1,-5 1-17,3 2 0,-1 0-648,0 1 1,-2 0 0,2 1 658,-9 3 0,1 1 3,10-1 1,0-1 0,1 1-23,-13 4 1,1 0 18,2-1 0,1 1-17,4-1 0,2 1-112,-1 2 0,6 1-353,11 6 348,20-3 111,14-10 1,6-4 11,5-2 0,2-2 182,-10 0 0,1 0 0,0-1-171,1 0 0,0-1 0,0-1 0,-1 0 0,0 0 0,0-1 0,-2 1 0,-1-1 0,0 0 516,14-3 1,-3-1-215,-13 3 1,-3 1-147,9-6-156,-37 7-11,-19 4 0,9 1 0,-2 2-198,-4 0 0,-2 3 209,-1 0 0,-3 3 0,-2 0-331,6 0 1,-1 0 0,0 1 0,0-1 327,0 1 0,0 0 1,0-1-1,1 1-8,-9 3 0,1 1 0,3-2-403,3 1 1,3-1 340,5-1 1,2 0-242,-1 5-11,20-4 135,26-6 55,-3-4 1,7-2-1,1-2-380,-2 0 0,1-2 1,2 0-1,-1 0 515,0 0 0,1 1 0,0-1 0,0 0 2,-1-2 1,0 0 0,0 0 0,-3 0 643,7-2 1,-3 0-602,-4 2 0,-3 0 1157,10-3 7,-16 3-1029,-34 3-169,-10 1-11,0 5 0,-2 1 904,1 1 1,-1 1-888,-2 2 0,-1 2-23,0-1 0,0 1 6,0 1 1,2-1-29,1 0 0,2 1-107,-1 0 1,3 2-807,2 7 493,17-4 44,33-7 219,-7-7 0,2-1 138,3-3 1,1-1 35,2 1 0,0-2 29,-5-1 1,2-1 0,-2 0 377,4-1 0,-2 0-49,-1 1 1,-3 0 235,-3 1-382,-19 5-66,-1 1-124,-5 2 1100,-3 3-1111,-7 4 589,-8 8-813,7-2-157,0 0 45,15-8-112,13-5 168,8-3 201,10-6 79,-4-2 0,0-3 218,1-4 1,0-1-136,0 0 0,-2 0 118,-4-2 1,-4 1 156,-1-7 34,-8 0 180,-4 4-135,-5 4-247,-7 6-145,-16 6-62,3 11 1,-2 4 16,0-2 0,-1 2-369,-3 6 0,1 3 363,7-5 0,2 1-67,2-1 1,1 1 41,-6 11-945,14-1 607,26-11 369,5-6 0,-3-10 0,1-3 11,-3-2 0,-1-1-225,0-2 1,0-2 330,-1 0 1,0-1 101,-2 0 0,-1 0 341,11-14-84,-15 10 0,-1 0 297,0-10-459,-3 4 445,-12 13-737,-3 8-22,-7 7-34,-7 6 277,2 3 0,-1 3-311,3 1 1,0 0-62,1 0 1,2 0-63,-2 8 23,16-15 112,7-6 56,4-3 45,7-8-22,4-3-1,-6-5 0,0-3 79,0-2 0,-1-1-34,0-1 0,-2 1 34,-3 0 0,-2 1 78,-2-3-56,-4 5-11,-1 7-134,-4 5-90,-9 25 101,-2 3-57,4 0 1,0 1-696,2-3 0,0 0 500,1 1 0,0-1-169,1-1 1,1 0-508,-4 15 323,5-9-168,5-5 761,7-12 23,3-4 67,7-12 1355,1-4-997,3-8 35,-1-4-32,0-2-53,-7 7 0,-1-1 163,6-12-336,-3 3-180,-9 13-22,-5 13-134,-1 3 134,-1 6 0,-4 8 0,-4 8-314,-1-3 0,-1 2-465,0-1 0,0 0 437,0 0 1,2-2-163,-3 9 190,9-18 314,4-5 34,4-5 817,10-15 381,10-9-946,-13 9 0,0-2-23,1 1 1,-1 0 128,2-7-134,-1 5-101,-4 4-90,-3 6-45,-2 2-22,-3 4-280,-1 1 314,0-1-12,0-3-22,2-17-11,1-15 11,-1 17 0,0-1 0,0-3 0,-1 0-799,0-13 810,-1 18 1,0-1-7,-3 0 1,0 0-73,0 1 0,-1 0 78,-9-14 0,-3 3 1,0 15-102,2 10 90,0 17-22,4 9-46,0 5-67,2-2-55,4-2 775,3-5-932,3-3 493,1-7-90,2-2-45,1-8 45,0-5 0,0-7 11,1-5 1,-3-3 32,1-3 57,-2 0 22,2-10-133,-2 10 10,0-2-56,-2 15 0,-1 5-67,0 4-147,0 5 214,1 8 23,7 23-23,4 0-464,-2-9 1,1 1 463,1-6 0,0-1-90,2-1 1,0-2-79,14 11-56,-4-6-202,-5-6-112,-6-5-358,-6-1-606,-3-2-1501,-4 2 3003,-8 1 0,6-3 0,-5 0 0</inkml:trace>
  <inkml:trace contextRef="#ctx0" brushRef="#br4" timeOffset="299101">19502 10191 10395,'2'23'250,"-1"0"0,2 0 0,-2-2-93,-5 11-56,0-2 0,0-3-34,1-5 393,5-6-102,4-8 415,4-4-78,3-11-23,2-7 1,1-10-281,1-7-157,-9 15 0,1-2 45,1-5 1,-1 0 77,4-9 23,-1-2 22,-9 21-21,-2 7-248,-1 4-134,-4 5-33,-4 6 33,-3 6 0,-1 3-17,-1 5 0,0 0 11,-1 1 1,1 0-313,2-2 0,3-3 161,0 0 11,5-7 68,2-6 78,4-4 22,4-9 45,6-5-67,6-11 33,-5 3 1,0 0-11,5-10 16,-8 11 0,-1 1 141,-4 2 579,-2 4-557,-4 7-225,-3 6 23,-18 25-11,-2 1-616,5-4 0,-2 2 610,5-6 0,1 0 17,1-1 0,0 0-56,-6 11-33,8-9-57,5-7 113,6-8 100,7-11-67,5-9 56,7-10 385,-9 10 1,0-2-420,1 0 1,-1-1 72,0 0 0,-1 0 62,6-15 336,-2-2-123,-6 13-370,-3 4-202,-4 13 202,-2 12 45,-5 6-45,-6 14 0,4-10 0,0 0 196,-1 2 1,0 1-298,-2 6 0,1 1-101,2-7 1,2 0 139,0-1 1,1-1 61,2-2 0,4-13 67,6-8-45,2-6 17,3-5 1,0-2 60,1-2 1,-1-1-17,0 0 0,-1 1 129,4-11-179,-10 20-34,-2 6-202,-2 9 202,0 9 56,-4 12-51,-2 1 1,-2 5-17,-1 1 0,-1 1-417,0 0 1,0 0 371,2-5 0,1-2-168,3 1 112,4-8-23,5-8 135,3-6 45,7-8 0,11-20 22,-7 0-375,-5 4 1,-1-2 408,2-12 33,-3-1 770,-4 1-590,-4 5-112,-2 5 78,-5 6-280,0 8-67,-4 8 740,-4 13-696,-5 11 23,7-8 0,-1 2-276,-1 1 1,0 2 275,0 0 0,-1 0-28,-2 7 0,2 0-260,3-5 1,1-2 208,0 0 1,2-2 78,5-1 11,8-14 34,6-10 0,7-5-34,2-10 11,2-6-16,-10 7 0,0 0 83,3-11-78,-8 13 1,-2 0 55,-4 1 0,-2 6 504,-1 6-582,-1 4 269,-4 7-280,-17 23 11,4-5 0,-2 2-6,1 1 0,0 1-527,-1 1 0,1-1 392,9-10 0,1-1-184,-1 11 79,5-9 89,6-9 123,6-4 45,6-8 45,7-5-17,-3-5 0,1-1-23,-4 2 1,0-1 322,3-6 1,0 1-184,2-7 12,-6 3 78,-5 5 180,-5 5-505,-7 9 57,-3 8-1,-6 11-179,-4 9-124,0 4-123,2 1-134,3-1 34,7-3-381,3 0 829,7-12 56,3-2 56,4-10 33,0-3 266,1-3-254,-2-2-23,-2-4 225,-1-3 33,-4 2-156,0-1-24,-4 5-10,-4 4-68,-3 2-22,-5 0 12,-3 2-12,-1 3-23,-3 5-33,8 5 23,1 0 33,15-1 22,6-7 0,10-1-10,6-3 4,-6-2 1,2 0-17,-1-3 0,0 0 0,0 1 0,-2 0 0,10-8 34,-18 4-1,-5 0 1,-4 1-12,-3 0 12,-3 0-12,-14 0 12,-1 2 22,-13 1-34,6 2 34,0 0 12,1 0-1,2 2-34,5 0-66,4 3 33,10 3 0,10-1 11,11 1 23,9-3-34,4-2-12,2-1-21,-1-2-90,-2 0-90,1 0 190,-14 0 46,-1 0-1,-14-1-22,-5-1 0,-5-1 11,-6-1 1,-5 1-1,-4 1 73,4 2 0,-1-1 17,-12 1-51,11 0 0,0 0 6,-9 1-33,4 2-23,4 1-45,9 2 11,6 1-10,15 5 66,8-7 0,4-1-128,0 1 0,0-1-348,10-2 1,0-1 391,-7 0 1,-1-2 38,-1 1 1,-1-1 11,15-1 11,-4-3 112,-13-1-79,-4-1-33,-15 1-11,-6 2 683,-6 0-661,-6 1-11,-4 0 11,-1 2 6,5 0 0,-1 1-17,0 0 0,0 0 5,0 0 1,0 0 5,-12 1-22,18 1-56,4 1-1,6 1 46,15 4 56,21-1-34,2-1-6,-10-4 0,-1-1-61,7-1 67,-5 0 0,-7 0 0,-8 0 45,-5 0-11,-3-2-34,-4 0 11,-5-3-11,-5 1 0,-7 0 11,-4 2 0,-5 0 34,-4 1 5,6 1 1,-2 0-12,-2 0 0,-1 0-22,2 1 0,0 1-17,3 0 0,4 0-23,1 4-44,9 0 34,7 0 33,7 1 22,9-1-5,6-3 0,4-1-34,5-1 0,2 0 6,0 0 0,1-1-169,-2 0 0,-1-1 180,3-2 11,-7-1-11,-7 0 45,-5 0 11,-6 0-56,-2 1 11,-6 0 326,-4 1-337,-7 0 0,-5 1 0,-2 1 0,-3 0 0,-6 0-11,9 2-34,0 0-44,16 2 44,4 1 0,10 0 45,7 0 45,15-3-45,-12-1 0,2 0-146,1-1 1,2 0 145,12-3 0,0 0-316,-8 1 0,-1 0 316,9-2 0,-2-1 0,-11 3 0,-2-1-23,16-1 23,-6 1 0,-7 0 34,-7 2-34,-8 1 11,-4 0 284,-4 0-295,-9 0 684,2 0-684,-8 0-33,6 0-68,3 2 23,3 2 78,7 0 33,5 1-22,7-4 12,14 0-23,-7-1-11,8 0 11,-6-2 22,-10 1-11,0-1 68,-12 1-35,-2 1-44,-15-2-11,-7 1 11,-7-1-11,-2 2 11,10 0 0,4 0-22,4 0-79,7 0 78,3 2 12,4 1-56,8 1 67,23 0-101,-7-3 0,0-1 90,1 1 0,1-1-253,1 0 1,-2 0 263,9-2 0,-4-1 11,-7-1 113,-8 0 122,-8 1-156,-5 1-79,-11-2-11,-4 2 22,-10 0 23,-6 0-34,-5 2 82,13-1 0,0 2-60,-1-1 1,-1 0-6,-8 0 0,1 0-28,8-1 0,1 2 0,-4-1 0,2 1-67,6 3 22,8 2 0,7 3-67,11 0-134,9-1-197,4-4 0,2-2 303,3 0 0,0-1 177,0 0 1,0 0-44,-3-1 1,-1 0 5,3-1 0,-3-1 0,-5-2 23,-3 1-23,-5-1 67,0-1-45,-5-3 146,0-1 390,-3-2-289,-2 0 11,-1-2-56,0-2 146,-1-13-258,-3 9 0,0 0-62,0 0 0,1-1 0,-3-1 1,0 0-301,-2-10 295,2 0 78,1 0-218,1 0 129,2 1 201,-1-4-101,2 15-134,0 2-179,0 14 514,0 24-335,0 2-6,0-3 1,0 3-18,1 7 1,-2 2-17,-1 1 0,-2 1-40,2-9 1,-1 0 0,0-1-172,-2 3 1,0-3 204,-3 6 45,6-21 0,1-5 180,1-3-101,1-11 145,6-16-56,-1-5-321,0 9 1,0-1 191,-3 4 1,1 0 10,-2-1 1,1-1-40,-1 0 0,1-1 45,-2-10 0,1-2-17,0 2 0,0 0 6,-1 1 0,1 2-45,0 6 0,0 4 464,1 6-632,0 7 112,1 14 33,1 11 1,1 17 22,-3-11 0,-1 3 0,0-1-597,1 6 1,-2 1 592,0-3 0,-1 1 1,0-2-87,-3 2 0,0-2-128,0-2 0,-1-1 135,-1-5 1,1 0-86,-1 10 134,3-13-56,2-9 90,1-6 112,8-11 1313,1-4-1088,9-10-79,-3-5-124,1-5-39,-9 13 1,0 0-18,0-2 1,-1-1 16,0-1 0,-1-1 73,1-11 1,0-1 38,-1 0 0,-1 0-112,-1 2 0,1 2 84,-3 6 1,0 4-180,-2 8-247,0 8 258,0 21 1,0 12-24,1 2 1,-2 3-340,1-6 1,-1 2-1,0-1 328,0 0 1,-1 0 0,-1-1-107,-2 1 0,0-2-191,-2-2 1,1 0 78,-1-4 1,2-1 116,-4 8 124,5-11 101,3-8 476,4-13-421,4-5 69,2-11 10,2-2-134,-1-5 45,0 0 1081,-1-2-1193,-2 3 123,-1 2-157,-2 11-23,-2 4-290,-1 9 313,-1 17 44,-2 2-44,-2 18-45,-2-10 1,-1 0-124,1-6 0,-1 0-434,-2 5 0,1-1 266,-5 2 90,5-8 111,2-6 113,4-6 22,1-4 213,1-1-112,4-14 665,1 3-665,3-11 89,-1 7 23,-2 1 23,-2 2 44,-2 4-180,-1 3-133,0 2-57,0 1 79,-3 4-45,-1 3 11,-4 5-168,-1 3-616,-2 3 134,3-4 482,2-2 90,4-6 22,2-4 269,0 0-101,0-5 0,0-2 45,0-5 12,3-4-34,0-2 78,2-3 0,1-4-67,-3-3 22,0-3-45,-2-3-11,0 8 1,-1-1-40,-1-3 0,-1-1-304,0 0 1,0-1 280,0 1 1,-2 2 11,2 6 0,-1 2-17,0-17 14,-1 5 42,2 8 56,0 9-45,0 6-67,0 6-135,1 2 550,0 1-527,0 1 134,-1 2-179,0 4-34,1-1 113,0 2-124,0-5 169,1-1 134,0-1-101,-3-3-56,-2-1 56,-6-4 22,-10 0 68,-6-3-57,0 1 1,3 0 11,11 3-23,3 1-22,4 2-101,4 1-100,3 2 178,5 3-89,6 0-45,4 3-34,2-1 34,1-2 79,-4-1 67,-3-2 11,-4 0 0,-5 0-45,-13-3 34,-5 0 11,-16-2 11,-5 2-270,14 2 1,-1 1 269,-2-1 0,-1 1-11,-2 0 0,-1 0 0,1 1 0,-1 0 0,0 1-406,-3-1 0,0 2 402,5-1 0,-1 1 1,2 0 8,2 1 1,1 0-12,4 0 1,2 0 5,-8 3-101,11 0 79,8 1 22,30 1 33,3-2-33,-2-4 0,3-1-87,-3-1 0,1 0 98,1-1 1,-1 0-1,1 0 0,-2 0 0,0-1 1,-1 0-12,-4 0 0,-1 0 818,10-2-784,-13 0-12,-16-2-22,-13 1 34,-15-2-34,10 4 0,-2 1-263,-3 0 1,1 0 262,-4 1 0,1 0 16,-1 0 1,0 0-17,1 0 0,-2 0 22,-8 1 1,0 1-18,10 0 1,1 0-1,-6 1 1,1 2 663,0 4-714,8 1 12,10 0-34,6 1 67,18-1 44,10-1-27,-3-6 0,3 0-412,4-2 0,2 0 1,0 0 399,6-1 1,-1 0-10,-3-1 0,2 0 1,-4-1 8,1 0 1,-2-2-165,-2 1 0,-2-1 164,-4 0 1,-1 0 6,7-3 77,-12-1-89,-11 0 11,-15 0-22,-6 2 0,-3 2 11,0 1 0,0 1 447,-11-1 0,-1 1-447,6 2 0,0 0 0,-1 0 0,-1 0 6,1 1 0,0 1-1,0 0 1,1 0-12,3 1 1,0 1 12,-2 1 1,2 0-19,-4 2-101,3 2 23,20-6 77,15 0 12,7-2 0,16 0 6,-13-2 0,1-2 5,10-1 0,-1-3 11,-4 0 1,-2 0 5,-1-1 0,-3 0 829,0-5-790,-19 4 354,-9 1-409,-5 0 21,-8 1-10,-4 1-18,5 4 1,-1 0-6,-10 0 0,10 1 0,1 0-34,-5 3 34,4 1 0,4 2-89,7 3 77,5-1-32,14 6 32,17-3 12,2-1-22,-9-6 0,0-1 66,7-2-44,-6 0 23,-5 0-12,-8-3 0,-4 0 34,-15-7-23,0 2-22,-14-3 23,2 5-23,4 4 0,0 0-23,-11 0 23,10 1 0,1 1-11,-13 6-67,12 3 33,5 4 45,25 1 34,14-6-34,-3-4 0,2-1-467,4-1 1,0-1 471,4 0 1,-1-1 5,0 1 1,1-2-331,5 0 1,-2 0 323,-12 0 1,-1 0-6,2 0 0,-4 0 0,-8 0-44,-6 1 21,-3 0 79,-14 7-45,-4 2 422,2 0 1,-3 0-446,-11 4 1,-2 0 11,5-2 0,0 0-85,3-2 0,-1 1 0,0-1 85,-3 1 0,2-1 0,-1 0 0,2 0-237,0-1 1,2 1 230,3-2 1,1 0 5,-8 4-303,13 1 225,16-5-112,14-1 89,15-6 61,-12-3 1,1-1 241,2-1 1,0-1-203,1-2 0,0-1 5,-1-1 1,0 0 0,5-4 0,-2 1-6,6-5 22,-1-1 541,-24 14-484,-5 3-46,-2 2-33,-5 2 0,-7 5-22,-11 5 22,-7 8 11,5-5 0,0 1 116,5-4 0,1-1-127,-6 4 0,3-2 0,-3 0-33,9-4-46,8-3 46,5-4 33,12-1 45,7-1-45,16-6 11,1-2 0,1-3-6,-6 2 1,0-2-202,-4 2 0,3-1 0,-3 1 196,0-2 0,-2 1 0,-3 1 0,-1 0 45,8-4 55,-13 4-66,-15 8-34,-13 9 0,-15 8-11,10-5 0,0 0-526,-3 2 1,-1 0 536,-1 1 0,0-1 11,0 0 1,0 0-7,2-1 1,0 0-1,3-2 1,1-1-17,-8 5 743,12-6-766,9-5 34,18-1 0,11-7-6,-3 2 1,2-2-763,5-3 0,0 0 667,3-2 0,1-1 78,-4 1 1,0-2 0,0 0 40,-4 0 1,0 0 0,-2 0-14,10-5 1,-3-1 13,-11 4 1,-5 0 249,-6 2-68,-7 5-156,-9 3 1407,-9 6-1452,-13 10 28,2 3 0,-3 4-119,7-3 1,0 1 90,2-1 0,-1 1 0,2-2 5,-2 3 1,1-2-12,1 1 1,2-2-59,1-1 0,2-1 64,-10 8-11,11-6-157,14-5 168,37-15 5,-15 1 1,2-3-576,13-3 0,2-3 575,-5 0 1,-1-1 5,2-1 0,0-1 0,-1 0 1,0-1-12,-1 0 0,-2-1 470,-2 1 0,-1-1-454,1-5 1,-2 1 17,-9 6 0,-2 1 27,1-2 1,-5 2 355,-9 5-384,-14 5-22,-10 9-11,6 2 0,-2 1-6,-4 4 1,-1 3-158,-2 3 0,-2 2 0,1 0 163,5-4 0,1-1 0,-1 1 0,-6 5 0,-2 1 0,3-2-6,-1 1 1,3-2-156,2-1 1,3-1 92,5-2 1,2-1-213,-1 6 45,12-9 190,18-4-67,12-11 67,-5 0 1,2-2 415,3-3 0,2-2-377,1-1 1,1-2 5,0 0 0,-1-1 0,0 0 0,-1-1 0,-3 0 0,-1 1 5,-2-1 1,-2 0-14,-4 2 0,-1-1 165,7-12 235,-10 4-224,-14 11-191,-10 11 23,-14 17 0,8-3 0,0 3-216,-3 2 1,-1 1 215,-1 2 0,-2 0-6,-1 2 1,1 0 61,-2 0 0,1 0-198,4-3 0,-1 1 0,3-2 2,-1 1 0,2-1-6,-1 3 1,3-2-91,10-7 191,17-6 45,10-8 22,-3-3 1,3-1-162,2-2 1,2-2 152,1-2 1,1-3 0,0 0-67,1 0 0,-1-1 1,0-1 92,-1 1 0,1-1 0,-2 0 7,-3 1 1,-1 1-1,-2-1-83,-3 1 1,-2-1 179,7-13 46,-8 5-57,-6 6 289,-5 8-277,-20 11-152,-1 11 1,-3 3-1,-2 0 1,0 0 216,2-1 1,0 3 0,1-2-212,-2 3 0,1-1-17,1-1 1,1 0 199,3-1 1,2 0-229,-8 8 12,11-6-68,10-7 112,13-6-11,12-9-11,11-8 170,-13 3 0,0-1-176,2-2 1,1 0-1,0 0 0,0-2 6,-1 1 0,1-1 11,2-5 0,-1 0 22,-8 5 1,-1 0-23,1-2 0,-3 0 486,-7 0-205,-4 6-147,-6 6-134,-8 4 12,-10 11-1,-10 6-176,13-5 1,-1 3 158,-8 6 1,0 1-12,8-6 0,0 0 0,-3 5 1,2-2-85,5 2 640,8-6-695,4-7 156,10-3 0,7-5 22,11-7-22,8-3-255,-15 2 0,1-1 255,0 1 0,-1-1 5,0 0 1,-2 1 6,12-7 325,-10 5-303,-8 5-68,-5 4-89,-5 4 123,-8 7 44,-7 4 1,-2 2-39,0-1 0,-1-1-227,-8 7 1,-2-1 214,7-5 1,0-1-1,0-1 1,1 0-18,2-1 1,0 0-168,-13 7-158,5-4-448,5-3 158,10-5 336,7-4 257,17-8 0,9-7 22,-6 3 1,2-1 133,3-1 1,0-1-107,1-1 1,1 0-6,-2 1 0,1-2 0,-1 1 62,5-5 0,-1-1 50,-1 2 0,-3 0 403,-1-6-112,-17 15-167,-8 5-147,-7 4-77,-11 7-12,-12 7-390,14-3 0,-1 1 390,-2 2 0,-2 0 0,0 2 0,-1 1-584,-1 0 1,0 1 594,-1 1 0,1-1 0,-2 1 1,1 0-332,1-1 0,0 0 320,2-2 0,2 0-11,3-3 0,2 0-180,-6 9 169,43-11 22,12-7-23,3-7 1,2-4-138,-3-1 0,0-1 154,3-2 1,-1-1 10,-1 0 1,0-1 10,-1 0 1,-1 0 670,-2 0 0,-1 0-665,2-2 0,-2 0 12,5-3 224,-4 1 167,-25 13 425,-4 3-839,-8 2-11,-8 6 45,-13 5-57,0 3 1,-3 3-462,9-6 0,-1 0 1,1 1 464,0 0 1,0-1-1,1 1-37,-7 4 1,4-2 879,2 0-1339,12-4 456,6-5-187,15-4-12,7-2 68,14-7 61,-12 3 1,0-1-84,2-3 0,1 0 184,-1 0 0,1 0 34,-1 1 0,-1-1-6,14-5 1612,-9 3-1242,-11 3 179,-7 4-156,-5 2-292,-18 7-101,1 1 0,-15 6 0,5-1-11,4-1 425,4-3-481,7-3-78,6-2-124,2-1-22,3-2 179,3 1 67,3-1 34,4 0 0,0 0 0,-1 0-11,-3 0 22,-1 0 23,1 0-23,1 1-22,3 0 11,1 1 0,-1-2-291,3 0-415,0 0 123,1-2 258,-1-2 325,-1-3 0,-2-3 0,-1-1 190,-2-2 180,-1-3 112,0-2 67,-3-3-67,2-2-123,-4-3-85,0 7 1,-1-1-46,-2-1 1,0-1-102,-1 2 1,0 0 242,-4-15-181,-2 21-67,0 4-123,0 5-78,-2 4 67,-3 3-68,-11 10-44,5-1-190,-3 5 110,15-7 13,3-4 67,4-2 123,12-4 33,5-13 57,10-9-68,-4-5 79,-5-3-11,-7 10 112,-4 2-90,-3 1 34,-1 5-23,-3 2 11,0 5-134,0 3-123,0 1 123,-4 3 0,-4 2-11,-6 4 22,-1 1-11,-1 1 45,-1-2 33,8-3-67,0-4-11,8-6 34,0-4-23,1-4 12,0-1-23,0-1 22,1 0 45,0-6 146,0 6 0,0-2-34,-1 10-179,0 4-90,-1 2 12,-2 2 78,-3 6-11,-10 15-180,2 9 46,0 2-113,8-3 68,10-13-79,2-4 11,5-3 34,-1-3 44,0-3 91,4-1 100,-4-5 11,0-2 23,-4-4 34,-4 0-1,-1 1 34,0 2-269,0 3 157,-5 13 34,-2 5-34,-4 15 0,-4 1-11,-1 3-23,0-2-190,1 0-337,6-14 1,-1 0-481,-2 8-427,-4 4-482,3-13-190,-2-2 2140,-4-2 0,7-6 0,2-3 0</inkml:trace>
  <inkml:trace contextRef="#ctx0" brushRef="#br4" timeOffset="299371">19960 10639 11885,'-25'-3'429,"0"-1"1,1 1-1,3 1 121,0 2-315,2 0 11,1 0 90,3 1-56,4 1-44,2 1-1,5-2 23,2 1-23,2-1 101,7 1 79,18 2-314,2 1-62,-7-3 0,1 1-230,13 1 224,-1-1-33,-1 0 0,0-1-56,-3-1-1703,0 0-1518,-3-1 3099,-1 1 0,-12 0 0,-4-1 0</inkml:trace>
  <inkml:trace contextRef="#ctx0" brushRef="#br4" timeOffset="301300">19853 9592 13947,'-12'-13'739,"3"0"-661,9 0-33,0-1-23,0 1 34,0-1 203,-1-1 234,-5 3-269,-1 3-146,-5 5-56,1 4 34,-2 1-56,0 3 79,-1 2-1,6-2-78,1 1 0,6-5 964,1 0-78,4-12-506,0 1-44,5-10-246,-3 4 22,-2 2 45,-1 3 224,-2 4-404,0 4-66,-3 4 77,-4 7 12,-5 6 0,-6 8-67,0 2-67,0 1-45,4-3-213,3 1 100,5-8 214,3-3 78,2-8 34,3-3 10,2-1 12,2-4 34,3-7 67,-3 0 0,-1-1-90,-4 5-34,-2 5-21,0 1-24,0 1 12,-2 0-67,-5 0 67,-1 2-11,-4 0 11,4 0 0,1 1-11,4 0-45,1-2-23,1 1-201,1 1 101,0 1-303,0 3-67,2 4-78,4 1-539,4 3-2111,17 8 2751,-2-4 1,-2-2 0,-11-8 0</inkml:trace>
  <inkml:trace contextRef="#ctx0" brushRef="#br4" timeOffset="301916">20496 9669 9935,'0'-5'3276,"0"1"-2059,-36 4-926,19 3-162,-6-2 1,-1 1 71,4 6-66,-1 0-12,0 1-22,-7 5-112,8-2 22,-2 3-22,13-5-1,4-2-133,3-3 145,1-2 638,1-2-167,5-4 190,5-7-403,2 0-146,0-4-12,-6 6-44,-2 2-44,-2 2-24,-1 2-1982,-1 1-886,1 4-397,-4 6 2704,-3 6 0,3-5 0,-3-1 0</inkml:trace>
  <inkml:trace contextRef="#ctx0" brushRef="#br4" timeOffset="310200">18444 10979 11213,'24'-21'190,"-8"4"112,3-1 147,-11 8 436,-4 3-134,-2 4-516,-2 2-212,-5 5 21,-4 4-44,-8 7 11,-3 5 34,5-5 0,-1 0 0,-5 6-45,-5 4 22,15-15-55,6-4 10,2-3 135,9-4-89,5-5 21,8-4 1,2-4-34,1-2-11,-4 0 34,-3 3 100,-5 3 371,-4 5 212,-4 2-706,-12 12 34,-1 2-34,-12 11-11,2 0 28,7-8 0,0 2-50,-7 9-45,2-1 33,13-12 34,15-8 0,4-8-45,11-6 45,2-5-22,3-5 44,0-1-11,-11 7 1,-1 1 10,5-5 101,-1 0 34,-16 14-23,-5 3-89,-8 4-45,-5 7 45,-9 8-23,4 0 1,-2 3-1,-1 2 1,1 0-277,0 0 1,1-1 253,3-2 0,3-2-34,3-2-22,6-7 56,5-5 11,9-5 12,7-9-12,5-3 0,1-4 0,-3 3 1,0 0-852,8-8 1,-1 1 839,-6 5 0,-2 1 23,0 0 0,-2 1 189,-2 1 1,-1 0-101,6-8 168,-10 6 392,-8 7-649,-12 7-12,-9 11-11,-10 9 5,12-6 1,0 2 585,-2 2 0,1 0-586,-1 2 1,0 0-6,2 0 0,-1 1-6,-2 5 1,1 1-205,7-6 0,1-2 115,-1 0 0,4-3 5,8-1 79,12-18 11,9-9 34,8-8-381,-11 6 0,0-1 347,0-1 0,1 0 0,0 0 0,1 0 0,-2 1 0,-1 1 241,-1 1 1,-2 1-186,8-7 34,-9 7 507,-7 6-519,-3 4-22,-10 7-56,-5 8-17,-7 7 0,-3 5 17,5-3 0,-1 3 0,1-1-165,-2 1 0,0 0 0,0 1 154,2 1 0,-1 0 0,2-2 11,1-1 0,2-2-37,1-2 0,3-2-64,-2 6-45,5-10 46,13-8 100,20-16 22,2-4-595,-7 2 0,1-2 579,-5 0 0,-2 0-6,0-1 0,0 0 513,-2-1 0,-1 1-502,-2 0 1,-1 1 44,5-12 313,-8 2-144,-8 12-225,-8 10-11,-10 17-12,-5 13 328,10-10 0,-1 1-305,0 0 0,0 1-6,0-1 1,1 0-12,2-1 1,1-2-164,-6 12 63,8-6-376,7-8 303,10-6 112,6-7 44,7-8 23,1-7 11,1-4 358,-10 5 0,-1-1 291,2-9-290,-3 4-147,-14 10-144,-4 8-68,-7 5-11,-3 6 11,-4 6-11,-1 6 0,7-5 0,0 1-35,4 0 1,0-1-89,-8 15-135,12-8 67,13-14 79,5-4 34,9-3 77,-1-6 1,0-2 11,1-1 0,0-1 0,-1 0 0,-1-1 45,8-7 0,-17 9 112,-5 3 67,-3 2-157,-1 0-11,-5 2-56,-3 0 0,-9 0-11,-17 8 11,6 0 28,9 0 0,1 0-28,-6 5 0,2-2 0,5-1-101,5-3 34,8-3 78,9-1 0,7-1-11,10-1 11,3 0-11,6-1-34,-9 0 1,1 0-135,-1 0 0,0 0 33,1 1 1,-2-1-123,4 1 77,-15 0 146,-9 1 34,-11 0 11,-13 2 35,-3-1 111,-8-1 11,11-2 100,1 0-44,5 0-22,4 0-124,6 0-78,3 0-112,3 0 90,12 1 89,22 2-67,-14-2 0,1 0-355,8 0 0,1-1 349,-4 1 1,-1-2-79,2 1 0,0-1-40,0 0 1,1-1-314,9 0 0,1-1-84,-6 0 0,-1 1 369,-1 0 1,-3 0-28,4 0 168,-25 2 22,-3 0 146,-13 0 180,2 0 200,-16 0 308,7 0-845,1 2-90,10 1 79,5 3-134,2 0 111,5 1 34,5-2 0,8-2-11,17-2 11,-6-4 33,-4-1 1,1-2-34,3-5 5,-10 4 1,-1-1 50,6-5-33,-2 1 44,3-5 179,-5 0-55,-1-1 21,-6 1 24,-6 5-101,-2-2-57,0 0-67,-2-2 23,1 0-23,0 0-11,-2-2 78,0 0-78,-1-2 23,-1 1 111,0-1 1,-2 0 66,-6-10 23,-4-2-5,3 13 0,0 0 61,-5-9-101,3 8 213,6 11-246,1 6-146,3 1-135,0 5 124,1 7 89,2 26-78,0-17 0,0 1-530,2 10 0,-1 0 530,1-5 0,0 0-23,-1 0 1,0 1 22,0-3 0,0 0-184,-1-2 1,-1 0-19,1 15-22,-2-7 79,0-7-102,0-5 247,0-9 123,1-3 951,3-10-1029,2-6-11,6-8 33,2-8 90,1-5-34,-5 3 0,-1 0-239,-2 5 1,-1-1 148,1-8 1,-2-1 11,-2 11 0,-2 0-12,0 2 1,0 0 112,0-12 190,-1 5-594,0 15 314,0 45-56,0 3-522,0 1 1,0 3 509,0-10 1,0-1-17,0-1 0,0 1 20,0-3 1,-1-1-183,0-3 0,0-2 55,1 12 124,-2-15 11,2-6 179,1-12 905,3-6-1039,3-6 380,3-8-190,2-7-50,-4 3 0,-1-4-989,-1-4 1,-1 0 831,0 0 0,-1 0 44,-2 3 1,-1 3 151,-1 4-89,-1 9-135,0 9-180,0 6 180,-3 10 11,1 8 1,0 3-12,-1 0 0,1 1-42,-3 11 1,1 1 13,-1-7 0,0 0-95,0 0 0,-1-1-107,0-1 0,0-1-140,-2 2 1,1-2 190,-2 9 156,1-7 68,7-18-168,2-8 56,0-7 2070,0 0-2003,0-5 0,0 3-44,-2 3 32,-1 2-66,-1 1 11,-4 2 56,-1 0 11,-6 1-12,-2 0 12,-4 1-22,0 2-68,-5 4-168,7 2 34,4 1 101,9-3 56,6-3 22,0-1 45,5-1-23,7-1 23,1-1 0,5-1 0,-6-1 0,-1-1-11,-1 0 11,-2 1 0,-1 1 0,-1 1 0,-1 0-22,2 0 33,-2 0-11,0 0 11,-3 0 12,-1 0-1,1-3-11,0-1 34,4-10-23,-1-8 12,0-2-12,-1-5 12,-2 6 22,2-3-34,-1-4 12,1-4-6,-3 16 0,0-1 45,0-9 0,-1-1 39,1 2 0,-1-1-204,-1 1 0,0 1 204,0 6 0,-1 1 134,-4 2-33,1 5-23,1 6-234,1 2-158,-1 10 213,0 5-11,-1 11 0,0 6 97,-1 2-108,1 0-67,-1-2-124,-1 0 124,4-13 78,0-2 33,3-12 68,0-2-90,1-6 211,2-5-166,0-8-45,2-2 34,-2-12 22,-3-1-67,-5-2-22,-3 5-250,-6 11 272,-4 1 0,-2 4-22,-3 3 0,-2 6 5,5 4 0,-2 2 17,-2 3 0,-1 1 5,0-1 1,0 1-149,0 2 1,1 1 142,-7 1 0,3-1-23,3 0 242,0-1-219,9-1-78,0 1 22,12-2-34,2-1 12,1 0 338,3 1-260,5 0-23,18 0-95,-6-1 1,1-1-68,8 0 0,0 0 157,-6-1 0,0 0-96,14 0 80,-22 0 21,-6-2 23,-4 0-145,-15-4 167,-20-1-22,-6 0-468,11 3 1,-1 1 456,5 1 0,1 0 22,-2 0 0,1 0-131,-1 0 1,0 0 124,0 0 1,0 1-6,0 0 0,0 0 0,0 0 0,0 1 0,1-1 0,1 1 5,1 0 1,1 0-17,-12 0 11,10 0-11,8 0-23,8 2 23,6 0 918,11 3-907,11-3 0,3 0 0,0 0 0,1-1-576,-1-1 0,2 1 1,-1-1 575,7-2 0,-2 0 5,1 0 1,-1 0-431,-2-2 0,-1 0 431,-3 1 0,-1 0-23,-4 0 0,-2 1 28,8-2 45,-13 1-11,-13-1-45,-26 0 0,-3 0 708,6 3 0,-2 1-703,4-1 1,0 2-12,-1-1 1,1 0 10,-1-1 1,-1 2 499,-6 0 1,-2 1-506,3 1 0,0 1 0,2 0 0,1 0-112,-8 9 89,29-5 83,15 2-38,18-5-16,-8-3 0,3-1-207,3 0 1,4 0 0,0-1 200,2 0 0,1 0 0,0 0-345,0 0 0,0-1 0,0 1 345,-3-1 0,-1 1 0,-2-1 17,-1 0 0,-3 0-78,-2-1 0,0 0 61,12 0 12,-7-1 55,-18 0 476,-11-1-554,-18-1 22,-10 2 1010,-8-1-1021,16 3 0,0-1-6,-3 1 1,0 1 5,-2-1 0,-1 1 0,2 0 0,-2 0 0,1 0 0,-3 0 0,0 0-392,-7 0 0,2 1 403,-1 1-11,10 2-33,11 0-34,8 2 22,12 0 67,11-2 1,5-2-12,11 0 0,3-1-114,1 1 0,1-1 99,-11-2 0,0 1 1,-3-1-3,-1 0 1,-2 0-40,11-1 976,-12-1-942,-11 1-1,-10-1 12,-12 1 0,-10 0-11,-4 1 0,-2 0 11,5 1 0,-1 0-117,-11-1 0,-1 2 128,9 0 0,0 1-6,-2 0 1,0 1 5,0 1 1,-1 1-1,4 1 0,-2 0 0,2 1-28,-7 4 1,2 0 10,1 1 0,4 0-50,0 9 34,35-7 22,14-3-6,-3-7 1,2-1-397,5 0 1,1-2 390,3 0 0,1-1-12,-3-1 1,2-1 0,-2 0 10,9-1 1,-3-1 39,-1 0 0,-3-1 28,0-2 0,-26 4 79,-11-1 786,-6 2-876,-10 0 11,-7 1-23,5 2 1,-2 0-147,6 1 1,0 0 123,-6 0 0,0 2-11,-6 3 0,7-1 782,9-1-838,9 0 56,9-1 0,12-2 0,11 0-39,5-2 0,3-1-34,-7-1 0,1-1-276,9 0 0,0-1 309,-10-1 1,-2 0 11,-2 0 0,0 1-28,13-5 34,-7 2 22,-14 3-23,-9 1 23,-16 2-11,-9 1 22,-12 3-275,13-1 1,0 1 324,-3 1 1,1 1-40,-3 1 1,1 0 21,0 0 1,-1 1-6,-6 2 1,-1 0-40,8-2 0,2 0-28,0 0 0,5 0 865,7-2-803,28-3 33,17-4-321,-10-1 1,3-1 249,3-1 0,3-1 1,1-1-703,-2 0 0,0 0 1,0-1 686,-1 1 0,1 0 1,-3 0 18,4-2 0,-5 2 515,-11 1-448,-10 3 0,-8 0 56,-8 2 331,-8 0-404,-4 3 1,-4 1-35,-7 5 1,-1 1 488,-2 0 1,1 2-506,8-2 0,0 2 0,2-1 5,-4 3 1,2 1-454,0-1 0,0 1 448,3 0 0,0 0-17,-1 1 0,3 1-173,-1 7 44,16-5 23,29-10 61,-4-8 1,2-2-368,4-2 1,1 0 372,2-2 0,0-2-17,1 0 0,0-2 17,-2 0 0,1-1 33,3-2 1,-1 1 22,-12 3 0,-1 1 1042,15-8-986,-27 10 910,-15 4-898,-7 2 77,-14 3-33,12 0 0,-2 1-248,-2 2 1,0 2 213,-2 1 1,-2 1-42,2 1 1,-3 1-1,2 0 23,-4 1 1,1 1-57,4-3 0,-1 2 0,2-2 1,2-1 1,1-1-6,-10 7-11,12-5-169,21-4 118,17-6 1,7-4 5,0-1 0,1-2-695,1 0 1,1 0 0,-1-2 720,-4 0 0,-1-1 1,0 0-27,0 0 0,-1 0 0,0 0-266,8-5 0,0 1 322,-5 0 0,-2 1 228,-6 2 0,-1 0-184,5-5 158,-13 5 324,-11 4 1563,-10 3-2033,-11 3 23,-10 8 193,14-2 1,-2 1-228,-2 3 0,-1 1-1,-1 1 1,-2 1-22,1 0 0,-1 1-5,3-1 1,-1 0 0,1-1-25,0 1 1,0 0-50,-4 4 1,3-1-2,10-5 22,18-2 12,17-8 22,-2-3 0,2-2-19,3-2 0,3-1 1,-1-1-450,5-3 0,0-1 464,-3 1 1,1-1-1,-3 1 4,2-3 0,-3 1 0,-2 1 0,-2 0 758,11-8-690,-12 5 308,-11 6-7,-5 4-246,-10 3-55,-5 2-24,-11 8-32,-10 4-11,15-3 0,0 1 10,-3 2 0,1 0 0,0 0 0,0 1-289,2-1 0,0 1 278,1-1 0,1 0-11,-9 8-90,6 0-190,20-8 235,13-2-112,23-15 38,-14 1 1,2-3 99,3-2 0,0-2-4,1-1 1,0-1-1,-2-1 0,0 1 28,-3-1 1,0 0 274,0-3 0,-2 0-235,5-7 66,-6 3-44,-21 13-56,-11 10 12,-7 9-12,-10 7 5,4 1 1,-2 2-29,-2 2 1,-2 0 171,2 1 0,0-1-166,2-3 0,4-2-140,1 2-179,10-5-123,11-7-57,14-5-10,13-6 83,-7-1 0,1-2-374,3-2 1,1-1 390,1-3 0,1-1 280,-1 0 1,0-2 66,-2 1 1,0 0 78,-2-1 0,-3 1 236,-2 0 0,-2 0 212,6-11 617,-11 4-224,-8 6-236,-10 5 11,-20 5-358,-2 11-135,8-2 0,-2 3-181,4 3 0,1 2 97,-3 1 0,0 0-11,-1 2 0,0 1-278,-1 0 0,1 1 250,0-1 0,0 1 0,-3 6 0,2-1-6,10-7 1,1-1-95,-2 4 0,6-2-90,14-4 156,10-5-55,14-5 72,-10-4 0,1-2-17,1 1 0,2-2 197,-1-2 1,-1-1-158,0 1 0,-1-1 17,12-4 717,-9 4-651,-11 3 113,-7 2-22,-4 2-180,-7 1 22,-4 2 739,-11 4-761,-5 2 0,-5 3-11,-3 2-366,0-1 377,-1 1 0,2-3 0,1-2 11,5-3-11,7-2 11,6-3-168,8-3 68,17-9 89,6-1 5,-1 3 1,1 1-6,0 1 0,1 1-1,1 0 0,0 0 1,0 0 0,2 1 5,5-3 1,1 0-6,-7 2 0,0 1 6,4-2 0,0-1 5,5-2 11,-3-1-11,-4-2 12,-4-2-1,-4-1 90,-4-5 157,-6-1 61,-2 5 1,-4-2 89,-5 2 1,-1-1-192,2 0 1,-2 2 185,-16-10-180,8 17 345,-1 4-580,2 3-33,-2 9 10,-1 7 12,0 12 11,8-8 0,1 2-28,-3 12 0,2 0 17,3-7 0,1-1-424,0 7 1,1-2 311,3 2-374,12-3 261,-2-12 136,9-3 144,4-15-32,-5-8 55,6-7-22,-7-7-23,-1-2 79,-3-3 33,-2-2-22,-2 0-17,-5 12 1,-1 1-6,1-5 777,-2-2-856,0 19 17,-1 4-129,-3 9 101,-9 24-6,5-7 1,0 3-214,-1 8 1,2 0-123,0-6 1,3-1 149,3-6 1,3-3-202,5-1 224,4-7 156,3-5 12,1-4 23,1-7 10,0-4 147,-1-7 179,-1-3 55,-3 0 57,-4 2 154,-2 3-469,-3 6-156,-2 4-11,0 3-224,2 7 235,0 4 0,2 7-169,1 4-167,-1 2-89,0 0 33,-1-2 123,0-2 44,-1 0 91,0-7-68,0-3-515,0-5-930,4-3-1630,3 0 3048,5-5 1,-6 3 0,0-3 0</inkml:trace>
  <inkml:trace contextRef="#ctx0" brushRef="#br4" timeOffset="317942">19465 10987 13689,'10'-15'437,"3"3"-325,0 11-90,6-1 12,1-1 22,-2 2 45,-5-1 571,-6 0 236,-5 1-841,-2-1 146,-6-1-67,-8 1-79,-1-1 79,-3 2 78,8-1-12,3 2-122,2-2-90,4 2 0,1-1 22,22 1-22,2-1 17,-1 1 0,2 0-623,-2 0 1,1 0 605,1 0 0,2 0-17,-1 1 0,1-1-191,10 1 1,0 0 84,-4-1 0,-2 1 123,1-1 0,-3 1 123,2-1-101,-21 0 12,-15 0 0,-5-1 22,-10 0 22,-4-1 0,-3 1-50,5 0 0,-1 0 171,-9 0 1,-1 0-195,9 1 1,1 0 33,1-1 0,1 1-16,-12 0 47,10 0-227,12 0 213,31 1-22,7 0 0,8 1-34,-3-2 0,3 1 0,-1 0-514,0 0 0,-1 0 0,1-1 473,-1 1 0,0-1 0,-3 0 2,-1 0 0,-3 0 224,-3 0 1,0 0-186,11-1 23,-11 0 100,-10-1-11,-14-4 11,-11 1-100,-11-2 10,-11 3 392,14 2 1,-2 1-393,-2 0 1,-2 0-18,-2 1 1,-1 0 17,0 0 0,-3 0-27,5 1 1,-3-1-1,2 2-30,-6 0 1,3 1-62,0 0 0,5 2 84,7 4 401,40-1-379,-4-4 0,3-1-22,9 0 0,2 0-576,4-2 1,1 0 523,-11 0 0,0-1 0,1 1-49,7-1 0,2 0 0,-2 0 84,2-1 1,-1 1 8,-7-1 1,1 1-1,-5-1-46,12-2 99,-13-1 738,-12 1-436,-14-1-279,-31 2-63,16 1 1,-2-1-730,-11 2 1,-3-1 728,5 1 1,-1 1-12,-3 0 1,0 1 5,-2 0 0,0 0 0,0 1 0,-1 1-12,3-1 1,-1 1 292,9 0 1,-2 0 0,3 0-361,-1 2 1,2 0 39,-2-1 0,9 2 93,20 2-32,26-6-5,-4-1 0,3-1-501,5 0 1,3-1 483,-10 0 0,0 0 0,0 1-168,1-1 1,1 0 0,-1 0 167,-2-1 0,1 1 0,-1-1 0,10 0 0,-1 0-23,4-2 1,-1 0 22,-15 1 0,0-1 48,1 1 1,-3-1-5,-10 0-44,-8 1 0,-14-1 952,-9 0-952,-16 2-12,12 0 1,-4 1 0,2 0 639,-8 0 0,0 1-628,2 0 0,-2 0 0,2 0-550,7 1 1,2-1 0,-1 1 543,-12 2 0,1-1 0,2 0 1,2 1-173,4-1 0,1 0 166,5 0 1,3 0-246,-2 6 302,52-1-12,-10-4 1,2-2-198,4 0 0,3-1 0,0 0 164,-3-1 0,0 0 0,0 0-23,-1 0 1,1 0 0,0 0-29,10 0 1,0 0 478,-4-1 1,-2 0-451,-4 1 0,-1-2 140,-1 0 1,-2-1-85,2-1 22,-8-2-90,-27 3 1530,-13 1-1508,-7 1 1,-4 1 0,5 0 0,-1 0 34,2 1 0,-1-1 0,-2 1-12,-1 1 0,-2-1 0,3 1-471,-5 0 1,1 0 455,6 0 0,0 0 0,3 0 4,4-1 0,4 1-89,-6 2-46,13 0 214,47 2-61,-12-4 1,4-2 0,0 1-405,3 0 0,1 0 0,0 0 386,-3-1 0,2-1 0,-2 1 0,0-1-383,-1 0 1,-1-1 0,0 1 348,10-2 1,0 0 16,-4-1 0,-1 0 405,-1 0 1,-1-1-98,4-5-78,-20 1-190,-33 4-23,-2 4 0,-4 0 0,-3 1 0,-1 0 93,-5 2 1,-1 0-94,10 0 0,-1 0 0,-2 0-3,-2 1 0,-1 0 0,-2 1 0,1 0-6,2-1 1,0 1 0,0 0 0,0 0 5,0 0 0,1 0 0,1 0 1,1 0-38,-14 2 1,9 2 1490,12 1-1485,23-2 34,21-1 7,-1-4 1,6-1 0,1-1-290,-2 0 0,1 0 0,1-1 0,1 0 279,-1 0 1,1-1 0,1 0 0,0 0 0,-2 0-336,2 0 0,-1 0 0,-1-1 0,0 1 338,4-3 0,-1 1 0,-4-1 0,-3 1 0,-3 0 403,-4 1 1,-1-1-393,6-2 146,-12 0 78,-7 2 893,-13 1-1117,-13 1-6,3 1 1,-3 1 135,-6-1 1,-2 1-142,-5 1 0,-2 1-12,10-1 1,0 1 0,0 0 11,-2 0 0,-1 1 0,1 0-4,-1 0 0,1 1 1,0-1-9,1 0 1,1 1 0,0-1-258,-3 1 0,0 1 0,2 0 263,2 0 0,2 0-128,-3 0 0,10 2 134,17-1 22,23-1 11,-3-4 1,4 0-514,8-1 1,3 1 483,-8-1 0,0-1 0,1 0-28,3 0 1,-1-1 0,1 0 15,-1 1 1,1-1-1,1-1-29,-3 0 1,2 0 0,-1 0 0,-1 0 36,-2 0 0,-1 0 0,1 1 14,3-2 1,2 0 0,-6 0 249,-6 1 0,-4 1-63,4-4 225,-11 2-258,-9 0 956,-11 0-1096,-10 2 0,-4 1-13,-1 0 0,-3 0 0,-1 1-101,-1 0 1,0 0 0,-1 1 77,-4 0 1,-2 0 0,2 1 7,6 0 0,1 0 0,1 0 0,-2 1 0,1 0 0,-1 1 0,2-1 0,-1 0 0,-1 2-49,-4 0 0,-1 1 0,2 0 15,-2 2 1,2 1-46,-1-1 1,9 1 67,23 3 11,33-8-6,-3-3 1,3 0-489,-6-1 1,1 1-1,1-1 453,3-1 0,1 0 0,-1-1-27,2 1 1,-1-1 0,0 0 29,-1-1 1,-1 0 0,0 0 37,-3-1 0,-1 1 0,0-1 473,7-1 1,-1 0-474,-6 0 0,-3 1 45,12-4 547,-15 1-201,-11 1-267,-12 0-102,-14 1-28,-13 3 1,-4 1 5,1 0 0,-1 0-108,0 1 1,-2 0 0,1 0 107,5 1 0,0 0 0,1 0 0,-1 1 0,0-1 0,0 2-4,1-1 0,0 1 1,1 1 3,3-1 0,0 1 0,1 0 130,-7 2 0,2 1-141,7 0 0,4 0-56,-4 7-79,17-1 146,24-2 0,-1-7 0,3 0-815,10-2 1,4 0 795,-8-1 0,1-1 1,1 0-5,1-1 1,2 0 0,-1-1 137,1 0 1,-1 0 0,1-1-124,-2 0 1,-1-1 0,0 1 7,-3-1 0,0 0 0,-1 0 11,2-1 0,0 0 0,-2-1 150,2 0 0,-3-1 108,-2 0 0,-4 0 11,-9-1-179,-24 4-101,-15 2 0,6 1 0,-2 1 227,-7-1 1,-1 2-236,9 0 1,-1 0 0,-1 1 4,-4 0 0,-2 0 0,-1 1 0,2 0 14,-2 1 0,1 0 1,-1 1-359,2-1 1,-2 1-1,1 0 1,2 0 346,3 0 0,1 1 0,2 0-34,-9 3 0,2 2-44,6-2 0,4 2-191,-5 8-135,18-2 213,29-9 1,14-3 44,-1-1 1,6-3-1,0 0-81,-8 0 1,1-2-1,0 1 1,1-1 226,-3 0 0,2-1 0,-1 0 0,0 0 0,-2 0 0,7-2 0,-2-1 0,-1 0 11,-2 0 0,-1 0 0,-1 0 737,-3 1 1,0-1 0,-2 0-301,11-3 0,-3-1 28,-12 3 0,-4 0 305,12-7-624,-32 7-157,-14 0 45,-18 3-708,9 2 1,-3 1 662,-6 0 0,-2 0 0,9 1 0,0 1 0,-1 0 0,-2 0 0,0 1 0,-2 0 155,6 1 0,-2 0 1,0 0-1,-1 1 0,1 0-161,-6 2 1,0 0-1,1 1 1,0-1 5,1 0 0,0 0 0,1 1 0,2-1-41,-2 3 0,1 0 0,8 0-250,-2 7 170,19-4-47,28-3 123,-1-7 0,3-2-421,11 1 0,5-1 393,-6-2 0,4-2 0,2 1 0,0-1-200,-7 0 0,0 1 0,0-1 1,1 0-1,-1 0 273,1 0 0,0-1 0,0 1 0,-1-1 0,-1 1 2,3-2 1,0 0 0,-2 1 0,-4-1 275,4 0 1,-4-1-245,-5 1 0,-3 0 291,5-2 683,-14 0-941,-37 3-33,-9 0-733,2 4 1,-3 0 698,-1 3 0,-1 0-4,10-1 0,0 1 1,-1 0 496,-1 0 1,-1 2 0,-1-1-494,2 1 0,-2 1 0,-1-1 0,3 2 16,-4 1 1,1 1 0,2 0-297,0 1 0,2 0 0,7 1 156,6 12 62,31-15 1,9-3-46,10-2 1,3-2-414,-8-1 0,1 0 0,1-1 475,1 0 0,1 0 1,1-1 18,-2-1 1,3 1 0,-1-2 0,-2 1 25,0 0 0,-2-1 0,1 0 7,4 0 1,1-1-1,-4 0 1178,-8 0 0,-4 1-782,9-4 1145,-16 1-1279,-9 2-98,-18-1-138,-11 3-33,5 1 0,-4 1 464,-6 1 0,-3 1 1,-2 0-463,6 1 1,-2 1 0,0 0 0,-1 0-473,0 0 0,0 0 0,0 0 0,0 1 464,0 0 0,1 1 1,0 1-1,3-1 2,2 1 0,1 0 1,2 0-268,-8 2 0,3 1 181,4-1 1,6 1-763,8 12 661,30-13 1,9-4 83,1 3 1,2-2-479,1-3 0,2-3 0,0 0 573,-7 0 1,-1-1 0,0 0 11,-1 0 0,0 0 0,-1-1 480,9-2 1,-2 0-475,-5 1 0,-1-1 10,-7 1 1,-1 0 1339,8-5-571,-19 1-740,-12 1-45,-20 3 5,6 3 1,-2 1 812,-6 0 1,-2 0-803,-4 0 1,-2 1-6,8 1 0,-2 0 1,-1 0-1,2 0-305,-2 1 1,2 0 0,-2 0 287,3 1 1,-3 0-1,1 1 1,3-1-1,-9 4 1,4 0-12,3 1 0,3 0-22,4-1 0,5 2-353,4 11 308,28-13 0,12-3-17,-1 0 0,5-2 0,1-1-338,-1-2 0,2-1 1,0-1-1,-1 0 441,-3 0 1,-2 1 0,0-1 0,-1 0 4,5-2 1,-2-1-1,-3 1 245,-5 0 0,-3 0-219,11-4 1204,-10 2-800,-9 2-22,-7 0-146,-3 0 1945,-9 1-2203,-8 0-11,-13 1 0,9 1 0,-2 1-138,-3 1 1,-2 0 143,-2 0 0,-3 2-14,2 1 1,-3 1-1,3 0 8,-5 1 0,2 1-15,5-2 0,0 1 0,4 1-97,-10 5-235,17-1 11,13 0 191,23-2-46,15-3 73,-7-3 0,1-2-323,4 0 0,2-1 422,-3-1 1,1 0-1,0-1 23,-6 0 0,1 0 0,-2 0 12,12-1 1,-4-1 252,4-2 1043,-30 2-1088,-6 1-112,-10-1-90,-7 1 1,-11 1 10,0 1 1,-1 1-12,5 0 1,-1 0-390,-8 1 1,0 1 366,9-1 0,2 2-6,1 1 1,2 0-7,-14 5-290,11 4-23,30-3 168,13 0 61,1-6 1,4-3-241,0 0 1,0-1 284,2 0 1,-1-1 336,0-1 0,-1 0-281,-3 0 1,0-1-1,-3 0 1,-2-1 50,16-3 235,-18 4 180,-3-1-269,-20 1 191,-5 1-393,-10 0 34,-8 1 0,-5 1 343,16 0 1,-2 1-378,-6 2 0,1 1-23,-8 2-111,0 3 55,25-2 46,12-1-1,13-1-90,14-1 23,-10-3 1,2 0-159,12 0 0,3-2 263,-12-1 0,0 0 0,1-1-595,-1 1 0,0 0 0,0 0 596,9-3 1,-1-1 5,-11 1 0,0 1-174,-1 1 0,0 0 163,-1-1 0,0 1 22,12-2 12,-6 0 145,-7 1 222,-11 3-401,-3-1 1727,-5 2-1962,-1 0 455,0 6-713,0 0 302,1 3-44,0-2-34,2-6 202,1 1 67,0-2 44,3-1 1,1-3-22,2-4 55,2-6 79,1-4 90,0-5 10,0-3-111,-2-3-262,-2-3 396,-3-3-163,-5 16 1,1 0 11,-2 0 1,1 0-7,-2-1 0,1 1 157,-3-4 0,-1 1-11,-1-5-247,-4 2-22,3 20-101,1 7 101,-2 10 0,-3 10 34,-2 12-221,5-13 0,0 0 187,-5 13 0,1 1-286,2-9 0,0-1 241,-3 8 0,1-2-201,-1 4 156,4-10-33,4-10 45,3-6 167,5-8 57,12-18-23,-4 2 0,0-3-56,2-1 1,-1-2-83,0-3 0,-2 0 60,-3 4 0,-2 0 17,-1-1 0,0-1 50,-2-1 0,0 0-45,-1 0 0,-1 0 11,-1 2 1,0 1 536,-2 0 0,0 1-615,-1 0-22,-5 3-34,2 21 33,-2 11 23,-3 14 0,2 1 0,-1 6-333,3-12 1,0 1 0,-1 0 253,2 0 1,-1 0 0,0 0-85,-1 7 1,1-3-55,2 0 26,3-10 79,2-10 112,5-5 22,3-10 23,6-6 0,3-9-23,1-10 453,-8 13 0,-1 0-447,0-3 0,-1 0 34,0-3 0,0 1 5,-2-2 0,-1-1 17,-1 1 0,-1-1 0,-1 1 0,-2 0 50,-2-3 1,-2 2-1,-6-8-246,-4 6 79,-1 32 33,1 17-6,6-2 1,0 3-571,-1 5 0,-1 2 570,0 4 1,0 1-312,3-10 0,0 0 1,0 0 118,-1 0 0,1 0 0,-1 0-217,-3 9 0,1-1 107,0-5 0,1-1 106,2-5 1,2-3-79,-2 8-112,4-13 324,3-7 46,1-7 1070,3-7-1003,2-6 1762,2-8-1701,-4 1 1,-3-2-29,0-3 0,-3 0-61,-1 0 0,-2 0-115,-2 1 1,-2 3 141,-11-2-44,-2 7-33,1 9 10,2 3 12,4 7-56,5 6-67,5 5 22,8 6-291,11 1-259,9-2 35,-7-10 0,2-1 134,0-1 0,1-1-269,16 2 482,-5-3 280,-8-3 67,-6-2 1861,-9-4-1279,-6-1-78,-10-4-77,-6 0-124,-9 1 22,-7 1-91,-4 3-194,15 2 0,0 1 33,-10 0 0,1 1-84,7 0 0,0 0-28,-5-1 0,1 2-28,0 1-90,8 2-89,9 3 134,19 4-101,25-1 45,-15-5 0,1-1-398,6 0 1,0-3 498,-7-1 0,-2 0 0,15 0 251,-8-1-184,-10-1 57,-8-1 145,-5 0-101,-5 0-146,-5 0 942,-6 2-941,-7 0-12,-4 1-11,-3 4 11,2 2-11,1 5 0,4 1-56,4 0-78,6 3-214,9-1 101,11-1-10,13-5-124,9-6-22,5-1-113,1-1 505,-2-3 11,-8 0 90,-8-2 212,-8 0 225,-6 2-281,-3 0-89,-6 1-146,-4 1 0,-5 0 482,-16 1-493,-1 3-33,1 1-1,8 2-56,16 1 12,3 0-12,10-1 34,5-1-100,12-2-91,5-2 68,2 0 89,-1-1 90,-5 0 23,-8 0-23,-6 0 56,-7 0-23,-2 0-21,-3 0-24,-4 0 12,-6 0-22,-8 0 22,-9 4 0,-3 1 0,-2 2 22,3-1-22,4 0 0,6-2-201,7 0 44,6-1 157,9 0 0,6-2-112,8 0 56,5 0 22,3-1 34,-1 0 0,-1 0 23,-6-1 122,-5 0 135,-6-2-123,-5 1-78,-8-2-1,-3 2-22,-7 1 0,-4 0 22,0 0-44,0 1-12,2 0-33,-2 0-90,10 2 79,1 0 0,9 2 22,8 0 0,5 1-45,9-2-11,-1-1 0,0-1 56,1-1 0,0 0 11,0 1 0,0-2-11,11 1 0,-14-1 0,-3 0 11,-3-1-11,-4 1 0,-3 0-56,-3 1 45,0 0 146,-1 0-91,1-2-21,-1-2 78,2-4 179,1-9-56,-1-9-67,0-1-90,-3-4 68,0 6-79,0-2-11,-1 0-29,1 6 1,0-1-6,-2-13-505,2 11 0,0 1 494,0-11 78,0 4 158,-1 7 21,0 7-257,-1 9-235,-2 5 235,-2 11 11,-10 20-6,6-8 1,0 2-6,-1-1 0,0 0 321,1 0 0,1-3-321,-1 1-33,4-6-23,2-5 56,3-5 134,1-3 124,9-11-34,0-2-11,7-12 0,-3 1-34,-4-3 0,-1-1-17,-5 7 1,-1 0 106,0-11-208,-2 11 1,-2 1 374,-5-6-425,-4 3 23,-4 3-34,-1 2 0,1 5-34,1 4 34,3 4-123,2 2-414,4 1 156,2 1 314,10 3-57,3-2 68,7 2-11,0-2-45,1-1-146,9-1 213,-8-2 45,5-1 23,-9-3-12,-8 3 11,-1 0 45,-5 3-123,-1 0 45,-5 0-22,1 1 10,-4-1 23,2 0-22,2 1-135,2 0 56,1 0 90,9 0 11,1 0 0,8 0 34,-2 0-34,-3 0 33,-5 0 57,-3 0 11,-3-1-1,-1 0-100,0-1-22,-2-1-23,-4-1 45,-3 0 0,-5 0 0,-1 2 0,1-1 0,-1 2 0,0 0-11,-14 0 11,3 1 0,6 0 0,0 0-22,-12 0 22,-2 2-23,2 0 23,3 2-22,5 0 22,2-1 22,9-1-22,4-1-22,7-1-79,2 0 101,0-5 0,-3 1-90,-1-2-10,-5 3-1,-18 1-45,2 3 79,5 0 0,-1 2-157,-14 2 128,16-1 1,0 1-55,1-1 0,-1 0 111,0-1 0,0 1-6,0-1 0,-1 0-6,-8 1 1,0 0 22,5-2 0,1 1-209,-8 0 0,1-1 175,8 1 1,2-1 27,0-1 1,0 1-57,-15 3-44,6-2 67,7 0 22,5 0 34,7-1 11,3-1 234,4-1-257,1 0 451,1-3-428,0-1 0,0-2 0,0-1 33,1 1-66,1 2-34,0 1 22,2 2 34,1 5-1,0 0 12,1 4 0,0-1 0,-1 1-67,0 1 67,-1-1 0,0 2 0,-2-3 0,0-1-33,-1 0 21,0-2 24,-1 0-12,0 1 22,-2 0-22,0 2 11,-2-1-11,1 0 0,0 0 11,1 1-22,-1 0 11,-1 0 0,-1 1-11,2 2 11,0-3 0,2 2-78,1-5 66,0 0 12,1 1-11,4-2-829,6 3 840,19-1 0,-16-2 0,9 0 0</inkml:trace>
  <inkml:trace contextRef="#ctx0" brushRef="#br4" timeOffset="326267">20703 10940 9263,'-4'0'784,"1"0"-436,3 0 223,14-14-324,-11 10-46,10-10-33,-19 18 34,-4 1 11,-5 4 616,-10 4-403,7-5-123,-3 2 33,13-7 11,4-2 146,3-1-179,7-4-258,13-8-45,1 1-11,6-5 11,-10 7 12,-5 3 78,-5 3 134,-3 1 45,-2 2-258,-11 1-44,-2 4 22,-11 2 0,0 3 22,0 2-22,1-2 0,3 0-33,5-2-68,6-2-123,4-2-23,9-2 247,19-2 0,2-4 6,-5 1 0,-1-1-6,12-6 0,1-1 11,-2 1 0,3-2 370,-14 5 291,-2 1-538,-18 5-66,-9 1-1,-7 1 0,-8 4 1,-3 1-12,-2 4-40,11-3 1,0 0-17,-5 3 0,-3 3-33,19-7-91,3 0-21,7-2-24,8-2-88,9-1-79,9-1 134,6-2 79,-10-2 0,0-1 123,-7 1 0,0 0 16,4-2 1,-2 0 6,0-1 279,-9 3 280,-6 2-425,-8 1-44,-8 1-1,-24 7-68,11 0 1,-1 0-28,0 1 0,0 1-331,0 0 1,2 1 324,-6 3-274,3-2 240,6 0 1,7-4-90,5-1-157,10-3 269,8-2 0,12-2 0,8-4 11,6-3 89,-16 2 0,0 0-89,1 0 0,0-1-11,-1 0 0,0-1 17,5-2 0,-1 0-6,6-2 302,1-2-222,-24 9 133,-4 3-213,-8 2 11,-7 1-22,-11 5 11,-9 3-11,14-3 0,-1 1 6,-8 4 0,0 0 5,6-2 1,1 0-18,-4 1 1,1 1 5,-2 1 0,7-3-23,6-2-347,7-3 135,6-2-224,25 0 375,-3-6 0,3-2 84,3 2 0,1-1-469,4-3 0,-1-2 474,-9 3 1,-1 0-1,-2-1 1,-2 1-156,13-5 418,-12 2 416,-10 4-135,-12 2-493,-9 2-22,-11 2 33,-9 5-34,-5 2 473,16-2 1,1 2-507,0-1 0,0 1 11,-15 6-11,15-5 0,1 0 0,-5 3 195,3 0-262,16-6-123,8-2 55,10-2 57,11 0 44,-6-2 1,0-1-285,4-1 0,1 0 318,0-2 0,1-2 5,10-3 1,-2-1-6,-9 2 0,-2 1 28,6-3 0,-3 1 292,-4-1 16,-8 4 67,-8 3-190,-6 2-191,-9 2-22,-25 7-17,7 1 1,-2 1 16,-1 0 0,0 1-410,-3 3 1,1 0 403,10-4 1,1 0-6,0 0 0,0 0-365,2 0 0,0 0 314,2-1 1,0 0-96,-11 7-437,9-2 471,13-5 33,19-2 90,16-6 11,-7-1 1,1-2 300,4 0 0,1-1-307,0-1 1,1-1-1,-1 0 1,1-1 11,8-3 0,-2 0-12,-10 4 1,-1-1 11,4-1 0,-2-1 1033,-4-1-860,-11 3-122,-9 1-46,-12 4-33,-10 2 11,-12 1-12,2 3 1,-2 1-61,7-1 1,0 0 71,-9 3 0,0 1-6,11-3 0,1 0 6,2 0 0,0 1 0,-15 6-137,8-1 126,10 2-370,14 1 325,38-2 45,-16-7 0,3-1-624,12-1 1,2-2 589,-5-1 0,-1 0 23,0 0 0,0 0 353,-2 0 1,0-2-349,4-1 0,-1 0 17,7-3 22,-17 2 1,-4-1 78,-7 0 30,-5 0-86,-11 0-12,-5 1-33,-11 2 34,-8 0-12,-6 2 34,5-1 0,-1 2 227,7-2 0,1 2-272,-8-1 0,1 1-11,12 0 0,1 1 68,-10 2-79,9 2-57,10 0-10,9 1 67,15 1-12,11 1-95,6-4 1,3 0-106,-8-1 1,2-1 65,9 0 0,0 0-22,-12-2 0,-2 0-337,-1-1 1,0 0 403,13 0 51,-7 0 61,-11 0 235,-12-4 22,-27-1-100,-5-2-62,3 4 1,-1 2 263,3 0 1,-1 0-242,-2 1 0,-2 0-383,0 0 0,-1 0 298,-1 0 1,1 1 11,0 0 0,0 1-480,-5 1 1,0 1 445,12 0 0,0 1-11,-2 0 0,3 1-67,8 2 284,7 1-262,14 1-101,8-1-56,15 0-67,0-5 1,2-1 403,-7-1 1,1-1-192,9 0 0,0 0 56,-12-1 0,-2 0 5,-3-1 1,-1-1 1092,12-2-986,-11-4 359,-9 1 100,-6-1-268,-7-1-146,-22 0-56,-2 3 43,2 3 1,-2 1-106,3 1 0,0 1 6,-3 0 0,0 0-6,1 0 0,0 0-6,1 0 1,-1 0-28,3 0 0,0 1-102,-3 2 1,2 0 72,-5 4-33,3 5-67,24-3 45,16 0-46,10-1 51,-4-5 1,2-1-29,3 0 0,1 0-83,4-2 1,-1 1 99,0-1 0,2 0 50,-6 0 0,0 0 1,-1-1 33,2 0 0,-2-1 5,4 1 1,-3-1 227,-5-4 70,-11 3-79,-5-1 11,-8-1-201,-6 1 55,-24 1-55,8 2 0,-3 1-8,4 0 0,-2 1 0,1 0 18,-7 0 1,0 1-40,3 1 1,2 0 5,-4 3-11,8 1-123,11-1-22,16 3 10,14-5 1,7-1 22,-3 0 0,2 0-1198,11-1 0,1-2 1282,-8 1 0,-2-2 11,0 1 0,-2-2 286,-2 1 1,-2-1-237,1-1 1,-3 0 180,3-2 178,-4-1-45,-23 1-347,-6 2 0,-12 0 45,-6 2 2305,-6 1-2345,16 1 1,0 0-1,-1 0 1,-1 1-6,1 1 0,-1 0 0,1 1 0,0 0 6,1 0 0,0 1-6,-14 6-79,5 3-10,15-4-191,8 3 0,42-6 38,-6-4 1,2-1 168,2-1 1,1 0-338,3-1 1,-3-2 409,-12 1 0,-2-1 34,15-3-136,-10 0 382,-9 0 418,-9 1-329,-5-1-223,-16-1-124,-1 2 796,-16 0-807,-3 3-11,-4 1-236,17 1 0,-1 1 236,1 0 0,-1 1 5,-8 3 1,-1 1-6,3 1 0,1 1-22,1-1 0,2 2-236,-5 6-257,23-3 122,17-4 169,9 0-45,15-4 35,-15-4 1,1 0 154,1 0 1,0-1 78,0 0 0,-1 0 5,-1-1 1,0 0-6,13-2 123,-7-3 225,-9 2 301,-9 0-155,-5 1-136,-4 0-324,-7 0 750,-5 2-779,-7 0 1,-3 1 22,-3 3 0,-2 1-28,-1-1 0,1 0-159,1 4 1,1-1 169,-3 3-22,5 0-12,7-3-89,7-1 34,15 0 78,10-2 0,15-1-6,-11-2 1,0 0-193,3 0 0,-1 0 153,1-1 1,0 0 38,-1-1 0,0 0 159,1-1 0,-1-2-41,6-3-45,-5 1-22,-16 1-23,-9 2 12,-6 0 362,-7 1-396,-9 1 34,-7 1-1,-6 1-985,17 0 1,0 0 956,-1 0 1,-1 0-1,1 0 1,0 0-13,0 1 1,0 0 6,1 0 0,1 1 0,-15 3 0,9 1-67,11 1-68,9 0 113,15 1-68,10-2-33,16-1 696,-15-4 1,2 0-782,2 0 0,-1-1 34,2 0 1,-1 0 44,0 0 1,-1 0 66,-2 0 0,-1-1-16,16-1 102,-10-2-24,-8 2 45,-8-1 100,-6 0 46,-3 2-113,-8-2 513,-4 1-467,-7 1 8,-4 1-31,-5 0 11,5 1 1,-3 0-97,-2 3 1,-1 0 11,-7 2 0,0 0-28,9 0 0,2 0-100,-12 6-58,25-4-189,10-2 179,14 0-157,5-3 0,4-2 22,-3 0 1,1 0-424,8 0 0,1-1 709,-9 0 1,-1 0 5,16-1-20,-7-1 64,-7-1 225,-8 0 974,-8 0-884,-10 2-225,-21 0-56,-3 0-50,6 2 0,0 1-17,-14 3 413,17 0 0,0 0-413,0 1 0,-1 1 17,-5 3 1,-1 1-85,8-1 0,1 1-29,-1-1 1,4 0-162,10 4 78,19-9-23,11-1 90,8-3 89,-11 0 1,2-1 44,-5-1 1,-1 0 335,16-2 633,-19-1-408,-13-2-269,-6 1-158,-4-2-88,-6 1-12,-6 1-12,0 1 1,0 1 11,-15 0-51,11 1 1,-1 0-6,-13 2 0,1 1-11,2 3 11,6 2-11,7 5-392,10 4-168,30 0 206,2-8 1,3-2 134,4-1 1,0-1-175,4-2 1,-1-2 403,-9 0 0,-1-1 0,15-2 22,-7-3 617,-5-3-123,-13 2-91,-2-3-111,-11 3-225,-5-1-21,-5 1 660,-9 0-717,-4 2 45,4 3 0,-3 0-45,-2 2 1,-1-1-7,-7 2 1,1 0-136,8 2 1,1 1 84,-13 5-11,24 3-11,7 1-89,14 0 49,9-5 1,4-2-12,-1-1 1,1-1-604,12 1 0,1-2 631,-6-1 0,-1-1-6,0 0 1,1-1 50,-2 0 1,0-1 44,-1 0 0,-1-1 125,-3-1 1,1-1-104,2-2 1,0-2 89,-3-1 0,0-2 95,1-3 1,-2-1-85,-5 3 0,-2-1 112,5-16-100,-8 6-1,-4-4-11,-1-2 969,-3-2-936,-1-1-43,0-1-46,-1 2 79,-1 5-23,0 4 213,-1 10-336,0 5-22,0 6-79,-2 14 101,-1 5 11,-2 14 11,-1 3-405,4-16 1,-1 1 376,1 0 1,-1 0 5,0-1 0,0 1-120,-2 14 31,1-6-46,4-7 46,2-8 10,0-6 79,0-3 873,0-2-851,3-5 293,2-5-248,3-7-45,1-5 90,-1-3-28,-3 4 0,-1-1 17,0-3 0,-2-2 50,1-7 0,-1 0-438,-1 7 1,-1 0 376,0 3 0,-1 3 22,-2 0-112,0 9-33,0 7-158,3 8 191,-1 26-68,1 1-82,0-5 1,0 0 149,0-5 0,0-2-6,-1 1 1,0 0-163,-1 15 673,1-5-639,-1-4 145,2-13 123,0-4-89,3-14 33,1-5 379,4-10-255,1-3-56,-2-4-68,0-4-5,-4 6 0,-1-2-28,0 6 0,0 0-218,-1-7 1,0 0 216,-1 8 1,0 2 45,0-15-45,0 7 22,-1 7-67,-1 8-179,-3 8 156,-2 25 23,-1 3 0,3-3 0,2 2-155,-1-4 0,2 0 104,0 0 1,1 0-151,-2 14 55,3-7 534,0-7-568,6-5 180,0-8 56,6-6 34,0-9-67,0-6 55,-1-9 90,-1-2-45,-3-3 45,-5 8 0,-1-1-56,1-7 312,-2-8-390,-4 18-12,-1 4 12,-3 4-23,2 5-11,2 3-112,1 2 79,0 2-68,-5 14-11,2 0-23,-1 12-21,4-7 21,2-2 79,1-5-11,1-5 67,1-4 78,2-3-10,3-14 66,3-7-100,0-5 134,-2-3-112,-5 9 56,-1 2 56,-2 1-12,0 3-256,0 6-12,0 2 89,0 12 23,0 5 0,0 13 11,0 8-11,1-6 0,-2 3-56,1 1 0,-1 2-373,0-8 0,-1 1 0,1-1 367,-1 3 1,0-1 10,0-5 1,0-2-120,0 4 92,1-4-113,-1-3 101,-1 2-45,0-7 23,0 2 962,1-8-962,0-2 26,0 0-105,0-2-33,0 0-113,-2 1 69,1-1 133,-2-1-156,-2 2-191,-3 1 123,2-1-33,-1 0 90,6-1 302,2-3 235,0 1-33,1-6-45,0 0 22,1-5-67,-1 2-11,2 1 45,-2 1-90,1 2 11,-1 2-179,0 1 56,-1 7-78,0-3 44,0 5-112,0-4-11,1 0-33,1-1-258,3 1-684,3 1 639,1-2 381,-1 1 123,-3-4 45,-2 1 0,-1-1 706,1 0 235,-1-2-538,-1 0-223,-3-1 44,-3 0-79,-5 1 202,-4 0-66,-1 0 55,-3 0-78,-2 0-79,1 1 22,-2 0-77,-1 0-124,8 0-79,3 1-33,11 2 23,16 2-337,8 0 146,4 0-34,-2-2 79,-11-1 201,-6-1 34,-4 1 134,-2-1-10,-2 0-90,-4 0 111,-4 0 1,-5 0 67,-5 0 22,-1 0-45,-1 0-22,-2 0 45,-9 0-168,7 0-45,-3 1-22,13 0 22,5 2-79,5 1-100,2 1 11,6 1-11,6-2-12,8 0-122,17-3 212,-6 0 56,-9-2 0,-1 0 34,5-4 11,0-3 0,-2-2 45,-1-2-45,-3-1 90,4-11 212,-6-8-134,-1-2-434,-11 15 0,-1 0 434,0-10-123,-2-3 22,-1-1-22,0-3-34,-2 0 0,-2 11 1,0 0-12,-3-8-12,1 13 1,0 2 22,-4 3-11,0 6 0,-1 5-44,0 3-24,-1 3-167,-2 8 84,3 2-925,1 1 718,6-6 335,3-5 135,1-2 179,0-5 90,0-1-22,0-5-23,0 1-11,0 0-34,0 0-123,0-2 34,0 2-45,0-1 78,0-2 102,0 4-315,-1 1-22,0 6-202,0 2 191,1 6 11,6-3 45,2 4-34,12-3 0,-4-3-11,1 0 34,-7-1 0,-4-1 22,-2-2 0,0-7 11,-3-4-34,1 0 1,-2 1-23,0 4-11,0 2 0,-1 0 0,-1 3-11,0 0-11,-3 2-68,-2 1-100,-5 3-91,-5 5-246,-4 5-257,-5 8 352,12-8 1,0 0-171,-2 2 1,0 0 215,-1 2 0,0 1-376,-8 6 0,0 1 600,2-3 1,0 1 177,-2 0 1,2-2 219,-6 3 44,12-14 11,11-7-11,0 0 68,1 0 415,-3 1-203,-7 6-167,2-1-191,-5 4-158,7-2 35,4-2 10,1 0-55,4-2 112,1 0-79,1 0 22,0-2 57,0-1 1008,0-3-1075,0-4 21,0-3 1,3-5 157,2-12-135,1 4 90,1-7-22,-3 7 55,-3 1-55,0 1-113,-1 2 1,-1 1-91,-2 8-55,-3 1 56,-1 5 11,0 1 0,3 1 11,0 0-11,1 0 23,-1-1-1,1-3-22,-3-1 34,2-3-23,-1-2-11,1 0 11,1-1-11,0 1 0,0 0 45,0-1-34,1 5-179,-1 0 11,3 7 157,-1 7 23,1 7-23,0 9 0,0 5 0,0 2-23,0-1 12,0-3 11,0-5 0,-1-5-11,0-7 33,0-4 269,1-4-279,0-20 111,1-5-56,1-10 0,1 2-11,-2 9 34,1 1-12,-1 2 57,-1-2-79,0 9-56,0 0-124,0 9 1,0 3 112,0 6 11,-1 5 0,-1 10 5,0-1 1,0 1 5,-1 13-117,1-12 1,0 0 105,-1 5 0,0-5-22,1-5-1,0-6 23,2-4 0,0-4 45,0-2 235,0-2-280,0-5 223,0 0-167,-1-4 0,1 3 45,-1 3-67,0 1-79,0 2-67,-1 5 101,1 9 11,0 1 0,0 5 0,1-7 0,0 3-12,0-5 12,0 2 0,1-7 0,0 0 12,1-3-1,-1-1-45,0-1-381,0 0-78,0 0-616,1 4-717,0 1-1451,0 2 3026,0 1 0,-1-4 0,-1 0 0</inkml:trace>
  <inkml:trace contextRef="#ctx0" brushRef="#br4" timeOffset="327250">19605 11363 8961,'-3'-2'1826,"1"0"56,2 2-1299,-9-11-314,6 8 11,-7-9-22,8 10-180,-1 0-11,-1 1 23,0 0 22,0 1-23,-1-1-66,0 1 10,0 0-33,-1 2 23,2 0-23,-1 2 33,2-1-33,1 1 45,-1-3 1468,3 0-1457,-3-1-56,1 0 45,-2 0-34,0 0 23,1 0-12,0 0 0,1 0 23,-2 0-45,0 0 11,-1 0-11,-1 0-33,0 1-12,2 1-213,2 1-1075,1 3 1333,11 2 0,-7-3 0,7 0 0</inkml:trace>
  <inkml:trace contextRef="#ctx0" brushRef="#br4" timeOffset="328817">18702 11391 8983,'-3'4'1210,"0"-1"-112,3-3-549,-25 20-67,15-14-146,-20 15-34,21-18-55,-1 0-45,0 0 56,1-1-101,1 1-90,2-1 0,2-1-22,2 0-269,0-1 213,2 1 67,4 2 0,2 2-12,4 2-21,-1-1-23,0 0 0,-1-2 22,1 1 12,-2-2-12,-1 0 79,-3-1 863,-3-1-270,0 0-627,0 2-67,0-1 56,0 1 68,1-3-46,6 0-11,3-2-56,6-3 1,3-3-12,1-3 67,5-5-56,-8 4 67,1-3 35,-13 8 167,-2 3 11,-3 1-33,0 2-269,-10 0-1,1 2 12,-9 3 0,3 1 12,1 2-1,-1 0-11,2-1 0,2 0 0,2-1 11,3-3 11,3-1 12,1 0-68,2-3 23,4-3 11,2-5 0,6-3 11,6-3-11,-2 4 0,3-1 0,2-1 0,1 0-118,6-4 1,-1 0-62,-5 4 0,-1 0-107,-4 2 0,-1 0-476,2-5 112,-3 0 34,-2-2 258,4-10 335,-6 8 23,4-6 0,-6 12 12,0 3 144,-2 2 102,-1 1 123,-1 2 157,0-3-168,-1 5-270,-2-1-55,-1 5-45,-1 1 11,4 0 34,0 0-45,5 0 23,0-1-12,0-1 11,0-2 12,-1-2-1,0 0 1,-2 0 0,0 1 134,0-2 100,-2 3-133,-1 1-67,-2 3 10,-1 0-33,0 4 0,0 0-45,0 4 0,0-3-12,0-1 24,0-2 10,3 0 23,2-2-34,5 0 23,3 0-57,7 0-437,-3-2 80,0 1-304,-7-2-347,-5 2-929,-1 0 301,-1 0-784,-1 1 2443,-1-1 0,-1 1 0</inkml:trace>
  <inkml:trace contextRef="#ctx0" brushRef="#br4" timeOffset="330250">19333 10916 13364,'-6'0'504,"-2"1"-425,-1-1 357,-7 0 159,-2 0-326,-6 0-314,12 0-56,2 2 112,19 3 0,0 0-22,8 1-112,-3-3 89,-1-1 23,-1-1 11,-1-1 56,-4 0 79,0-1 66,-4-1 90,0-1 113,-3 0-91,0 0-77,0 2-68,-2 0-168,0 0-45,-6 5 12,-3 6-46,0 4 1,3 0-102,5-3 12,3-5 34,0-3 66,2-2 68,1 0 79,6-6-68,-3-1 56,3-5 12,-4-1 133,-1 0-9,-1 1-103,-2 1 169,-1 0-168,0 3-258,0 2 90,0 4-56,0 9-203,2-1 91,0 7-56,2-5-258,1 0 236,-1-2 189,-1-2 68,0-2 56,-3-1 504,1-2-212,-8-2-136,1 0-55,-9-1 34,0 1-57,-3 1-33,-3 0 33,-2 0-44,0 0-23,-1 1 11,0 0-22,0 0 12,0 0-24,1 0 46,2 0-68,2 1 12,1 1-325,2 0-2930,-3 3 2931,6-2 0,1 0 0,9-3 0</inkml:trace>
  <inkml:trace contextRef="#ctx0" brushRef="#br3" timeOffset="397706">3778 1399 9969,'0'-3'3276,"0"0"-1970,0 3-1306,0 6 79,0 5-34,0 10-45,-1 5 11,-1 4 11,0 0 1,0-1-12,0-3-11,2-2-56,0-3-23,0-3-436,2-2-639,2-3-314,3-2-112,1-4 1580,2-2 0,-5-3 0,0-2 0</inkml:trace>
  <inkml:trace contextRef="#ctx0" brushRef="#br3" timeOffset="398616">3952 1415 12781,'4'18'45,"0"2"-23,-2 3 23,0 2-45,-1 1 0,-1-1 45,0 0-45,0-1-190,-1 7-102,-2-8 292,0-2 79,0-11 89,3-9 1087,0-1-818,0-8-124,0 0-88,0-9-102,2 0 56,2-2 23,3-1-56,1 0 22,2 0 11,4-6-112,3 4-123,5 0 34,-5 10-90,-1 8 56,-4 3-23,0 4 23,1 5-11,-1 5-392,0 20-315,-5-5 286,-4-8 1,-1 1-1238,-2 6 425,-1-2-258,-2-5 1558,-1-5 0,1-8 0,0-3 0</inkml:trace>
  <inkml:trace contextRef="#ctx0" brushRef="#br3" timeOffset="398896">3816 1190 10843,'12'8'-1093,"-6"-3"1,1-2 0</inkml:trace>
  <inkml:trace contextRef="#ctx0" brushRef="#br3" timeOffset="399300">4306 1097 15583,'1'21'425,"-1"5"-380,0 4 22,0 6-611,0-17 0,0 1 560,0 1 1,0 0 11,0 1 0,0 0-28,0 0 0,0 1 11,-1-2 1,1 0 46,-1-1 0,0-1-81,0 17 23,1-7 177,0-4-300,2-6 101,2-4-482,7-3 516,-1-5-1043,5-1-639,-2-5-561,3-1 2231,0-3 0,-7 3 0,-1-3 0</inkml:trace>
  <inkml:trace contextRef="#ctx0" brushRef="#br3" timeOffset="399566">4191 1335 15583,'37'-2'-1457,"-6"-1"-182,-5 1 1,1-1 1607,-4 1 1,-3-1 0,5 0 0,-6 0-1</inkml:trace>
  <inkml:trace contextRef="#ctx0" brushRef="#br3" timeOffset="405001">4765 912 13992,'2'-2'1938,"1"0"-1557,-3 2-337,-4 0-21,-4 0-1,-6 0 12,-4 0 11,-3 0-11,-1 0-12,-8 4 12,5-1-23,0 2-11,11-2 0,6-1-34,5-1 1,1 2-46,-1 0 68,1 2-45,-1 3 0,1 3 44,1 1 12,0 3 12,1 0-12,0 2 0,0 2 0,0 2 0,4 16 11,-1-15 0,0 2 0,0 9 0,1 0-234,-1-4 1,-1-1 222,-1 1 0,0-1 0,0-8 0,-2 0 16,1 0 1,0 0-17,0 17 0,0-2 23,0-3 11,-1 1-23,-1-1-177,-2 2 210,1-1 1,-1-1-23,0-2-10,1-4-1,0 2-34,2-6 1,1 0-12,3-10 303,2-2-863,6-5-553,4-2-2068,6-3 3215,7-8 0,-13 5 0,1-5 0</inkml:trace>
  <inkml:trace contextRef="#ctx0" brushRef="#br3" timeOffset="405751">4996 932 14294,'23'-21'179,"10"3"-67,-2 15-90,1 2 23,-7 4-11,-10 2-1,-1 4-33,-2 2 34,-1 3 56,-2 3-11,-3 2 33,0 2-11,-2 5-34,0 3 112,0 3-748,-1 1 636,1-1 11,0-1-33,1-3 28,-2-10 0,0 1 5,-1 0 0,0 1-61,1-1 0,0 0 39,0 17-22,-1-11 22,-1 1 112,1 1 0,-2 0-157,1 0 34,0-1-11,1 0-1,-1 0 12,0-1 0,-1 0-45,1-2 45,-1-3-34,0-2 23,0-4 613,0-3-635,0-4 88,-3 2 1,-2-4-67,-4 3-34,-3-3-45,-4 1-628,-4-2-1243,-4 0-1361,-1-2 3169,2-1 0,10-1 1,4 0-1</inkml:trace>
  <inkml:trace contextRef="#ctx0" brushRef="#br3" timeOffset="406635">5686 846 11067,'0'-4'2488,"0"1"-1783,0 3-279,-31-2-67,14 2-309,-4-1 1,0 1 173,0 3-45,0 1 56,1 3-67,3-1-101,4 0-67,3 0 12,2 0-12,3 0-23,0 3 23,2 1-33,-1 4 77,2 2-44,1 2 12,1 2 66,0 1-11,0 2 90,0 0-101,2 0 90,0 1-34,2 0-67,-1 0 56,1 0-34,0-2-45,0 2 96,-1-1 0,0 2-85,1 6-349,-1-5 1,0-1 326,0 1-11,0 0 23,0-2-1,2 9-33,-2-8 11,1 7 0,-3-9 22,-1-1-10,1 2 10,-1 8 23,0-7-68,0 5 23,0-12 676,0-3-676,1-2 0,1-3 0,1-1 0,3-1-11,2-3-67,8 0-113,-1-3-134,10-3-493,-1-5-627,6-5-194,-13 3 1,1-2 1605,0 0 0,0 0 1,3-2-1,-4 1 1</inkml:trace>
  <inkml:trace contextRef="#ctx0" brushRef="#br3" timeOffset="407371">5955 872 12658,'26'-5'291,"0"0"1,-1 0-1,-3 1 1,-1 3-113,1 0-34,-2 0-89,0 1 34,-3 0-34,0 0-23,-4 0-21,-2 4-1,-1 2 22,-2 4-21,-1 3 66,-1 3-56,-2 3 12,-1 3 44,-2 2-33,0 3 11,-1 2 34,-1 4-57,-1 1 24,-1 0-23,0-1-57,0-4 46,2-3-1,1-3 1,0-2-1,0-2 124,0-2 33,0 8 258,2 5 89,0 1-357,3 1-35,-1-8 12,0 0-68,0-1 34,1 9-56,-1-8-34,1 7 57,-4-11-34,0-2 22,-1-1-34,0-3 12,0-2 56,-1-2-11,-2-3 10,-3 1 12,-3-3-89,-13 5-370,0-3-1254,-11 1-1676,5-4 3065,2-1 1,11-3-1,5 0 1</inkml:trace>
  <inkml:trace contextRef="#ctx0" brushRef="#br3" timeOffset="411571">6827 938 15426,'1'18'280,"2"4"-252,-2 2 0,1 3-1663,1-2 1,0 1 1651,0 1 0,-1 0-17,0 1 0,0-1 14,0 0 0,0-1-59,-1-1 0,0 0 150,0-2 0,-1 0-1075,1 4 1,-1-1-488,0 10 707,0-15 0,0-2-2467,0-2 3217,0-6 0,0-6 0,0-3 0</inkml:trace>
  <inkml:trace contextRef="#ctx0" brushRef="#br3" timeOffset="411952">6850 1158 13443,'21'-10'29,"-1"1"1,0 2 0,-1 5-30,4 10-11,5 15-11,-10-4-1,0 7 1,-12-10 11,-3-1 0,-2-2 11,-1-2 44,-4-1 12,-2-1-44,-4-1 66,-2-1-22,-9 1-56,3-4-101,-4 1-807,6-4-728,3 0-358,1-1 1994,3 0 0,4 0 0,2 0 0</inkml:trace>
  <inkml:trace contextRef="#ctx0" brushRef="#br3" timeOffset="412221">7173 1107 13824,'2'24'7,"-1"0"0,1-2 1,-1-2-490,0-1-1266,0-2 1748,2 3 0,-2-11 0,1 0 0</inkml:trace>
  <inkml:trace contextRef="#ctx0" brushRef="#br3" timeOffset="412471">7151 894 13510,'-7'12'-820,"4"0"1,7-4 0,1-2 0</inkml:trace>
  <inkml:trace contextRef="#ctx0" brushRef="#br3" timeOffset="412734">7372 1005 13633,'14'28'134,"-1"0"1,1-2-1,-3-1 135,1 9-918,1-1 649,0-1-79,0-3-851,0-5-1120,-2-4 390,-2-6 1660,1-7 0,-5-3 0,-1-4 0</inkml:trace>
  <inkml:trace contextRef="#ctx0" brushRef="#br3" timeOffset="412973">7538 1056 10921,'-4'-4'3171,"2"0"-2644,2 4-505,-16 7-22,6 7 11,-14 11 12,9 6-220,6-14 0,0 0 96,0 0 0,0 0-1148,-4 7 0,1 0 290,2-6 1,1-1 958,-1 5 0,0-2 0,3-4 0,4-5 0</inkml:trace>
  <inkml:trace contextRef="#ctx0" brushRef="#br3" timeOffset="413817">7651 1132 11011,'36'2'213,"-6"-3"-135,-17-9-33,-5 0 11,1-4 123,-5 3 326,-3 1 604,0-3-705,-1 4 133,-3 0-89,-1 4-33,-3 3-258,-1 1-90,-9 5-56,3 4-11,-6 8-33,6 4 10,3 3 23,2-1-56,4 1-11,2-4 34,3-1-79,4-3-91,3-4 46,7-1 135,14-5 5,-9-4 0,0-1 11,1-2 1,0-1 5,1-1 0,-2-1-385,10-7 419,-2-3-12,-1-2-11,-2-2 241,-8 2 1,-2-2 161,6-12-196,-7 9 1,-2-1 95,2-11-124,-7 15 1,0 1 134,2-17 11,-4 0 112,-2 2-213,-4 2 248,-4 3-170,-5 5-134,-3 5 12,-2 4-90,2 6-101,2 3-34,3 3-224,2 2 543,1 8-341,-6 23 56,3 2-215,4-7 1,0 0 203,3-6 0,1 0-357,1 0 1,-1-1 271,2 1 1,1-1-79,1 0 1,1 0-40,1-1 0,1 0-544,6 5 1,2 0 16,1-2 1,4-2-900,6 4 1,2-3 1300,-4-6 1,0-3 0,10 2 0,-17-9 0</inkml:trace>
  <inkml:trace contextRef="#ctx0" brushRef="#br3" timeOffset="415234">8507 936 13005,'2'-2'796,"0"0"-549,-2 2-203,31-1-44,-10 1 0,3-1 0,1 0-515,6 1-1581,2-1-324,-1 1 2420,-3 0 0,-13 0 0,-5 0 0</inkml:trace>
  <inkml:trace contextRef="#ctx0" brushRef="#br3" timeOffset="415516">8542 1119 15605,'15'1'112,"5"0"-112,6-1-22,7 0-376,-14-1 0,0 0-1241,2-1 1,1 0 1000,2-1 1,0 0 0,3-2-1,-4 2 1</inkml:trace>
  <inkml:trace contextRef="#ctx0" brushRef="#br3" timeOffset="416400">9314 858 12098,'12'36'213,"-2"-2"-202,-7-7 45,-1 0-22,-1-1 10,-1-2-21,0-5-1,-1-5 68,0-6 515,1-4 1390,-1-3-1715,1-7-180,0-3-21,0-8 10,3-2-44,3-2 67,3 1-89,4-1 10,0 2 57,1 1-23,0 3-67,1 2 22,-1 4-10,-1 4-57,4 2 11,-3 7 34,3 6 0,-4 6 0,-2 5-470,-3 4-293,-3 5-648,-3 2-1379,-2 1 2790,-1-2 0,1-14 0,-1-6 0</inkml:trace>
  <inkml:trace contextRef="#ctx0" brushRef="#br3" timeOffset="416823">9651 949 10921,'22'8'112,"-3"-1"-44,-11-7 55,0-1 123,0-3 236,-1-3-34,0-3 112,-3-2 147,-1 0-91,-1-1-45,-2 2-89,0 1 134,-3 2-145,-2 2-168,-3 3-23,-3 1-247,-1 2-33,-1 4-11,-3 6 0,1 7 0,0 6-12,3 4-44,4 4 33,3 1-89,3 0-236,3-1-246,6-3-11,5-5-460,9-8-1097,8-6-147,4-7 2320,-13-4 0,-2 0 0,4 1 0,-4-3 0</inkml:trace>
  <inkml:trace contextRef="#ctx0" brushRef="#br3" timeOffset="417489">9961 867 13846,'-7'23'257,"-1"-1"1,1 0 0,1-1-169,0 6-66,2-2-12,3-4 0,0-4 0,2-6 56,2-4 35,3-4 346,3-3 34,3-5-191,2-4 292,7-13-258,1-1-247,-2 1-56,-6 8-22,-9 11-112,-3 1 79,2 2 22,7 9-34,0-1-123,6 7-34,-3-5-22,-2-1-68,2-2 24,0-4 66,-1-1 135,2-5 67,-2-2 101,5-14 190,-6 2 314,2-9-101,-7 6-145,-3-2-79,-2 0-12,-1-8-346,-10 4-930,1 5-897,-11 10-1372,0 17 2933,-4 4 1,9-2 0,4 0 0</inkml:trace>
  <inkml:trace contextRef="#ctx0" brushRef="#br3" timeOffset="418284">10721 840 12266,'0'-3'3227,"0"0"-3238,0 3 134,-3 21-78,2-1-6,-1 0 0,0 0-5,1 13-34,0 0 0,1-3-123,3-5-45,2-5-12,6-7-111,4-7-370,16-13 425,-5-5 146,-9 2 1,0-2 11,7-11 78,-4 0 0,-2 2 78,-2-2 381,-7 10-459,-2 2 0,-7 10 0,0 5 56,0 3-44,-3 7 21,1 2-33,-2 0 0,2-2 11,1-4-11,1-3 34,0-4 717,0-1-314,4-8-11,1-2-202,6-6 11,-1 1-67,3 0-156,5 2-57,3 6 34,-1 3-101,1 8-270,-8 4-963,-2 4-1377,-3 3-555,-4 0 2790,-3 1 1,-1-8 0,0-3 0</inkml:trace>
  <inkml:trace contextRef="#ctx0" brushRef="#br3" timeOffset="418483">10753 656 10170,'0'0'0</inkml:trace>
  <inkml:trace contextRef="#ctx0" brushRef="#br3" timeOffset="418833">11272 651 14820,'4'0'1423,"-2"0"-784,-2 0-515,-1 34-12,-2-11-73,1 3 0,-2 3-6,-2 1 1,0-1-475,0-7 0,0 1 418,-1 7 1,-1 0-56,1 6-157,3-6 56,2-5-415,2-6 90,3-4 134,3-8-392,6-3-2515,13-13 514,-5-1 2930,8-10 0,-18 10 1,-2 2-1</inkml:trace>
  <inkml:trace contextRef="#ctx0" brushRef="#br3" timeOffset="419038">11134 798 14462,'30'-2'-292,"0"0"1,-1 0 0,-2-1-2986,4-2 3054,0-1 0,-14 3 1,-5-1-1</inkml:trace>
  <inkml:trace contextRef="#ctx0" brushRef="#br3" timeOffset="419866">11569 513 15079,'-22'-3'358,"2"0"-156,8 3-46,-1 1-66,1 1 67,-3 4-157,6 0 11,-1 1-11,6-1 0,1 2 67,1 10 0,2 3 23,5 11-62,-3-8 0,1 1 6,8 7-1,-3-9 80,1 2-57,-2 1-11,1 2 55,-1 2 68,-4-6 0,0 0-123,-1-5 0,-1 1-241,0 5 0,0-1 252,-1 11 79,-2-2-1,-1-1 23,-2-2-12,-1-1 47,1 5-92,1-6-100,1-4 0,2-9 23,1-8-23,0 0-123,2-2 189,4-1-1231,5-1-2112,20-4 2457,-3-6 1,0 4 0,-14-3 0</inkml:trace>
  <inkml:trace contextRef="#ctx0" brushRef="#br3" timeOffset="424540">11857 619 10664,'1'-3'3276,"0"-4"-928,-1 7-2225,0-4-134,-3 4 11,-2 5 0,-6 3 11,-3 8-11,-2 3 0,-1 2 0,2 2 0,0 0 12,2 2-24,2 0-10,1 0 11,1 0-34,3 6 23,3-8-1,2 5 23,5-12-179,10 3 11,0-6-78,8 2-337,3-9 404,-7-2 100,7-2 23,-9-5 33,-2-1 23,-1-5 34,-3 0-23,-2-2 214,-3-4 122,-3-4-33,-1-1-135,-5 0 56,-3 6-112,-4 1 12,-2 2-135,-1 1 0,-3 3-269,-11 3-829,6 2-1177,-7 6-1002,12 2 3256,4 5 0,6-5 0,4-1 0</inkml:trace>
  <inkml:trace contextRef="#ctx0" brushRef="#br3" timeOffset="425275">12064 475 12255,'-2'-5'2229,"1"2"-1679,1 3-472,8-5-67,4 3 12,4-2 10,0 3-33,-6 1 0,0 1 23,-1 3 44,-1 1-11,1 4 123,2 7-100,-1-1 10,0 7 180,-6-4-146,-1 3 34,-1 0 45,-2 0-79,0 0 124,0 7-1,0 1-134,0-1-45,0-2 23,0-8-90,0 0 67,0 1-67,0 1 0,0 0 11,1 11 12,1-8-12,1 8 11,2-1-22,-1-5 0,2 9 0,-2-7 6,-1-8 0,-2-1-6,2 14 56,-1-1-34,-2-13 12,-1-9 89,-11-1-123,-1-3-146,-10 1-1915,-9-5 2061,2-6 0,6 4 0,9-6 0</inkml:trace>
  <inkml:trace contextRef="#ctx0" brushRef="#br3" timeOffset="426016">12477 422 14137,'-37'0'258,"7"1"-158,21 5-55,2 1-11,1 1 100,2 8-100,2-3 33,0 7 46,2-4-12,3 1 123,1 1-79,3 1-55,1 0-1,1 0-33,-1 0 68,3 9-35,-5-7-33,3 8-56,-5-7 34,0 0 11,-1 1-45,-1 0 33,1 1-10,-2 7-23,1-7 0,-1 6 0,0-11 0,0-1 22,1-1-22,0-1 11,1 0-11,3 7 0,-2-4 11,4 16-11,-3-13 0,2 6-11,-1-12-11,-1-5-538,2-2-819,2-5-805,3-2-1093,3-3 3239,3-4 0,-8 2 0,-1-2 0</inkml:trace>
  <inkml:trace contextRef="#ctx0" brushRef="#br3" timeOffset="426551">12798 566 15885,'-24'13'18,"0"0"1,2 1 0,1 1-8,8 2 0,2 0-380,-1 1 1,0 1 368,0 0 0,1 1-28,1-1 0,2 1 17,2-2 0,1 0 250,-2 15-318,11-14 1,3 0-336,18 7 313,3-2 101,4-14 11,-13-8 161,-4-1-26,-2-1 212,-4-2 158,-1-2 728,-2-8-717,-3-5-337,0-2-43,-4 0-147,-5 3-438,-18-9-357,7 10-763,-11-5-1719,19 17 3104,5 1 1,2 2 0,2 0 0</inkml:trace>
  <inkml:trace contextRef="#ctx0" brushRef="#br3" timeOffset="427243">12918 410 13880,'0'-6'2050,"0"2"-1837,0 4-191,19-10 0,-3 6-5,6-2 0,3 1 5,2 3-16,-3 2 0,-2-1-6,0 1 11,2 0-11,-13 0 11,-2 1-11,-3 1 22,-1 3 102,0 3-57,-1 2-55,0 3 55,-2 3-34,-1 2-33,0 3 34,-1 0 22,0 3-56,0-1 22,-1 13-10,0-9-1,-2 8-11,-1-12 11,-1-2-11,2 0 0,-1-2 34,1 1-34,1-1 11,0 0-22,1 0 11,0 0 0,1 0 22,0-1 0,0-1 57,1 0 134,1 0-68,1-2-33,-1 0 67,0-1-44,0 0-79,-1-3 45,-1 2-34,0-4-45,0 1 57,0-5-56,0 0 10,-1 0 46,-2 0-12,-4 0-67,-4 1-45,-4 2-460,-6-1-738,-3 2-1996,-5-3 3239,0-1 0,13-2 0,3-2 0</inkml:trace>
  <inkml:trace contextRef="#ctx0" brushRef="#br3" timeOffset="427935">13527 614 17364,'2'10'-820,"3"2"1,-1 8 0,0-8 0</inkml:trace>
  <inkml:trace contextRef="#ctx0" brushRef="#br3" timeOffset="428134">13642 861 14182,'0'5'1860,"0"-1"-1547,0-4-313,-19 25-190,5-11-381,-2 3 0,0 1-2706,-7 0 3135,0 2 0,10-9 1,3-3-1</inkml:trace>
  <inkml:trace contextRef="#ctx0" brushRef="#br3" timeOffset="436643">9993 8783 15762,'-26'-3'209,"0"-1"0,-1 1 0,1 0-159,4 3 1,0 0-1538,-4 1 1,0 1 1536,-2-1 1,-1 0 10,-2 1 1,0 1-187,-1-1 0,-1 0 164,0 0 1,-2 0 12,4 0 0,-3 0 1,3 0-9,-5-1 1,1 1-27,5-1 1,0 0 0,2 0 9,3-1 0,1 0 11,2 0 1,0 0 732,-13 0-738,5 0-23,6 0 34,4 0-34,9 0 1429,4 0-1540,6 0-3177,1 0 354,7-2 2924,0-2 0,1 1 0,-2 0 1</inkml:trace>
  <inkml:trace contextRef="#ctx0" brushRef="#br3" timeOffset="437000">9200 8671 14484,'-20'4'622,"1"0"0,-13 3-342,7 14-134,9-4-57,0 0 57,1 1-56,0-1 0,2 1 67,-2 4-101,8-6-12,0 3 46,6-8 89,7 0 0,3-2-44,7 0-12,5-1-112,3-1 23,2 0-34,3-1 11,2 0-268,3 0 100,0 2-1512,0 1-1608,0 2 2667,-2 1 1,-14-4-1,-5-2 1</inkml:trace>
  <inkml:trace contextRef="#ctx0" brushRef="#br3" timeOffset="440105">4947 8492 9969,'-5'-6'1972,"1"1"-1524,4 5-67,0 0 33,-12-1-313,8 0-56,-10 0 0,10 5-33,-2 4 33,2 5-45,-1 1 0,2 2 44,1-1-44,1 0 0,0 5 0,1-6-11,3 4 11,0-7 11,4-1-11,0-2 0,3-1 0,-1-1 0,7-1 23,-3-2-46,5 0 23,-5-3-22,1 1 11,1-1 11,-1-4-11,0-1 11,0-3 0,-2-3 0,-2 0 0,-1-1 33,-3-2-22,-1-1 57,-4 0 133,0-1-66,-1 0 33,0-1 78,-4 0 168,-8-6-347,-2 7-22,-6-4-45,6 9 0,1 2 0,1 4-145,2 2-650,2 2-595,1 1-145,2 4-684,2 2 2219,2 4 0,1-5 0,0 0 0</inkml:trace>
  <inkml:trace contextRef="#ctx0" brushRef="#br3" timeOffset="440834">5646 8373 9633,'-4'-2'2857,"2"0"-1378,2 2-1255,-26-4-157,15 5-11,-20 1-56,23 8 23,-1 5-12,2 4-11,-2 12 0,4-7 33,0 7-33,3-11 0,1-2-22,1 0 22,1-2 0,3-1-11,3-2 11,5 0 11,2-3 11,1-2 34,2-4-22,-1-2-23,1-2 0,-2-2 34,-1-3 22,2-9 1,-5 2-12,0-5 67,-6 3 202,-3-1 0,-1-1-22,-1-1 122,-3-10-346,-2 7-79,-3-6 0,-1 9-68,1 3-279,0 2-605,2 3-1368,3 4-828,0 3 3148,4 1 0,0 1 0</inkml:trace>
  <inkml:trace contextRef="#ctx0" brushRef="#br3" timeOffset="441485">6175 8376 14048,'-21'6'126,"1"0"1,1 0 0,3 1-60,4 10 202,-3 11-224,4-6 11,0 8-10,6-11-46,2-1 0,1-3 0,2-1 22,0-2-22,4-1 11,3 0 34,2-1-45,3-2 0,1-1 0,0-2 11,0-3 45,0 0 0,0-2-45,-1-1 101,1-3-44,0-3 256,5-9 438,-2-4-392,-1-2-101,-7 0 45,-6 4-12,-1-1-179,0 0-22,-7-9-258,-7 0-761,-3 2-1167,-4 8-1192,4 12 2785,4 4 1,4 1-1,4 1 1</inkml:trace>
  <inkml:trace contextRef="#ctx0" brushRef="#br3" timeOffset="442555">6620 8347 15235,'-6'37'207,"3"-13"1,0 0-186,2-2 1,0-1-23,0 1 0,0-1-101,1 16-437,2-13-997,2 0-1742,4-1 3272,2-3 1,-4-8 0,-1-4-1</inkml:trace>
  <inkml:trace contextRef="#ctx0" brushRef="#br3" timeOffset="445617">7170 8413 11078,'-7'-4'2286,"2"0"-1860,5 4-45,0 0-213,-18 9-12,8 2-77,-13 11-46,13 0 23,1 4-33,3-1-1,0 8-22,4-10 0,3 3 0,7-12 34,5-6-23,6-3 34,3-3-23,2-3-11,1-4 1,0-3-1,-2-4 46,-4-2 111,-3 0 190,-4-2 68,-4 1 302,-4-9-403,-2 6-191,-7-7-100,-3 8-34,-7 1 0,-3 1-571,-2 2-841,2 4-1865,3 4 3264,4 3 0,6 2 0,3 0 1</inkml:trace>
  <inkml:trace contextRef="#ctx0" brushRef="#br3" timeOffset="446274">7686 8451 14215,'-19'11'302,"1"0"1,-13 10-224,27-6-67,2 3 32,1-1-10,1 2-23,0 0-11,2 0 11,3-2-11,4-1 23,3-4-23,2-2 45,2-5 11,0-2 0,0-2-12,0-4-10,0-3 44,-1-2-10,0-4 88,-2 0 270,-3 0 67,-1-1-78,-5 0-68,-1 0 0,-2-1-67,-1-2-224,-1 0-56,-5-1 0,-2 0-336,-6 1-986,-3 3-1580,-2 6 2902,-4 3 0,10 4 0,2 0 0</inkml:trace>
  <inkml:trace contextRef="#ctx0" brushRef="#br3" timeOffset="448572">4946 8965 9801,'0'-3'1725,"0"1"34,0 2-1489,-12-3-125,5 4 23,-11 2-78,8 8 0,0 5-46,0 3 12,2 2 0,0 2-56,4 1 11,1-1-11,2 0 12,1-2-1,5-1-11,1-3 22,6-4-22,2-2 0,2-3 0,3-2-78,1-4 67,1-1-45,0-2 56,0-4 0,0-2 0,-4-5 22,-1-1 45,-4-3 34,-4 0 168,-4 0 213,-3-1-45,-1 0-11,-3-1-270,-4 1-32,-5 0-68,-3 1-56,-2 1-79,1 3-391,0 3-998,4 2 1468,3 3 0,4 2 0,3 1 0</inkml:trace>
  <inkml:trace contextRef="#ctx0" brushRef="#br3" timeOffset="449471">5631 8926 9187,'-19'0'321,"-1"0"1,0 2-1,3 3 1340,6 3-1628,-2 8 652,-1 9-674,4-4 331,-2 8-342,6-7 1030,2 8-1030,2-7 11,2 4-11,4-12 12,4-1-12,6-3 11,2-2-11,2-2 22,3-4 23,2-1-45,2-2 67,-1-4-45,-1-3 180,3-11 672,-9-3-403,-1-1 290,-11-6-346,-5 10-157,-5-6-124,-2 5-44,-5 0-90,-1 1 0,-2 1-134,0 2-415,0 3-1189,4 4-1539,2 3 3127,2 3 0,5 1 1,0 1-1</inkml:trace>
  <inkml:trace contextRef="#ctx0" brushRef="#br3" timeOffset="450957">6104 8889 14204,'-3'22'93,"-1"0"1,1 0-1,0-2-37,3 8-56,-1 0 23,1-2-46,0 0-839,0 7-2029,0-9 2891,0 4 0,0-18 0,0-4 0</inkml:trace>
  <inkml:trace contextRef="#ctx0" brushRef="#br3" timeOffset="451857">6502 8903 11190,'1'-6'3081,"0"1"-2666,-1 5-168,0 9-57,0 3-10,0 11-46,0 1-56,0 1 23,0 0-101,0-2 11,1 1-11,1-1-22,3-1-258,1-1-729,2 0-2268,-1-2 3230,2-2 1,-5-8 0,0-3 0</inkml:trace>
  <inkml:trace contextRef="#ctx0" brushRef="#br3" timeOffset="452991">7070 8911 12826,'-22'4'156,"1"0"1,1 1 0,3 2-44,3 12-102,0 3 1,3 3-12,2 3 11,5 1-11,2-1 0,5-2 0,6-2 11,7-5 0,5-5 0,4-4 57,0-5-35,-1-3 1,-1-2 145,-3-4 258,-2-2-1,-3-6 92,-2-1 20,-3-1-55,-4-1-201,-3-2 10,-2 0-89,-1-1 11,-1 0-112,-4 0-89,-3 0-23,-4 1-79,-3 2-358,0 2-1019,0 5-1821,3 4 3205,2 2 1,6 2-1,1 0 1</inkml:trace>
  <inkml:trace contextRef="#ctx0" brushRef="#br3" timeOffset="453892">7579 8891 9823,'-6'-1'2365,"1"1"-1212,5 0-1062,-21 13 32,13-2-78,-17 13-12,19-4 57,1 2-45,3 0-12,1-2 34,1-1-11,4-2 12,4-2-1,4-2-45,3-1 68,1-3-23,11 0 34,-7-4-90,7-2 34,-8-2 55,-2-1 46,-1-3 135,-3-1 122,-1-5 79,-2-2-12,-2-3 12,-2-1 56,-2-2-90,-2-2-167,-2 0 66,-2-2-314,-4 1-21,-15-10-360,-1 10-1291,-3 8 1,-4 2 1269,9 6 0,-1 1 0,1 1 0,2 1 0,-3 1 1</inkml:trace>
  <inkml:trace contextRef="#ctx0" brushRef="#br3" timeOffset="455083">7038 9562 10249,'0'-19'1221,"0"4"-503,-7 14-629,0-1 57,-7 2 44,0 3-67,-2 4-44,-1 5-12,2 4-67,3 4 11,5 2 34,3 2-34,3 1-11,1 0 23,2-2-23,4-3-12,3-3 12,5-4-11,3-4 11,2-5 0,1-2 11,0-4 12,-1-4 10,-2-5-21,-1-5 122,-3-3 113,-3 0 392,-3-3-80,-3 1-132,-2 0 43,-2 0-156,-1 0-191,-2 1-56,-3 2-67,-2 4-56,0 2-481,0 4-1099,3 3-1641,2 3 3241,2 3 0,1 0 1</inkml:trace>
  <inkml:trace contextRef="#ctx0" brushRef="#br3" timeOffset="455817">7558 9497 13521,'-19'23'78,"0"0"1,1-2-1,5-1 1,10 10-46,2-7-33,2 4 56,4-11-44,3-3-1,5-1 34,2-4-34,2-3 34,1-2 10,1-2 13,-1-4 21,0-3 337,-3-4 235,-2-4 617,1-12-752,-7 4-11,0-8 192,-6-3-494,-5 9-180,-2-8-33,-7 12-157,-4 2-672,-4 2-964,-3 5-1484,-3 5 3219,-1 4 1,11 2 0,4 0-1</inkml:trace>
  <inkml:trace contextRef="#ctx0" brushRef="#br3" timeOffset="459245">5515 9471 13846,'0'14'649,"0"4"-537,0 6-56,0 3 12,0 1-68,0-2 0,0 0-45,3 4-246,-2-8-1648,3 4-1338,-1-12 3169,-2-2 0,1-7 0,-2-1 0</inkml:trace>
  <inkml:trace contextRef="#ctx0" brushRef="#br3" timeOffset="460017">4842 9537 9823,'0'-4'2510,"0"1"-1389,0 3-897,-4 18-146,2-1-33,-3 16 45,4-5-57,1-1-21,4-2-1,5-2 34,6-3-45,6-4 33,4-5-22,2-5-11,2-3-373,-1-3 373,0-4 45,-3-3-87,-5-6 132,-4 0 268,-5-3 192,-4 0 122,-4-2-157,-2-1-89,-6-2-12,-4-1-246,-6-1-22,-5 0-146,-3 2-45,-1 3 23,-1 4-650,2 5-964,1 5-1389,4 7 3025,3 5 0,7-2 0,3 2 0</inkml:trace>
  <inkml:trace contextRef="#ctx0" brushRef="#br3" timeOffset="462108">6459 9454 16008,'0'-5'67,"0"13"23,1 8 22,0 12-90,0 2 23,0 1-343,0-1 309,0 0-11,1-2-145,0-1-751,0-3-2017,1-4 2913,1-5 0,-1-8 0,-1-3 0</inkml:trace>
  <inkml:trace contextRef="#ctx0" brushRef="#br3" timeOffset="462917">5981 9484 13913,'-21'-4'258,"3"5"-202,7 20 0,4-1-56,-2 10 0,8-8 11,0-1-11,1-2 22,3-2-22,4-2 23,5-3-1,4-2-22,2-3 34,3-4-23,2-1 22,1-2-21,0-4 10,-2-1 0,-2-4 46,-4-3 77,0-9 237,-7 4 55,-2-6 78,-6 7-190,-1-2-112,-2 1 0,-3-1-112,-4 2-101,-10-5-919,-6 7-1165,-1 2-1193,-3 7 2659,6 9 0,10-3 0,2 3 0</inkml:trace>
  <inkml:trace contextRef="#ctx0" brushRef="#br3" timeOffset="464217">6439 9961 13712,'2'21'291,"0"0"-235,-1 1-23,0 1-10,-1 1-12,2-3-11,0 0 0,1-3 0,2-3-78,0-1-516,1-2-1502,0-2-1181,0-2 2737,1-2 1,-4-3 0,0-2 0</inkml:trace>
  <inkml:trace contextRef="#ctx0" brushRef="#br3" timeOffset="465957">5958 9971 11269,'-34'6'515,"4"2"-358,23 3-45,-2 3 45,0 8-123,4-4-34,0 5 11,4-7 56,2-3-67,4 0 56,11 2-45,1-6 23,16 1-34,-11-7 0,6 0 0,-9-3 11,-3-2 23,-2-3 402,-1-9 808,-6-7-549,0-2-135,-6-2 112,-6-1-526,-4 6-101,-7-5-45,-5 10-157,-4 2-1030,-5 4-1727,-2 4 2687,-4 2 1,16 3 0,2 0-1</inkml:trace>
  <inkml:trace contextRef="#ctx0" brushRef="#br3" timeOffset="466667">5359 10000 13184,'-27'22'203,"5"-1"-158,16-1-34,2 2-11,3-1 0,0 1-68,3-3 45,6-2-212,5-3-101,6-4 135,3-4-68,2-3-78,-1-2 133,9-6 214,-4-7 45,-3-2 157,-9-4 190,-11 5 101,-2-2 34,-2 2-247,-1-2-168,-5 0-112,-3 1-414,-17-4-1413,1 6 188,6 5 1,0 1 1400,-14-1 0,15 5 0,1 0 0</inkml:trace>
  <inkml:trace contextRef="#ctx0" brushRef="#br3" timeOffset="467453">4907 10014 9913,'-3'-5'1423,"1"1"-482,2 4-739,-19 25 22,12-10-129,-4 3 0,1 0 73,6 4-45,2-1-67,1 1 0,0-4-22,1-1 23,0-4-57,3-4 78,1-4-11,3-2 101,3-2 56,1-2 34,3-4 44,1-3-11,1-6-21,0-2 55,-2 0-79,-3-1 79,-2 0 33,-4 1-66,-2-1-12,-2 3-101,-1-1-78,-3 1-56,-2 0-45,-3 1-22,-2 1-113,0 4-896,3 2-1445,2 4 2476,2 12 0,3-8 0,-1 9 0</inkml:trace>
  <inkml:trace contextRef="#ctx0" brushRef="#br3" timeOffset="468556">6906 9964 11694,'-6'15'382,"1"2"-259,1-1-56,1 2-11,2 2-45,0 1 12,1-2-1,2-1 12,8 2-12,1-7 0,10 0 12,-1-8-23,3-3-11,1-2 45,-1-2-34,-1-4 12,-4-2 481,1-11 124,-9 3 122,0-6-301,-7 5 32,-2 0-134,-1 0-167,-5 0-46,-1 0-56,-7 1-66,-3 0-12,-1 3-45,-3 3-291,-1 4-796,-1 2-762,0 6-795,0 6 2689,4 3 0,7-2 0,5-1 0</inkml:trace>
  <inkml:trace contextRef="#ctx0" brushRef="#br3" timeOffset="469440">7527 9941 9633,'-4'0'2700,"0"0"-1288,4 0-1154,-9 4 33,5 2-22,-8 5-12,6 1-88,0 1 21,3-1-44,-1 1-45,2-2-23,1 0-44,0 3 11,2-1-12,4 0 46,3-4-57,5-4 23,2-3 0,2 0-23,1-2 12,-1 0 55,6-6-33,-8 0-22,4-6 201,-10 2 202,-1-1 751,-1-14-964,-4 9-22,0-11-157,-8 11-45,-3 0-101,-8 1-953,-6 3-1613,-7 4 2667,-5 3 0,14 4 0,2 1 0</inkml:trace>
  <inkml:trace contextRef="#ctx0" brushRef="#br3" timeOffset="484457">4847 10450 8849,'-23'-6'3249,"14"4"-3103,-16 4 66,14 9-167,3-2 34,-2 5 10,3-3-55,2-1 11,0 0-1,1 0 35,1 4-68,1-4 34,1 2-34,1-4 0,0 0 0,0-1-11,0 0 23,0 1-34,0-1 22,1 1 22,0 0-33,2-1 0,0 1 0,2-1 12,-1 1 21,3 1-10,-1-3 10,2 2-33,-2-4 0,0-1 23,-1 0-1,1-2 0,0 0 1,0 0 10,1-1 1,-1 0-23,2-3-11,1-1 45,1-2-34,0-2-11,-2-2 11,1 1 80,-1-6-13,-2 4 1,0-5 122,-4 5-44,-1 0-23,0-2 34,-1 1 34,0-3-34,0 0-45,0-1 23,-2 1-45,-1-2-56,-3 1 0,-2 2-23,-1 1-11,0 2 1,0 2-12,2 2-56,0 4-494,1 1-1198,1 4 1748,-1 15 0,4-10 0,-2 8 0</inkml:trace>
  <inkml:trace contextRef="#ctx0" brushRef="#br3" timeOffset="486543">4817 10887 10462,'-6'-5'471,"0"2"-326,3 3 79,-1 0 45,-1 0-34,-1 0 1,-1 0 66,1 0-10,-1 1-57,1 1 0,0 1-101,0 1-33,1 0 57,-1 2-113,1 0 22,1 2 0,-2 5 11,3-3-33,-1 5-45,3-7 45,0 4-34,1-4-11,0 3 23,1-4 10,2-1-22,0 1 1,1-1-24,1 1 24,0-1-12,1 1 11,0-1 11,1-2-22,1 0 0,0-2 0,1 0 45,1-2-23,2 0 34,2-1-45,1-2 1,0-3 10,1-2-11,-3-1 34,-2 1 0,0-2 0,-5 2 33,0-4 45,-4 3 135,-1-1-22,0 0-1,-1-2-33,0 0 22,0 0-56,-4-2-68,0 1-100,-5-1 34,-1 1-34,0 0-45,-1 3-246,-1 3-1166,1 4-1624,-1 1 3081,1 4 0,5-2 0,1 1 0</inkml:trace>
  <inkml:trace contextRef="#ctx0" brushRef="#br3" timeOffset="489669">6431 10318 10036,'0'-6'2824,"0"1"-1323,0 5-1434,-1-6 146,0 9 101,0 0-190,1 13-46,0 6-22,0 3-56,0 1 11,0 1-11,0-1-112,0 0-605,0-1-1861,0-1-699,1 1 2962,-1-2 0,0-10 0,0-3 0</inkml:trace>
  <inkml:trace contextRef="#ctx0" brushRef="#br3" timeOffset="490273">5861 10755 13790,'0'21'82,"0"0"0,0 0 0,0-2-70,0 6-12,0 0-90,0 1-1288,0-1-1009,0 1 2387,0-1 0,0-11 0,1-4 0</inkml:trace>
  <inkml:trace contextRef="#ctx0" brushRef="#br3" timeOffset="490850">6417 10740 15213,'0'21'78,"0"0"1,0-1-1,0-1-44,0 6-34,0 1-824,0-6 1,0 0-2454,2 10 3240,-1-11 0,2-1 0,-1-4 0,2-5 0</inkml:trace>
  <inkml:trace contextRef="#ctx0" brushRef="#br3" timeOffset="491333">6877 10699 16221,'0'32'134,"0"0"-134,0-7-11,0 0-146,0 2-851,0 0-2269,0 0 3236,0-1 0,0-13 1,0-3-1</inkml:trace>
  <inkml:trace contextRef="#ctx0" brushRef="#br3" timeOffset="492106">7007 10344 10619,'-4'-3'2902,"1"0"-2476,3 3-270,-27-3-21,13 8 55,-22 3-123,20 9 1,2 4-57,2 2 0,4 1 11,4-1-22,2 0 0,6-4-33,14 3-1,1-9-44,14-1 78,-8-9 0,2-3 56,-5-5-45,-2-4 303,-2-13 213,-8 4-1,-2-8-167,-7 7-112,-3 1-147,-3 1-100,-4 2-112,-8 1-829,4 7-1368,0 1 2309,9 19 0,2-10 0,2 10 0</inkml:trace>
  <inkml:trace contextRef="#ctx0" brushRef="#br3" timeOffset="492601">7552 10282 15392,'-26'19'145,"0"0"1,5-4 0,3 1-146,8 7 0,4 1 0,0 9-34,5-12 1,2-2 10,8 7-747,8 1 726,8-17 44,4-5 84,0-3-6,0-6-33,-3-4 90,-2-7 145,-4-5 236,-3-2 10,-4-3-201,-3-1-224,-6 0-113,-6-10-223,-8 10-470,-7-4-741,-8 18-1831,-3 6 3107,-3 11 0,14-4 1,3 6-1</inkml:trace>
  <inkml:trace contextRef="#ctx0" brushRef="#br3" timeOffset="493174">7428 10740 14731,'-29'16'22,"4"2"-22,17 1 0,0 2-11,2 0 0,2 5 11,1-9-23,5 2 1,5-11-34,4-2-79,7-3 91,2-2-57,3-2 67,0-3 34,-1-1 23,-1-6 21,-2 0 24,-2-2 44,-2 0 269,-4 1-45,-3 1-78,-5-1-124,-1 2-134,-4-1-101,-7 1-1031,-8 0-2145,-11 1 3253,8 4 1,1 0-1,-3 0 1,0 1 0</inkml:trace>
  <inkml:trace contextRef="#ctx0" brushRef="#br3" timeOffset="493857">5909 10436 14350,'-20'0'268,"0"1"1,-15 4-212,24 10-46,0 3 23,2 2-34,5 2 0,1-2-11,6 0 11,14 4-45,0-9-79,13 0-10,5-11 122,-8-7 12,7-6 23,-13-6 44,-4-4 79,-4-3 11,-4 1 34,-4-2-57,-4 1-134,-8 1-90,-5 2-930,-10 5-2257,-7 6 3034,-4 3 1,13 5 0,2 0 0</inkml:trace>
  <inkml:trace contextRef="#ctx0" brushRef="#br3" timeOffset="494441">5300 10447 13712,'-10'28'18,"0"0"1,1-3 0,3-2-19,6 0 0,7-4-23,2-5-22,9-4 34,2-5 11,1-3 0,1-5 11,-2-5 34,0-5 358,1-15 135,-8 2-33,-1-9 21,-10 9-313,-3 0-79,-5 2-134,-5 3-45,-8 6-884,-5 6-710,4 12 1,-2 5 1405,5 2 0,0 0 1,1 0-1,1 0 1,0 6-1</inkml:trace>
  <inkml:trace contextRef="#ctx0" brushRef="#br3" timeOffset="494974">5289 10779 12176,'-4'-2'2275,"1"1"-2119,3 1-156,-19 29 34,13-11-29,-5 3 1,1 0 5,8 3-33,1 5 11,3-11-12,3 3-33,3-13 45,4-4-45,0-2 56,3-3 45,1-5 11,1-4 67,-1-7 1076,3-9-627,-9 5 123,0-6-259,-8 9-144,-1 1-180,-5 0-112,-3 1-303,-7 4-2974,-18 4 2564,3 10 0,1-1 0,13 5 0</inkml:trace>
  <inkml:trace contextRef="#ctx0" brushRef="#br3" timeOffset="499907">4639 8199 10260,'-30'10'409,"0"0"1,0 0-1,0 0 1,0 0-1,-4 1 1,0 0 0,4-1-1,9-1 371,7 2-713,5 0-11,0 3 34,0 10-56,3-3 22,1 7-23,4-6 34,1 0 23,0 15 101,0-7-385,0-8 0,0 1 250,0-4 0,0 0 11,0 2 1,0 0-35,0 2 1,0 0 22,0 0 0,-1 2-17,1 8 0,0 1-34,0-8 1,0-1-325,-1 8 1,2 0 323,0-10 1,0-2-6,1 1 0,0 0 22,1-1 1,1 0-23,-1 0 0,1-1 5,-1 0 1,1-1 0,-1 1 0,1-1 5,-1-1 0,1 1-11,-1-1 0,1 0 39,1 9 0,-1-1-5,-1-6 0,0 1-178,1 5 0,-1 1 189,-1-8 0,-1-1-6,0 1 0,0 0 6,0 1 0,-1 0-6,1 0 0,-1 0 45,1 8 1,-1 0-68,1-7 0,-1 0 33,0 6 0,1 0-5,-1-7 0,0-1-34,0 1 0,0 0 11,0 0 1,0 1-18,0-1 1,0 0 0,0 0 0,0 0-1,0-1 1,0 0-6,0 0 0,0 0 0,0 18 33,0 0-10,0 0-23,0-18 0,0-1 0,0 2 0,0-1 11,0 0 0,0 1-11,0-1 0,0 1 5,-1-1 1,1 0-6,-2 7 0,1-1 23,-1 12-23,0-14 0,0 0 11,0 5-11,-1 1 0,0-1 45,-1 1-45,-1 2 0,-1 1 11,-1 3-6,4-16 1,-1 0-6,1 0 0,-1 0 0,0 0 0,0 0-11,-2 16 11,0-2 364,2-5-364,1-2 11,0 7-11,0-10 11,0 8-11,-1-10 670,2 0-670,-2 2 45,1 2-11,0 1-23,1 2 0,1-1-11,1 0 0,3 0 0,3 0-67,6-1 22,5-3-618,8-1-536,7-6-245,-12-8 1,2-2-196,3-2 1,1-1 1316,5 0 1,-2-2-1,6 0 1,-5-1-1</inkml:trace>
  <inkml:trace contextRef="#ctx0" brushRef="#br3" timeOffset="501516">8023 8244 11941,'23'-1'313,"0"-1"1,-2 1 0,-1 0 11,11 4-236,-9 2-33,8 3-21,-13 4 10,0 1-34,-2 2-11,-3 2 56,-2 3-56,-2 3 11,-3 3-11,-2 2 22,-1 5-289,-1 2 267,0-17 0,-1 2 5,1 0 1,0 2-273,0 0 0,-1 1 329,1 1 0,0 0 5,0 0 0,0 0 50,0 0 1,1 0-23,-1-1 1,1 1-7,0 0 1,0 0 5,-1 0 0,0 1 96,0 11 0,-1-1-475,0-8 0,0 0 368,0 7 0,0 0 22,0-12 1,-1 0-51,-1-1 0,1 0 39,-1-1 1,-1 2 77,-1 7 1,-1 1-68,2-7 1,-1 0 10,0 7 1,-1 0-344,1-7 0,1-2 316,-1 1 0,0 1-51,0-1 0,1 0 28,-1 0 0,0-1 91,1-1 1,0-1-120,-1 6 1,0 0 27,1-1 0,0 1-45,0-1 1,0 1 62,0-2 0,1-1-17,-2 12-12,-1 0-45,2 2 34,-1-1-45,1 0 0,0-1 0,2 0 33,0-3-33,1-8 0,-1-1 0,1 10 5,0-12 1,0 0-6,0 6 749,0-1-737,0 2 10,0 2-22,-1 1 67,0-7 0,-1 0-11,-1 13 15,1-13 0,0 1-14,-1 7-1,0-1-34,0 0 12,0-1 30,1 1 48,0 0 45,0 2 34,0 0-35,1 2-394,-1 1 350,-1-1-78,3 0 11,-1-1-34,1-3 11,0-3-22,0-5 430,0-6-408,0-5 27,0-6 18,0-1 687,0-4-676,0 1-44,-4 0 67,-11 3-67,-2-1-1,-11 2-21,0-3 55,-5-1-67,15-1 0,-1 1-34,-1-1 1,-1 0-281,0-1 0,1 1-1216,-1-2 0,1 0-1747,-16-6 2457,7-7 1,14 6 0,6-1 0</inkml:trace>
  <inkml:trace contextRef="#ctx0" brushRef="#br3" timeOffset="506340">1290 4191 14585,'-22'12'71,"1"1"0,-1 2 0,4 2-66,5 4 1,3 4-851,-2 5 0,1 2 845,3-7 0,0 2 0,1 0-617,-1 5 1,1 0-1,-1 1 628,1 2 0,-1 1 1,0 2 10,3-4 1,-1 1-1,0 3 1,0-1-1,1-2-423,0 2 0,1-2 0,-1 0 0,1 3 402,0-7 1,1 1 0,-1 2 0,1-1 0,0 0 0,1-2 6,0 6 1,0-1-1,1-1 1,1 0 2,-1 2 0,0 0 1,1 0-1,0 0-9,-1 0 1,1 0 0,0 0 0,1 0-1,-1-7 0,1 0 1,0 0-1,0 1 0,0-1 13,0 0 1,0-1 0,0 1 0,0 0 0,1 2 0,0-2 0,0 1 0,1 2 0,-1 0 0,1 0 0,0 0 0,-1 1-211,1 1 0,1 0 0,-1 1 1,0-1-1,0 1 0,0 0 0,1 0 215,-1 0 1,1 0 0,-1 1 0,0-1 0,1 0 0,0 0 0,-1 0-140,1-2 1,0 1-1,0 0 1,0 0 0,-1-2-1,2 0 1,-1-1 133,0 3 1,1-1 0,0-1-1,0-1 1,0 1 6,1 0 1,0 0-1,0 1 1,0-1-1,1-1-16,0 1 1,1-1 0,-1 1 0,1-1 0,0 0-59,1-1 1,-1 1 0,1-1 0,1 0 0,-1 0 51,1-1 0,0 0 0,0 0 0,1-1 0,0 0 2,-1 0 0,1 0 0,0-1 0,0 0 1,0 0 2,3 6 1,1 0-1,0-1 1,0 1 33,0-2 0,1 0 0,-1-1 0,2 0-39,-1-1 0,2 0 0,-1-1 0,1 0 5,0 0 1,1-1 0,0-1 0,0 0-6,1 0 0,0-1 0,0 0 0,1-1 5,0 1 1,0-1-1,0 1 1,1-1 8,-1 0 0,1 0 0,0 0 0,-1 0-9,1-1 1,0 1 0,0 0 0,1 0 19,-1 0 0,0 0 0,0 0 0,1 0 8,-1-1 1,0 1 0,1-1 0,-1 0-31,1-1 0,1 1 0,-1-1 0,1 0-1,0-1 1,-1 0 0,1 0 0,0-1 5,0-1 0,1 0 1,0 0-1,0-1 78,0-1 0,0 1 0,0-2 0,1 1-75,-1-2 0,1 0 1,0-1-1,0 0-6,0 0 1,0-1 0,1-1 0,-1 0 10,0-1 1,1 0 0,0-1 0,-1 0 129,1-1 1,-1 0 0,1 0 0,2 0-143,1-1 1,2 0-1,1 0 1,-1 0-1,-1-1 66,0 0 1,-2-1 0,1 1 0,0-1-71,0 0 0,1 0 0,1 1 0,-1-1 0,-3-1 0,6 1 0,-3 0 0,-1-1 11,-1 0 0,-1 0 1,0 0-12,-3-1 0,0 0 0,-1 0 465,8 1 0,-2 0-471,-4-2 0,-1 0-106,-6-1 0,0-1-896,7 0 1523,-9-1-3686,-7-8 2826,-5-2 345,-3-10 0,-2 8 0,0 1 0</inkml:trace>
  <inkml:trace contextRef="#ctx0" brushRef="#br3" timeOffset="506666">3616 9266 18104,'-14'-11'336,"12"8"-202,28 17-112,-10-5 1,2 2 10,10 5 1,0 2-475,-7-5 1,0 0 440,5 5 0,-1 1 5,-9-7 1,-3 1 5,12 13-11,-5 1 34,-6 3-23,-6 1-11,-4 1 11,-4-2 227,-6-3-238,-3-10 0,-2 0-123,-11 8-73,5-9 0,0 0-695,1-4 0,-1-1-748,-1 2 1,-1 0 1372,-3 0 0,1-1 1,-3 4-1,3-5 1</inkml:trace>
  <inkml:trace contextRef="#ctx0" brushRef="#br0" timeOffset="527222">1592 10287 13510,'0'37'334,"0"0"1,0 0 0,0-1-1,0 1 1,0 1 0,-1-1 0,0-1-1,-1-2-319,0 5 0,-1-3 0,-1-2-1402,-3 4 0,0-3 1364,0-2 1,0-2-118,1-3 0,-1-3 110,2-4 0,1-2-1516,-3 8-202,2-10-1166,1-8 2914,1-6 0,2-2 0,0-1 0</inkml:trace>
  <inkml:trace contextRef="#ctx0" brushRef="#br0" timeOffset="527722">1529 10315 14339,'17'-23'713,"0"1"1,-1 1-1,1 3-601,9 3-89,3 3-12,3 4-11,2 4-56,-10 6 0,0 2-90,9 8-39,-11-2 0,-3 3-994,-1 15 810,-8 8 94,-7-15 0,-3 1 6,-4 1 1,-3 1 144,-1 2 1,-3-1 73,-3-1 0,-3 0 91,1-4 0,-2 0 0,0-2 155,-9 4 0,0-1 73,1-1 0,1-2 95,5-7 0,3-4 548,1-2-374,7-4-190,5-1-124,3 0-269,13 7 11,2 5 34,11 10-22,-2 4 32,-11-10 0,-2 0-5,0 0 1,0 2-6,-2-1 0,0 0-89,5 17-466,-6-15 0,0-1-2722,5 8 0,1-5 3055,-1-16 1,-5-5-1,-2-2 1</inkml:trace>
  <inkml:trace contextRef="#ctx0" brushRef="#br0" timeOffset="528109">1956 10781 7907,'31'-13'713,"-1"0"1,-1 1-1,-5 0 173,-8-6 290,-4-1-157,-4 1-21,-4 2 761,-2-4-1008,-6 6-169,-3-2-33,-12 9-482,3 4-67,-7 2 0,6 8 0,0 5-44,2 10 44,2 5-28,7-4 0,1 2-96,1-7 1,2 2-303,3 11 1,4 0-12,10 2-454,-3-13 1,3-3-432,18-1 50,-14-11 0,1-2-367,2-1 1,0-3 1585,3-3 0,-2-2 1,5 1-1,-6-4 1</inkml:trace>
  <inkml:trace contextRef="#ctx0" brushRef="#br0" timeOffset="528602">2473 10648 12176,'-27'-2'1092,"0"-1"0,1 2 0,3 5 484,-4 18-1576,13-8 0,1 1-6,-4 9 1,2 1-1,4-6 1,1 1-18,-2 5 1,3 0-146,3 5-168,8-5-594,21-5 930,1-9-6,-5-7 0,2-3 34,3-10 0,-1-4 0,-4 3 0,-1-2-34,5-7 0,1-2 331,0-6 0,-2-1-622,-6 5 1,-1 0 570,5-7 1,-2-2 302,-7-1 1,-3 0-332,-3 7 0,-1-2-3,-2-1 0,-1-4 0,-2 3-131,-2 2 0,-2 1-34,-2-8 1,-1 2-35,0 12 1,-1 2 122,-2-1 1,0 2-168,-3-3 0,-1 4-157,10 15 191,2 3-124,1 10 90,1 11 0,1 4-11,0-1 0,0 3-107,0-1 1,1 2-1,0-1 79,1 9 0,0 0-68,1 0 1,0 0-135,0-1 0,1 0 39,-1-2 0,2 2-4,1-5 1,1 2 0,1-1-551,2 3 0,2 0 128,-1-5 1,1 0 0,1-3-1012,3 0 1,0-3 1435,3-1 0,-1-3 0,2 3 0,-2-7 0</inkml:trace>
  <inkml:trace contextRef="#ctx0" brushRef="#br0" timeOffset="532297">3531 10257 9655,'0'0'0</inkml:trace>
  <inkml:trace contextRef="#ctx0" brushRef="#br0" timeOffset="533129">3661 10286 15224,'-20'-8'330,"0"0"1,-16-4-152,20 11-67,-1 1-67,-1 2 45,-2 3-23,-1 4-34,-1 4 13,2 2-24,1 2-22,5 2 0,3 0-45,5 13 39,11-9 1,3 0 22,-1-3 0,1-2-12,7 5 1,2-3 5,10 0-387,1 0 365,0 0-57,-2 0-212,-2 1-202,-5-1 191,-3 1 213,-7-1 33,-4 6 45,-7-9 45,-6 2 22,-5-10 112,-6-2 925,-17-1-689,7-4-253,9 0 1,1-2 117,-8-1-56,4-2-89,4-2-79,7-3-90,5-3 68,5-3-96,12-2 0,6-2-61,-4 2 0,2 1-740,11-9 0,3-1 751,-6 6 0,1 1 73,-1-2 0,-1 1 33,-1-1 0,-2 1 6,-2 1 0,-2 0-307,-2 1 0,-2 1 329,3-12-22,-6 5-1109,-9 5-1054,-7 9-952,-8 4 3115,-8 14 0,11-5 0,1 4 0</inkml:trace>
  <inkml:trace contextRef="#ctx0" brushRef="#br0" timeOffset="533952">3875 10381 13768,'0'-4'1445,"0"1"-1019,0 3-124,0 36-212,0-7-319,0 0 1,-1 3 278,0 1 1,-1 0-35,0-1 1,0 1-34,-1-1 1,1-2 16,0-5 0,0-4-34,0-1 20,2-8-20,0-5 34,0-4 112,0-2-67,-2-9 0,2-1 359,-2-9-304,2 2 69,0 0-1,3 2-90,3 1-66,11 0-24,-2 6-32,6 1 32,-6 5 1,0 2-11,-2 4-1,0 3-10,-3 3-1,-2 2-22,-3-1 0,-2 4 56,-1-4 56,-3 3-22,-6-5-1,-4 1-66,-6-1-23,-3-1-326,-1 0-1937,-7 1-56,9-3-902,-2-2 3244,14-3 1,3-2 0,3 0-1</inkml:trace>
  <inkml:trace contextRef="#ctx0" brushRef="#br0" timeOffset="534146">4089 10644 15314,'1'19'-639,"0"1"0,1 15-2151,-2-20 2790,-3-2 0,2-6 0,-2-3 0</inkml:trace>
  <inkml:trace contextRef="#ctx0" brushRef="#br0" timeOffset="534329">4093 10464 12580,'-2'-4'1635,"0"1"-3416,2 3-561,-3 6 2342,2-1 0,-1 2 0,2-3 0</inkml:trace>
  <inkml:trace contextRef="#ctx0" brushRef="#br0" timeOffset="534561">4222 10421 14843,'8'24'220,"1"0"1,-1-1-1,-2-1-153,-3 6-55,-2 1-18,0-9 0,-1-1-453,-3 11-885,0 6-752,-4-16-67,0-5 2163,-1-5 0,5-5 0,0-3 0</inkml:trace>
  <inkml:trace contextRef="#ctx0" brushRef="#br0" timeOffset="534734">4214 10621 10563,'-1'-6'1019,"-1"1"-940,2 5-214,0 0-346,22-3-483,-8 2-1087,20-2 2051,-16 1 0,-7 1 0,-3-1 0</inkml:trace>
  <inkml:trace contextRef="#ctx0" brushRef="#br0" timeOffset="535016">4391 10555 15235,'-16'-7'370,"4"1"-404,9 7-10,1 2-35,1 2 79,1 5 101,2 6-56,3-4-12,3 5-33,1-6 12,0-1-12,0 0 0,0 1 0,-2 0 78,-2-1-78,-7 0-392,-9 1-2779,-9 3 3171,-10 3 0,11-8 0,1 0 0</inkml:trace>
  <inkml:trace contextRef="#ctx0" brushRef="#br5" timeOffset="540060">1664 11451 13857,'6'-36'2050,"-2"7"-1602,-4 25-212,-3 2-101,-3 1-23,-7 0-79,-5 5 62,0 8 1,-1 3-74,2-1 0,1 3-128,-7 8 0,0 4 132,7-5 0,1 3 0,1-2-573,-2 4 1,1 1 523,3-5 1,0 2 0,3-3 16,2 0 1,4-2-140,1 2 0,3-1 89,9 6-33,8-1 55,5-17 34,4-6-45,3-2 12,1-3 44,-1-1-11,-2-4 56,-5 0 45,-2-3 289,-11 4-267,-3 1 1047,-6 3-1170,-1 0 192,0 6-91,1 3-79,1 7 68,4 16-85,-3-13 1,0 1-79,1 0 0,0 0-532,2 15-683,0-14-449,1-5-1243,2-7-297,3-3 3174,4-11 1,-7 4-1,-1-4 1</inkml:trace>
  <inkml:trace contextRef="#ctx0" brushRef="#br5" timeOffset="540411">1930 11843 10709,'-4'3'2408,"2"-1"-1556,2-2-550,13-29 102,-5 12-281,1-4 1,1-1 44,-1-2 67,-1 0 191,-2 2-23,-4 2 169,0 6 88,-2 4-122,0 5-179,-1 2-381,-1 4-23,-1 4 34,-1 6 11,0 9-11,1 7-135,2-6 0,-1 1-549,1-2 1,2 0-945,3 1 1,4-3-1639,16 1 3041,4-20 1,-6-2-1,-11-5 1</inkml:trace>
  <inkml:trace contextRef="#ctx0" brushRef="#br5" timeOffset="540744">2158 11756 10541,'2'-3'1075,"1"1"-1030,24 2 67,-10-2-73,7-3 1,1-1 27,-2-4-34,4-8 415,-12 3 292,-5 0 56,-3 0 43,-4 1-65,-2 0 671,-5-1-795,-3 4-246,-4 0-214,-1 6-178,-2 3-12,0 2 0,-2 6-101,0 5 73,4 4 0,3 4 5,1 2 1,1 2-63,0 0 1,2-1-151,1 0 0,3-2-774,7 2-10,4-5-505,10-5-1232,7-7-521,4-7 2944,1-8 1,-13 4 0,-5-3 0</inkml:trace>
  <inkml:trace contextRef="#ctx0" brushRef="#br5" timeOffset="541479">2469 11666 11515,'19'7'190,"-2"-1"-145,-3-10 22,-1-2-32,0-3 133,-4-3 470,-1-1 304,-2 0-24,-4-1-100,0 1-90,-2 1 606,-5 2-1021,-6 5-268,-3 1-45,-5 10-56,3 6 56,0 9 0,2 6-34,3 3-55,4 2-90,3-1-359,2-3 482,7-2-179,4-5-583,7-6 112,5-8 112,2-3 34,2-10 224,3-4 313,-7-4 1,0-2-210,-5 4 1,-1-2 393,5-4 1,-2-1 621,3-9 68,-3 2-124,-5 0 0,-4 4-123,-3 4 897,-3 6-1177,-3 6-393,0 3 68,-2 9 530,-1 4-530,-3 8-22,0 7 0,-1 3-135,0 2-291,5-11 0,0 0 179,-1 6 212,1 1-88,2-18 122,1-4 23,1-3 23,2-4 100,4-6-44,3-7 100,2-7 112,2-2-1657,1 0 1,0 0 1410,-1 1-357,15 21 0,-1 9 100,-11 16-659,-3 0 1,4 6 0,-5-3-769,-5-6 1,-3 0 1625,5 7 1,-2-3-1,-1-5 1,-2-5 0</inkml:trace>
  <inkml:trace contextRef="#ctx0" brushRef="#br5" timeOffset="542250">3669 11395 17689,'-23'-13'213,"-1"0"0,3 1 0,2 4-101,-3 10-112,6 5-190,-5 16 145,14 1 39,3-5 1,2 1-18,7 15-28,-2-16 1,2-1-85,2 1 1,1-2-190,0 1 0,1-2 55,9 14 12,-1-3-938,-1 4 1083,-6-11 112,-3 3 0,-6-12 224,-5-2 325,-3-2 90,-5-3 634,-11-1-814,4-3-67,-6-5-102,9-3 1,1-7-67,4-2-100,2-2-124,5-2 0,2-2-34,8 1-280,15-9-369,3 8-809,-6 8 0,1 2 685,-1 4 0,0 0-639,2 1 1,0 1-194,2-1 1,0 1 1103,1 1 1,-1 0 0,3-1 0,-6 2-1</inkml:trace>
  <inkml:trace contextRef="#ctx0" brushRef="#br5" timeOffset="542728">3936 11304 17241,'-4'23'63,"0"1"1,0 0-1,1-1-52,3 0 1,0-1-732,-1 0 1,0 1 680,1 1 0,-1-1-68,1-1 1,-1 0 16,1-2 1,0 0-1659,0 15 89,0-10 916,0-8-355,2-10 1021,0-4 65,2-7 12,0-4 527,0-7 1071,0-3-354,-2-2-583,2-1 157,-1-1-336,3 0-169,2 3-89,3 3-44,3 5-35,1 3-111,1 5-34,-1 2 0,0 5-79,6 15 79,-10-4 12,2 11 78,-11-11-79,-3-1 101,-5 0-112,-5 1-67,-6-2-46,-3 1-268,-1-1-425,-1-1-382,-1-3-1132,2-2-750,1-3 3070,5-2 0,7-2 0,3 0 0</inkml:trace>
  <inkml:trace contextRef="#ctx0" brushRef="#br5" timeOffset="542935">4230 11490 16344,'0'21'78,"0"1"1,1-2 0,-1-1-79,0 4-661,-1 1-2616,-6 4 2457,1-9 1,-1-2 0,3-13 0</inkml:trace>
  <inkml:trace contextRef="#ctx0" brushRef="#br5" timeOffset="543143">4213 11297 13868,'-2'-4'2039,"0"1"-2498,2 3-438,-4 8-1837,7 1-543,-1 6 3001,9-3 0,-5-5 0,0-4 1</inkml:trace>
  <inkml:trace contextRef="#ctx0" brushRef="#br5" timeOffset="543344">4407 11315 13476,'4'0'3182,"-2"0"-2577,5 26-258,-4-5-196,1 2 1,-1 1-957,-1 13 990,-2-16 0,0-1-146,0 2 0,0 1-101,0 9 1,-2-1 16,1-9 1,-1 0-646,-1 6 1,0-3-2118,-5-1-470,0-8 3141,1-8 0,3-6 0,1-2 0</inkml:trace>
  <inkml:trace contextRef="#ctx0" brushRef="#br5" timeOffset="543777">4319 11481 15981,'33'4'-448,"1"1"0,-3-1 0,1-1-1191,-2-3 1,-1-2 367,-7 0 0,-1-1 811,5 0 1,-2-1 459,1-4 691,-7 0 328,-7 3 444,-5-1 162,-4 1 697,-1-2-709,-5 1-691,0 0-215,-3 2-461,1 3-246,2 1-33,-2 0 10,1 6 12,-1 3-11,2 17 10,2-5-32,6 8-124,3-12 0,4-2 77,1-4 24,-2-3 22,-2-3 45,-3-2-89,-3-1-751,-9 5-953,-9 4-1484,-16 7 3235,11-7 0,0-2 1,-4 4-1,2-3 1</inkml:trace>
  <inkml:trace contextRef="#ctx0" brushRef="#br6" timeOffset="547160">1383 12501 14081,'0'-4'2162,"-2"15"-2128,1 7-12,2 18-22,0-16 0,1 1-725,0 2 0,0 1 613,-1 2 0,-1 0-661,1 1 0,-1 1-300,-1-1 0,0 0 255,-2-2 0,0 0-821,0-4 1,-1 0 1569,-7 11 0,6-16 1,1-8-1</inkml:trace>
  <inkml:trace contextRef="#ctx0" brushRef="#br6" timeOffset="547718">1332 12439 14045,'22'-25'298,"0"1"1,0 1 0,0 3-293,-5 11 0,0 2 243,1 0 0,1 1-249,15-3-45,-2 5-67,-5 2-146,-2 5 57,-6 5 257,-3 7-129,-11 2 0,-3 3 73,-2 13-230,-4-9 1,-3-1 229,-11 10 56,7-17 0,-1 0-45,-11 11 244,1-3-177,5-5-44,-1-1-45,9-6-68,2 2-33,6-4 611,6 3-544,6 1-303,8 3-368,4 0-551,4 0 337,1-1 879,-10-5 1,1 1-39,6 5-68,2 5 62,-18-8 95,-5 1 257,-9-1 640,-8 0 212,-9 1-78,-1-5 0,-2-1-605,5-1 0,-2-1-1926,-6 2 0,-2-2 1679,8-2 0,0-1-140,-1-1 0,0 0-102,2-1 0,-1-1 46,1-1 0,2 1-520,-15-1-819,8-1-1921,10-4 3163,15-7 0,0 5 1,7-3-1</inkml:trace>
  <inkml:trace contextRef="#ctx0" brushRef="#br6" timeOffset="548144">1786 12867 13309,'13'-29'848,"0"1"0,-1 0 0,-2 2-456,2-9-174,-7 16 1,0 1 17,4-18-68,-3 2-35,-3 5 147,-1 6-15,-2 7 4,-2 6 172,0 5-441,-2 4 11,0 1-269,0 2 113,0 6 111,-1 7-124,1 10-21,0 8-126,3-14 0,0 0 142,1 1 1,-1 0-28,1-1 0,0 0-606,2 2 1,2 0-1424,9 12 1513,2-5 560,7-14-896,-6-11-56,0-2-527,0-3 1718,-1-1 1,-7 1 0,-2-1 0</inkml:trace>
  <inkml:trace contextRef="#ctx0" brushRef="#br6" timeOffset="548661">2064 12699 11213,'0'-5'1501,"1"0"-279,-1 5-887,-11 31-223,7-13-106,-2 3 0,0 0 38,4-1-44,0-1 0,2-3 34,1-3 145,4-3-112,3-3 136,10-3-24,-3-6-157,5-5 158,-6-6 88,0-3 124,-2-2 113,0 0-180,-4 1 22,0 0-67,-3 4-67,-1 3-157,-2 5-56,-2 3-291,0 2 291,1 7 33,1 2-10,3 9-315,6 14-391,-1-6-45,3 7-1255,-4-13-1294,6-7 2619,-3-6 1,-1-5 0,-5-3 0</inkml:trace>
  <inkml:trace contextRef="#ctx0" brushRef="#br6" timeOffset="549076">2398 12734 12804,'0'15'11,"5"-3"-11,0-10-583,12-4 146,4-10 347,0 1 90,-3-7 112,-9 5 270,-3 1 301,-2 1 191,-3 0-191,0 2 920,-2 0-1065,-3 3-135,-2 0 23,-3 4-225,-3 2-10,0 0 34,-1 4-181,0 4-32,-6 16-18,9-7 0,1 1 17,0 0 1,1 1-24,2 1 1,1-1 11,1 8-67,2-1-348,3-2 79,10 0-123,9-2-1180,8-11 1,5-4 1091,-5-3 1,-1-2 0,1 0 0,-2-1 0,2-6 0</inkml:trace>
  <inkml:trace contextRef="#ctx0" brushRef="#br6" timeOffset="550079">3484 12383 15000,'-23'-5'179,"0"0"0,3 0 1,2 3-180,6 5-101,3 3-56,5 18 23,5 0 134,2-5 0,3 1-346,0-3 0,2 1 234,2 0 0,1 0-29,-1 0 1,0-1-196,9 15 34,-4-3-280,-3-3-91,-4-3 124,-4 1 684,-3-8 100,-6 0-45,-3-6 281,-6-2 11,-1-1 680,0-1-501,1-4-33,-3 0-606,5-5 157,1-3-179,7-17-33,2-2 33,4 6 0,2 0-45,7-15-135,3 7 1,2-1-212,-4 7 0,2 0 206,4-7 0,1 2-269,-5 8 1,1 1-376,-1 2 0,0 1-662,14-8 1491,-3 8 0,-11 7 0,-5 4 0</inkml:trace>
  <inkml:trace contextRef="#ctx0" brushRef="#br6" timeOffset="550364">3882 12322 15392,'-8'27'242,"1"0"1,0-1 0,2 0-226,1-3 0,0 0-1017,2 1 1,0 0 1004,0 1 1,1 1-12,1 0 1,-1 0-354,0 1 1,1 0-1281,-1-2 1,-1 0 44,1-3 0,0-2 1594,-1 10 0,1-14 0,1-9 0</inkml:trace>
  <inkml:trace contextRef="#ctx0" brushRef="#br6" timeOffset="550709">3845 12629 10832,'2'-4'1916,"-1"1"-1726,-1 3-89,27 12 44,-13-2-95,3 0 1,0 2-6,-5 2 169,-3 1-46,-2-1 67,-4-2 22,-1-1 57,-1-1 179,-1 1-134,-3 1 66,-3 0-44,-4 0-146,-15 7-156,4-6-67,-9 4-24,10-8-627,1-3-1332,3-2-1306,5-3 3205,3-2 0,4 1 1,3-1-1</inkml:trace>
  <inkml:trace contextRef="#ctx0" brushRef="#br6" timeOffset="550908">4102 12595 15000,'-1'24'149,"0"1"1,0-3-1,-2-2-1303,-3-2-2123,-3-3 3057,1-4 0,3-5 0,1-3 0</inkml:trace>
  <inkml:trace contextRef="#ctx0" brushRef="#br6" timeOffset="551277">4316 12311 17006,'0'26'489,"0"1"0,0-1 1,-2 0-412,-1-5 0,-1 0-56,-1 2 1,-1-1-23,-2 1 0,-2 1-493,-4 9 0,-2 0-784,5-9 1,-1-2-254,-2 6 1,0-4-1748,1-2 3048,5-11 1,5-7 0,3-4-1</inkml:trace>
  <inkml:trace contextRef="#ctx0" brushRef="#br6" timeOffset="551447">4236 12500 6304,'22'1'0,"0"0"0,14 1 0</inkml:trace>
  <inkml:trace contextRef="#ctx0" brushRef="#br6" timeOffset="551764">4519 12437 18126,'-23'8'108,"0"-1"1,1 5-1,4 2-108,9 7-11,1 9-112,8-10-23,3-3-247,3-1 125,5-3 100,3-3 145,1 1-22,1-2-167,3 4-124,-8-3-23,0 3 112,-10-5-974,-1 1 34,-6 0-1055,-16 2 2242,2-6 0,0-1 0,-7 3 0,-2-3 0</inkml:trace>
  <inkml:trace contextRef="#ctx0" brushRef="#br6" timeOffset="552000">4063 12327 17375,'0'-5'1289,"0"0"-4566,0 5 0,1 7 2710,0 3 1,0-1 0,-1 0 0</inkml:trace>
  <inkml:trace contextRef="#ctx0" brushRef="#br6" timeOffset="552896">3235 13202 13034,'31'0'255,"1"0"1,-1 0-1,4 0 1,1 0 0,0 0-212,-8-1 1,0 1 0,1-1 0,1 1-865,2-1 1,2 0 0,-1-1 0,1 1 573,1-1 0,1 0 0,-1 0 0,1-1 246,-1 1 0,0 0 0,0-1 0,2 1-35,-7 0 1,1 0-1,1 0 1,1 0-1,-1 0 1,0 0 40,5 0 1,0 1 0,0-1 0,0 1 0,0-1-125,-2 1 0,1 0 0,-1 0 0,-1-1 0,0 2 101,2-1 0,0 0 0,-2 0 1,-4 1-170,6-1 1,-5 2-652,-6 1 1,-3 1-1920,6 5 1406,-15 5 1350,-16 3 0,1-6 0,-4-2 0</inkml:trace>
  <inkml:trace contextRef="#ctx0" brushRef="#br6" timeOffset="553426">3718 13404 16389,'9'-18'67,"0"-1"1,10-9-90,3 25-46,4 7 57,1 6-1,1 7-72,-10 2 0,-2 3 84,-5-6 0,-1 2-543,1 6 1,-2 1 542,-5 12 34,-8 0-6,0-19 0,-2 1-28,-3-1 0,-1 0 90,-2 0 0,-1-1 89,-6 4 0,0-1-5,4-6 0,1-1 49,-3 2 1,0-3 701,-1-3-443,5-5 62,4-2-275,3-2-235,4 0-57,1 0 558,6 0-535,7-4 11,12-3-11,-6 2 0,1-1-314,5-1 1,0 0 201,4 0 0,0 0-709,2 0 0,-1 1 271,1 1 1,-1 0-163,0 0 1,0 1-928,7 0 1,-2 1 1201,-9 0 1,-2 1 0,-1 0 0,-2 1 0,-7-1 0</inkml:trace>
  <inkml:trace contextRef="#ctx0" brushRef="#br6" timeOffset="553865">4192 13349 16994,'-10'25'101,"1"0"0,-1-1 0,4 0-85,10 1 1,4 0-414,-2-7 0,1 0 397,5 5 0,3-2-247,9 1 35,0-6 133,-1-9 191,0-3-157,-2-7-45,9-16 158,-9 0-52,-7 4 1,-1-1 241,1-9-68,0 2 45,-4 2 250,-1 5-160,-3 5-67,-3 6-370,-2 3 535,1 13-390,0 3-33,2 14-112,-2 5-90,2 4-138,-4-17 0,1 0-406,1 0 1,-1 0 745,3 5 0,-1-3 0,0 2 0,2 1 0</inkml:trace>
  <inkml:trace contextRef="#ctx0" brushRef="#br6" timeOffset="554376">4705 13345 15079,'-5'22'429,"0"1"0,1-1 1,1-1-374,0 10-56,3-1 0,0-3 34,0-4 11,0-3-12,0-11 46,0-2 223,0-6 415,0-1-404,0-4-267,3-1-35,7-10-168,4 5 78,2-1-55,1 8 11,-3 3-79,0 5-11,0 1 90,0 7 123,1 0 45,8 9-45,-7-8 0,1 3 11,-10-11 45,-5-2 101,-2 0-79,-4 0 12,-5 1 22,-16 2-23,3-1-89,-7 0 0,10-3-11,1-1-470,3 1-1222,3-2-1574,3 0 3096,5 0 0,2-1 0,2 0 0</inkml:trace>
  <inkml:trace contextRef="#ctx0" brushRef="#br6" timeOffset="554564">4968 13546 17711,'11'23'-116,"1"0"1,-3-2-1,-1-2-1419,-5 1 1535,-3 2 0,1-10 0,-1-1 0</inkml:trace>
  <inkml:trace contextRef="#ctx0" brushRef="#br6" timeOffset="554760">5067 13359 14775,'-4'3'-820,"1"0"1,3 0 0,0-1 0</inkml:trace>
  <inkml:trace contextRef="#ctx0" brushRef="#br6" timeOffset="554958">5213 13329 13352,'6'-2'2947,"0"2"-2476,-3 29-23,-2-10-358,0 4 0,1 0 44,-2 6-78,0 3-56,-2 2-538,-1-8 1,0 1-472,0-8 0,0 0-630,-1 5 1,0-2 1177,-2 0 0,3-10 1,0-6-1</inkml:trace>
  <inkml:trace contextRef="#ctx0" brushRef="#br6" timeOffset="555143">5158 13518 15202,'-4'-2'1949,"1"0"-1982,3 2-572,23-1-1200,-5 1 186,2-1 0,0 1 1619,8 0 0,-12 0 0,-4 0 0</inkml:trace>
  <inkml:trace contextRef="#ctx0" brushRef="#br6" timeOffset="555475">5459 13466 17745,'-26'2'-45,"6"3"34,20 6 0,0 2-34,5 2-34,1-1-100,3-1-78,4 1 145,-4-3 78,1 0-33,-6-4 22,0 0 45,0-1-56,-2 0 56,0-1 45,-1 0-34,-1-1-516,-12 3-839,-1-2-1748,-11 1 3092,5-2 0,7-1 0,5-2 0</inkml:trace>
  <inkml:trace contextRef="#ctx0" brushRef="#br6" timeOffset="555881">6018 13561 18552,'33'-10'-508,"-1"-1"0,-1 1 0,-1 2-321,-11 4 0,-1 1-695,1 0 0,-1 0-1753,14-3 3231,-5 0 0,-13 4 1,-6 0-1</inkml:trace>
  <inkml:trace contextRef="#ctx0" brushRef="#br6" timeOffset="556125">6321 13464 13005,'0'-3'3276,"0"0"-1419,0 3-1521,0-6 0,6 7-224,2-2-45,5 9 11,0 2-67,-2 1 12,-2 0-1,0-1-11,-2 0-11,0-1-67,-4 0-22,-1 1 10,-1 0-201,-6 1-101,-5 3-1258,-4-3 1,-2 0 1409,-10 7 1,0 0 0,14-11 0</inkml:trace>
  <inkml:trace contextRef="#ctx0" brushRef="#br6" timeOffset="557608">6820 13373 14607,'-2'22'142,"-1"0"0,0 4 1,0-1-143,0 11-56,2-3-359,4-11 0,3-16 158,3-3-1,3-6-101,3-6 292,2-8 83,-6 1 1,1-2 186,4-10 77,-7 11 0,-1 0 369,-1-3-10,-4 6-23,-2 4-145,-1 6-550,0 2 191,-4 23-112,3-7 12,-4 18-12,5-14-34,0-4-302,1-4 34,2-5 302,1-2 112,2-4 22,2-5-11,3-3 124,2-8 44,2-1-67,2-1 68,0 2-68,-1 5-146,-3 3-145,2 6 67,-3 6-23,3 5 1,-3 7-68,0 5-313,0 4-706,-3 3-1637,-2 0-531,-3 1 2807,-3-4 1,-1-10 0,0-6 0</inkml:trace>
  <inkml:trace contextRef="#ctx0" brushRef="#br6" timeOffset="557809">6811 13161 14809,'32'13'-547,"-1"0"1,2 0 0,-5-2 0,-4-1 0,-3-3 0</inkml:trace>
  <inkml:trace contextRef="#ctx0" brushRef="#br6" timeOffset="558392">7721 13345 13745,'-3'0'2375,"0"0"-1691,3 0-393,5-28-78,4 12-84,-3-3 0,2-1 83,7-1 2,1 1 44,-3 1-1,-3 5 124,-3 3-34,-4 5-168,-2 3-347,-1 3 101,0 4 67,0 6 45,0 11-45,0 13 11,0-14 0,0 3-468,-1 0 0,-1 4 0,1-2 93,-1 4 0,0 0 35,1-4 0,-1 1 0,0-1-1228,0 6 0,1-3-57,1-9 1,0 0-26,-1 2 1,0-2 1384,-1-2 0,0-9 1,-1-3-1</inkml:trace>
  <inkml:trace contextRef="#ctx0" brushRef="#br6" timeOffset="558593">7653 13660 12893,'-20'-5'1638,"0"1"0,-12-4 1638,28 8-2556,3 0-720,13 0 56,8 0-56,-1 0 0,3 0-601,1 0 1,2 0 235,3 0 1,1-1-437,0 0 0,2 0-292,-2 0 1,2-1 0,-2 1 575,5 0 1,-2 0-1,0-1 1,-3 1 0,-4 1-1</inkml:trace>
  <inkml:trace contextRef="#ctx0" brushRef="#br6" timeOffset="559048">8456 13230 18048,'-2'35'332,"-1"0"0,2 1 1,-1 0-317,2-2 1,1 0-1555,0 2 0,-1 0 1538,0-11 0,0 1 0,0 0-90,0 0 1,-1 1-1,0-1-119,0 1 0,0 0 0,-1-1-126,1 0 0,-1 0 1,0 0-759,0 2 1,0 0 0,0-2-547,1-1 1,-1-2 1364,1-1 0,-1-4 1,2-11-1,0-7 1</inkml:trace>
  <inkml:trace contextRef="#ctx0" brushRef="#br6" timeOffset="559359">8423 13485 13924,'26'-9'70,"0"0"0,-1 0 0,11-3 0,-4 7-59,-4 14-11,-3 8 0,-5 3 12,-6 2 55,-6-1 639,-4 8-123,-9-9 21,-4 2-54,-7-10-293,-3-2-89,-2-2-56,-3-3-100,-1-1-12,1-2-392,2-1-1648,4-1-1237,4-2 2987,6-5 0,4 4 0,3-3 0</inkml:trace>
  <inkml:trace contextRef="#ctx0" brushRef="#br6" timeOffset="559541">8745 13444 13173,'2'5'2253,"-1"-1"-1928,3 23-225,0-4-100,0-4 0,-1 0-907,2 6-2370,-1-11 3079,0-5 1,-2-5-1,-1-3 1</inkml:trace>
  <inkml:trace contextRef="#ctx0" brushRef="#br6" timeOffset="559730">8764 13201 17162,'-13'9'-3277,"3"5"0,12 8 2457,5 1 1,-4-10 0,3-3 0</inkml:trace>
  <inkml:trace contextRef="#ctx0" brushRef="#br6" timeOffset="559915">8946 13325 16972,'14'26'168,"0"1"0,-1-2 0,0-2-151,-4-5 0,-1-1-690,1 1 0,0 0 471,-1 0 1,1 0-740,0-1 0,-1-1-2285,9 13 3226,-1-8 0,-7-9 0,-2-7 0</inkml:trace>
  <inkml:trace contextRef="#ctx0" brushRef="#br6" timeOffset="560127">9130 13429 18294,'-22'16'271,"0"-1"1,1 1 0,-6 3 0,3 0-272,6 2 0,4 1-684,0 3 1,2 0-956,3-6 1,1 1-1,-1 5 1,2 1 907,2 6 0,3-14 0,2-6 0</inkml:trace>
  <inkml:trace contextRef="#ctx0" brushRef="#br6" timeOffset="560798">9262 13488 12848,'24'5'-23,"0"0"1,-2-2 0,-2-3-56,-3-7 78,-3-4 224,-2-6 594,-7 4 179,-1-2 56,-7 6-234,-3 1-293,-6 2-156,-2 3 78,-3 1-112,-10 6-268,7 6-46,-5 9 12,12 4-34,3 4-12,3 0 12,4-2-112,4-3-100,19 0 38,-3-15 0,3-2 101,2 0 0,0-1-62,5-6 1,-2-2 61,-6-1 1,-1-1 66,-1-3 0,0-2 6,-1 1 0,0-2 17,-1 0 0,-1-1 44,-1-1 1,0 0 246,2-8 0,-1-1 123,-2-4 1,-1 0-180,-2 1 0,-1-1-114,-3 1 0,-2 1 276,-6-6 45,-3 4 102,-4 8-214,-4 6-212,2 7-135,0 3-79,-1 13 79,0 7 12,-1 17-294,7-12 1,2 0 281,0 3 0,1 1-375,1 1 1,2 0 340,0 0 1,0-1-152,0-1 1,2 0-293,2-1 1,2-2 302,2-2 1,3-1-399,6-1 1,4-2-544,5-2 0,3-2-524,6-1 1,3-2 1242,-9-4 1,1 0 0,-3-1-1,-1-1 1,-1 0 0,-4-1 0,1 0-1</inkml:trace>
  <inkml:trace contextRef="#ctx0" brushRef="#br6" timeOffset="563828">10223 13335 18194,'25'0'-158,"-1"-1"1,1 1 0,-2 2-213,-1 1 1,-2 0-315,1 1 1,0 1-956,4 3 1,0-1 899,8 4 1,-4-1 0,-20-6 0</inkml:trace>
  <inkml:trace contextRef="#ctx0" brushRef="#br6" timeOffset="564075">10287 13509 15448,'29'-2'-318,"0"1"1,0 0-1,0-1-1284,-3 1 0,-1-1 1445,2 0 1,-1 1-1,4 0 1,-6 0 0</inkml:trace>
  <inkml:trace contextRef="#ctx0" brushRef="#br6" timeOffset="564593">11298 13185 16075,'-6'28'299,"0"1"0,0-1 0,1-2-266,2-7 1,0-1 5,0 1 1,0 0-29,-1 19-11,1-1-361,2-3 148,1-3-314,2-4-682,4-5-1101,4-7-967,6-6 3163,1-5 1,-6-3 0,-3-1-1</inkml:trace>
  <inkml:trace contextRef="#ctx0" brushRef="#br6" timeOffset="565230">11739 13188 14809,'-23'-10'452,"0"-1"0,1 2 0,2 3-194,-3 13-23,-2 6-140,9 3 1,1 3-63,-6 10-27,9-9 0,2 0-6,3 6 11,4-4-34,6-5 23,7-6 0,5-6-22,7-3-12,3-4 34,3-6-22,-8-1 0,-1-2 66,10-8-27,-11 6 0,-1 0-17,3-4 0,-5 1 34,-4 3-1,-4 5 102,-4 4 55,-2 2-156,-1 2-68,-2 13 34,-2 3 67,-3 15-67,-2 0-737,1 4 726,1 0 22,2-1-22,3 1-225,3-14 1,1 1-1065,7 8-1288,6 2-689,5-19 3062,3-6 1,-10-4 0,-2-3 0</inkml:trace>
  <inkml:trace contextRef="#ctx0" brushRef="#br6" timeOffset="565698">11984 13202 16720,'24'-5'-30,"1"0"0,-2 1 0,-3 4 384,-1 11-601,-3 4 213,-5 4-548,-4 1 87,-5 15 433,-10-14 1,-1-1 66,1 1 1,-1-1-130,-6 0 0,-1-2 147,-8 4 18,0-2 194,1-5 158,4-3 55,3-3-112,4-3-123,5-2-56,3-1 568,2-2-714,1-1 167,8 2-145,4-1 12,10 1-23,0-1 1,0-1-338,15 0-388,-12 0 0,0 0-832,11 0-1742,1 0 1991,-17 0 0,1-1 1275,1 0 1,-1 0 0,3-1 0,-4 0 0</inkml:trace>
  <inkml:trace contextRef="#ctx0" brushRef="#br6" timeOffset="566109">12414 13263 16142,'-18'25'134,"0"1"1,3-2 0,3-2-113,9 5-22,11-2 0,4-5 259,9-4-595,5-6-135,-1-6-11,2-2 101,-4-6 325,-3-3 56,-4-6 283,-6-9 523,-4-7-424,-7 0-192,-6 0-156,-13 4-113,2 9-418,-7 1-2780,4 12 2609,10 7 0,0-2 0,11 3 0</inkml:trace>
  <inkml:trace contextRef="#ctx0" brushRef="#br6" timeOffset="566361">12755 13321 15291,'-1'-6'1211,"0"1"-1055,1 5-88,18 31-57,-6-13-11,2 3 0,0 1 0,1-1-393,0-2-872,-1-3-1582,0-4-430,-1-4 3149,1-5 1,-7-2-1,-1-1 1</inkml:trace>
  <inkml:trace contextRef="#ctx0" brushRef="#br6" timeOffset="566631">12898 13279 14227,'-23'18'593,"0"0"1,1-1 0,1-1-347,-8 7-468,13-11 1,1 0 231,-2 0 0,1 1-283,0 0 1,0 0 226,0 0 1,1 1-596,-10 11-2637,5-4 3264,8-3 1,5-9-1,5-4 1</inkml:trace>
  <inkml:trace contextRef="#ctx0" brushRef="#br6" timeOffset="567260">13241 13124 14484,'-8'24'580,"0"0"0,0 0 0,-1 4 0,0 0-530,1 6 1,1-1-1004,3-9 0,1 0 953,1-1 0,0 0 0,1-2 0,0 0 152,5 17-1138,5-9-1064,7-9-1177,8-10 3320,3-6 1,-10-4-1,-4 0 1</inkml:trace>
  <inkml:trace contextRef="#ctx0" brushRef="#br6" timeOffset="567576">13351 13250 13768,'-5'26'253,"-1"-1"1,1-2 0,3-3-176,10-1-55,7-4 10,6-5-10,3-5-23,2-2-258,7-6 101,-10-2 157,2-5 0,-18 0 112,-3 0 168,-3 0 113,-7 0-68,-2 0-168,-7 1-146,-14 3-280,5 3-784,-10 6-1603,11 5-621,4 3 3096,6 2 0,7-6 1,4-2-1</inkml:trace>
  <inkml:trace contextRef="#ctx0" brushRef="#br6" timeOffset="568074">13776 13159 16524,'-24'-5'186,"0"-1"1,3 2 0,2 2-187,5 8-56,4 7 56,4 4-11,4 3 11,8 4 0,3 1-34,7 1-190,0-1-157,-2-1-67,0-2-90,-5-1-45,-2-1-302,-4 4 617,-3-6 189,-5 3 79,-3-11 23,-4-1 145,-2-4 246,-2-2 235,1-2 663,-11-8-920,8-1-123,-5-7-11,13 0-79,4-2-134,5-1-45,11-1-23,7 0-577,4 5 1,3 1-387,-7 3 0,2 1 986,12-4 0,-2 2 0,-8 3 0,4 2 0</inkml:trace>
  <inkml:trace contextRef="#ctx0" brushRef="#br6" timeOffset="568447">13943 13292 13274,'-6'0'2141,"1"0"-1559,-17 25-302,12-8-224,-4 1 0,1 1 12,6 2-57,4-4-11,3-2-57,8-5-10,5-4-146,9-4-156,2-1-124,1-6 157,6-8 414,-7-7 202,-4-1 213,-11 1-11,-7 6-179,-7 0-225,-4 1-257,-25-2 179,6 9 0,-1 1 0,10 0 0,0 1 0,-1 3 0,-1-1 0</inkml:trace>
  <inkml:trace contextRef="#ctx0" brushRef="#br6" timeOffset="568926">14404 13125 14003,'-7'25'717,"0"0"0,0 1 0,1 0-605,2-3 0,1 0-368,0 3 0,0 0 284,1 1 0,-1 0-416,1 1 0,-1 0 388,0 1 0,1 0-158,-1 0 1,0 0-879,0-2 0,0 0-359,1-4 0,1 0 1395,-2 10 0,3-15 0,0-10 0</inkml:trace>
  <inkml:trace contextRef="#ctx0" brushRef="#br6" timeOffset="569224">14371 13370 12736,'26'-10'-90,"-1"0"1,-5 2 0,-2 4-147,6 9 124,-14 3 68,-5 1-12,-3 1 56,-2 0 67,-3 1 112,-3-1 23,-4-1-46,-11 4-156,4-3-190,-7 3-1199,8-7-1312,2-2 2701,2-2 0,6-1 0,3-1 0</inkml:trace>
  <inkml:trace contextRef="#ctx0" brushRef="#br6" timeOffset="569431">14593 13321 13140,'6'-4'1747,"-1"37"-1679,-5-16-68,0 5 0,0 0-919,0-4-2358,1-8 3216,2-1 1,-1-8 0,1-1 0</inkml:trace>
  <inkml:trace contextRef="#ctx0" brushRef="#br6" timeOffset="569609">14640 13104 13689,'0'0'0</inkml:trace>
  <inkml:trace contextRef="#ctx0" brushRef="#br6" timeOffset="569857">14760 13230 16625,'7'30'78,"0"0"1,-2-6-1,0-2-100,6 7-102,-5-13-806,1-2-1479,1-6 2409,8-3 0,-9-4 0,4-1 0</inkml:trace>
  <inkml:trace contextRef="#ctx0" brushRef="#br6" timeOffset="570047">14865 13282 16867,'-24'10'116,"1"0"0,1 0 0,3 1-105,7 4 0,2 2-11,-7 8-62,8-7 1,0-1-769,-2 6-1845,4-2-602,3-5 2464,3-6 0,1-6 0,0-2 0</inkml:trace>
  <inkml:trace contextRef="#ctx0" brushRef="#br6" timeOffset="570707">14979 13368 14495,'22'-5'18,"0"0"1,-2 0 0,-3 1 4,-9 2-23,-1-2 67,-1-2 0,-3 0-22,0-3 292,-3 3 167,0 0-34,-3 1-32,-1 1-136,-5 2-145,1 2-135,-3 3 23,0 4-34,-3 11-11,6-2 11,1 4-11,7-8 0,5-1 0,2-2-145,8-2-763,12-2-66,5-7 659,1-5 158,-4-5 68,-8-5 89,-2-3 0,1-4 0,-1-3 89,-1-5 292,-8 8 1,-1-2-136,-3 7 1,-1 0 117,0-5 0,-1 0 387,-2-3 325,-2 7-259,-2 7-379,-2 7-282,-2 3-223,-9 17 45,4 3 16,2-1 1,1 2 5,-3 16-286,7-15 1,0 0 279,1 0 1,1 0-51,0 18-169,1-3-436,4-4-556,5-6 232,7-3 200,9-5-1814,3-5-678,3-4 2720,-1-3 1,-13-3 0,-4-1 0</inkml:trace>
  <inkml:trace contextRef="#ctx0" brushRef="#br6" timeOffset="571342">15574 13250 14854,'-2'22'41,"0"0"0,0-2 1,3-2-31,13-3 11,-1-1 1,-2 0 22,-1-1-23,-2-1 68,-3-2 10,-1-2 561,-4-1-302,-10-1-213,-7 1-146,-14-2-813,12-3 0,-1 0 813,-4 0 0,2-1 0,-4 1 0,4-2 0</inkml:trace>
  <inkml:trace contextRef="#ctx0" brushRef="#br6" timeOffset="573977">4311 14021 13678,'31'-12'72,"0"0"1,-3 4 0,2 2 0,-3 1-499,0 3 0,1 2-667,-3 1 1,2 1 0,-2 0 937,6 3 0,-4 0 1,5 3-1,-6-1 0</inkml:trace>
  <inkml:trace contextRef="#ctx0" brushRef="#br6" timeOffset="584196">16946 13263 11874,'19'5'1187,"-4"-2"-940,-15-3 2644,0 0-2757,-1-2-134,-1 2-67,-2-3 56,-2 4-12,-2 4 12,-2 2-11,1 4-23,3-1 22,3-2 23,2-4 0,1-1 157,0-2-22,2-1 134,2-1 101,1-3-1,0-1 135,-1-6-369,-1 1-179,1-4-584,-2 3-1277,0 2-1372,1 4 2947,3 3 1,-4 0 0,2 2 0</inkml:trace>
  <inkml:trace contextRef="#ctx0" brushRef="#br6" timeOffset="584512">17247 12990 18115,'-4'34'30,"1"0"0,-1 0 0,2-2-30,1-7 0,1-1-68,-1 1 1,1 0-415,0 9 0,0 0-327,-1-10 1,1-1 113,0 6 1,-1-2-1849,-1-1 214,2-7 2329,-1-7 0,1-7 0,0-3 0</inkml:trace>
  <inkml:trace contextRef="#ctx0" brushRef="#br6" timeOffset="584830">17246 13289 16793,'15'-30'89,"1"7"-89,2 29 0,1 3 0,4 7 0,-2 2-11,0 2 11,-3-2-33,-3 1-1,-4-3 23,-5-2 11,-4-2 0,-1-1 0,-5-1 89,-12 2-89,-1-2 23,-12 1-23,4-4-34,-3-1-291,0-2-840,1 0-953,2-3-1098,5 0 3216,7-1 0,7 0 0,4 0 0</inkml:trace>
  <inkml:trace contextRef="#ctx0" brushRef="#br6" timeOffset="585541">17607 13183 15639,'0'19'145,"0"0"1,-1 18-45,-2-9-57,-3 0 1,-1-1-11,0-3-34,2-4 45,1-5 594,3-7-147,0-3-100,5-9-201,4-5-34,7-6 56,4-5-90,3-1 12,-2 1 10,-2 3-33,-3 5-44,-5 4-68,-5 4-79,-2 3-44,-2 1 67,0 2 34,1 4-1,0 3 12,2 7-67,0-1 55,2-1 68,1-8 56,3-4-68,2-6-10,3-3 44,2-5-33,0-2 55,0 1-22,0 0 1,-3 4-35,-3 2-33,-3 4-67,-3 1 33,-1 3-44,0 5 22,0 2 34,0 8-258,2 12-1558,2 2 45,2 0-1484,2-6 3037,1-15 1,-7-5-1,1-3 1</inkml:trace>
  <inkml:trace contextRef="#ctx0" brushRef="#br6" timeOffset="585797">18167 13067 17118,'-10'31'399,"-1"-1"1,2 1 0,0-1-384,3-6 1,0 0-877,-1 2 0,0 1 860,0 1 0,-1 1 0,0 1 0,1-1 0,0 1 0,0 0-79,2-1 1,0-1-180,2-3 0,1 0-780,1 0 0,3-3 1038,6 5 0,-3-7 0,3-17 0</inkml:trace>
  <inkml:trace contextRef="#ctx0" brushRef="#br6" timeOffset="586075">18148 13285 16187,'27'-3'60,"-1"-1"0,-1 2 0,-4 3-27,-5 16 1,-3 1-11,-5 2-23,-3-1-34,-4-1 34,-2-1 79,-15 2-1,0-5-78,-14 2-817,1-8-1636,-5-2-824,-2-2 2956,-1-2 0,16-2 0,6 0 0</inkml:trace>
  <inkml:trace contextRef="#ctx0" brushRef="#br6" timeOffset="587375">18593 13053 13274,'0'-3'2208,"0"0"-1749,0 3-168,-29-12-235,10 7-6,-4-2 1,-1 0-1000,-9 3 971,14 2 1,0 0 27,-2 0 0,-1 0-39,-1 0 1,-1-1-1,-12 1 0,-1-1-11,9 1 0,0 0-1030,-9 0 0,0 0 1041,11 0 0,2 1 0,-1-1 0,1 0 222,0 0 1,1 0-234,1-1 0,0 1 0,0-1 0,1 0 0,1 0 0,-1 0 5,1 0 1,-1 0-6,0 0 0,0 0 11,-2 0 1,1 0-7,-2 0 1,1 0-217,-1 1 1,0 0 210,1-1 0,0 1 0,1 0 0,1 0-6,1-1 1,1 1 27,-17-4 215,4 0-237,3-1-34,1 1 1,-6 1-23,5 2 39,10 1 0,0 1-106,-15 1 94,14 0 1,-1 0 456,-2 0 0,-1 0-428,-1 0 0,-1 0 5,1 0 1,0 0-6,1 0 0,0 0 120,3 0 0,-1 0-120,-4 0 0,2 0 0,-10 0 11,-2 0 11,22 0 471,4 0-482,3 0 203,-6 5-203,3 1 994,-7 6-971,3-2 22,0 2 0,0 1-34,-1 2 34,0 3 79,-1 2-12,-1 4 34,-1 3 89,0 2-405,9-13 1,-1 1 236,1 1 0,-1 0-5,1 1 0,0 1-28,0 1 0,0 0 0,0-1 0,1 1-29,1-1 1,0 0 11,1-1 0,1-1 34,1 6 0,0 1-23,2 0 0,1-1-28,-1 0 0,2-1 17,0-2 0,2-1-16,3 5 21,6-2-33,3-3 56,6-3 23,5-4-46,9-5-783,-14-5 1,2-1 782,3-1 1,0 0-34,4-1 0,-1 1-367,3-1 0,-1 0 367,1 0 0,1-1 17,-1 1 0,0-1-17,0 0 0,-1 0 0,-1 0 0,1 1 14,-3-1 1,1 0 0,1 1-11,0 0 0,1 0 0,1 0-10,-2 0 0,1 1 1,0 0-1,-1 0-183,2 0 1,-1 0 0,0 0 188,0 1 0,-2 1 0,-1-1 0,3 1 0,-3-1-6,2 1 1,0-1-1,0 0 1,1-1-274,0 1 0,-1-2 279,1 1 0,-1 0-6,-1-1 0,0 1-5,-2-1 0,0 0 458,-3 0 1,0 0-448,-2 0 0,0 0-33,13 0 66,-5 0-33,-6 0 757,1-4-678,-4-2 1007,-2-2-1052,-4 0 786,-6 1-809,0-1 351,0 0-284,1-2-55,0-1 22,2-1-34,1-3 78,1-3 12,2-2-34,1-5 45,0-3-33,0-4-34,-9 14 0,0-1 11,0 0 0,0-1 95,0-11 0,-1-1-447,-2 8 0,0 1 335,1-9 0,-2 2 11,-1 10 1,-2 1-46,1-3 1,0 1-6,-1-6-33,0-1-135,0 19-987,0 5-962,-3 3-461,-1 8 2578,-5 4 0,4-2 0,0 0 0</inkml:trace>
  <inkml:trace contextRef="#ctx0" brushRef="#br6" timeOffset="589914">18962 13277 15247,'36'-6'-547,"1"1"1,-3 0 0,-6 2 0,-13 3 0,-4 0 0</inkml:trace>
  <inkml:trace contextRef="#ctx0" brushRef="#br6" timeOffset="590108">18921 13436 15538,'34'-2'-1093,"0"1"1,1 0 0,-2-1 954,-2-2 0,-4 0 0,7 0 0,-7 0 0</inkml:trace>
  <inkml:trace contextRef="#ctx0" brushRef="#br6" timeOffset="590407">19620 13080 18810,'-12'27'-222,"0"0"0,0 0 0,2 0 0,0 0 0,3-1-260,3 3 1,3-1-248,0-3 1,1-2-2219,4 2-330,3-6 3054,6-8 0,-5-5 0,0-4 1</inkml:trace>
  <inkml:trace contextRef="#ctx0" brushRef="#br6" timeOffset="590829">19912 13100 18664,'-23'-12'198,"0"1"0,1 2 0,1 4-154,-5 17-44,1 5 0,11-5 0,1 3-190,-2 8-258,4 1 78,19-10 247,7-10-11,8-1 123,4-3 11,0-4 0,6-2 11,-11-1-11,1 2 11,-14 4 0,-3 1 79,-3 4 89,0 4-123,-3 6-34,1 5-10,-3 14-371,-1-8-650,-2 9-962,0-11-1306,2-2 3222,1-3 0,1-8 0,1-4 0</inkml:trace>
  <inkml:trace contextRef="#ctx0" brushRef="#br6" timeOffset="591224">20159 13132 18272,'31'-20'-606,"-5"8"-301,-18 17-113,-2 5 45,-2 3 147,-3 4 76,-9 12 758,-1-11 0,-3 1 246,-6 5 0,-1 0-153,2-4 0,-1-1 310,2-3 0,1-2 375,-1-1-201,7-6-179,4-2-147,4-4 124,1 0-381,8 0-22,1 0-344,10-1-755,0 0-627,2-3-672,3-1-857,2-5 3023,3-2 0,-12 5 1,-3 0-1</inkml:trace>
  <inkml:trace contextRef="#ctx0" brushRef="#br6" timeOffset="591512">20518 13121 14708,'-6'0'2488,"2"0"-2152,4 0-202,-28 22-55,17-8-63,-5 1 1,2 2-5,10 1-1,3-2-202,16 0 1,-1-7 22,14-2 101,-5-6 44,-1-5 23,-3-1 90,0-10-34,-9 3-22,-2-6-34,-6 4-381,-5 0-1311,-5-1-1585,-6 2 3135,-6 0 0,9 7 1,1 1-1</inkml:trace>
  <inkml:trace contextRef="#ctx0" brushRef="#br6" timeOffset="591959">20846 13123 17283,'15'22'15,"0"0"0,-2-1 0,1-2-547,-1-2 0,0-1-1676,7 7-1069,5 3 3045,-8-14 1,-8-6 0,-2-2 0</inkml:trace>
  <inkml:trace contextRef="#ctx0" brushRef="#br6" timeOffset="592195">21011 13138 16759,'-24'11'220,"0"0"1,1-1-1,2 2-215,0 3 1,2 2-537,3-4 1,-1 0 126,-4 5 1,-1 0-751,7-5 0,1-1-2123,-12 12 2687,7-4 1,9-9 0,5-3 0</inkml:trace>
  <inkml:trace contextRef="#ctx0" brushRef="#br6" timeOffset="592474">21305 12934 18138,'-12'24'29,"0"1"0,0 0 0,-1-1 1,1 1-1,0-1-870,-2 11 1,1-1-430,2-8 0,3-1-369,3-4 1,2-3 1449,4 0 0,-1-9 0,2-5 0</inkml:trace>
  <inkml:trace contextRef="#ctx0" brushRef="#br6" timeOffset="592776">21383 13118 17084,'-23'24'280,"0"-1"0,5-5 0,3 0-280,7 4-392,18-10-672,15-6 235,4-3 504,7-10 314,-11-3 11,-3-6 246,-5 0 392,-6-1-55,-5-1 11,-3-4-684,-16 2-526,1 3-762,-11 7-1899,6 8 3275,2 3 1,6-1 0,5 1-1</inkml:trace>
  <inkml:trace contextRef="#ctx0" brushRef="#br6" timeOffset="593258">21735 12950 19258,'-29'1'-68,"6"5"68,16 11-246,2 12-572,3 2 381,4 1-90,1-2-33,1-11 190,-1-1 191,-2-2 145,-1-1 34,-2-2 45,-3-1-11,-2-3 223,-1-4 214,0-1 168,1-3-236,-3-1-44,0-2-101,-2-2-90,1-4 67,2-6-201,5-5-180,10-1-212,10-3-326,10 3-542,4-1 716,-13 10 0,0 1-1686,15-9-1081,-5 3 3085,-5 5 0,-11 5 0,-5 4 0</inkml:trace>
  <inkml:trace contextRef="#ctx0" brushRef="#br6" timeOffset="593657">22012 13039 17588,'-22'14'276,"-1"-1"1,3 0 0,4 0-277,6 7-23,5-2-122,4 0-349,3-2-223,6-3-717,14-3 1064,8-7 415,1-7 302,-4-6 202,-14-5-134,-3-1-269,-6-1-819,-9-11-966,-7 14 1,-2 0 818,-10-13 1,-3 10 0,16 13 0</inkml:trace>
  <inkml:trace contextRef="#ctx0" brushRef="#br6" timeOffset="594095">22392 13052 16143,'1'-4'1803,"-1"1"-1667,0 3-92,13 24 1,-5-8-45,2 1 0,0 0-281,2 2-379,1-2-741,0-2 1401,8 0 0,-11-8 0,4-1 0</inkml:trace>
  <inkml:trace contextRef="#ctx0" brushRef="#br6" timeOffset="594308">22545 13041 17039,'-31'19'142,"0"1"0,2-2 0,4 0-165,6 7-693,-1 0-1795,2 1-766,3-1 2457,5-4 1,5-9 0,4-4 0</inkml:trace>
  <inkml:trace contextRef="#ctx0" brushRef="#br6" timeOffset="594841">22806 12974 16849,'19'-8'-281,"0"0"1,13 0-246,-26 20 257,-2 5 123,-2 3 113,-3 2 22,-7 2 44,-2-7 1,-3 0 100,-12 9-227,7-9 1,-1-2 484,-11 5 1,3-3 43,4-5 68,8-4 639,6-4-807,6-2-89,7-2-101,7 1-146,10 0 0,8 1-404,5-1-296,1 0-398,0 0-1188,0-1-991,-1 0 2894,-1-1 1,-15 1-1,-5 0 1</inkml:trace>
  <inkml:trace contextRef="#ctx0" brushRef="#br6" timeOffset="595274">23095 12910 15638,'-23'25'190,"0"0"0,2-2 1,5-1-180,10 1-11,3-1 493,7-3-929,4-3-35,8-3-34,5-3-77,4-6-12,1-1 426,-1-3 168,-1-5 607,-2-2 154,-4-5 225,-2-3 104,-4-1-93,-3 0 255,-3 3-636,-2 2-123,-3 4-336,0 4-202,-1 2 45,-4 13 34,-1 3-34,-5 14-23,-2 0-425,-1 2-504,-1 1-1345,0 1-980,-1-3 2861,4-2 0,4-13 0,4-5 0</inkml:trace>
  <inkml:trace contextRef="#ctx0" brushRef="#br6" timeOffset="596011">23809 12952 15045,'-16'26'280,"1"0"0,0-2 0,2-3-202,2 0 1,1-3-68,3-4 34,2-3-45,2-4 179,1-3 337,1-2 1097,1-2-1534,1-3-12,4-2-67,3-3-11,3 2-45,1 1 0,-2 3-79,-1 2-111,0 3-80,0 3 2,-1 5-57,-2 4 78,-2 3 91,-2-1 133,-3 6 45,-4-8 34,-3 3 135,-4-12 55,0-2 90,-2-2-134,0-2-90,-2 0 11,-7-3-1131,0-3-1143,3-1-1070,8-2 2860,12 2 1,0 2 0,3 1 0</inkml:trace>
  <inkml:trace contextRef="#ctx0" brushRef="#br6" timeOffset="596178">23937 13129 15135,'-8'18'-695,"0"1"0,-6 12-2582,9-22 3079,2-4 0,1-2 1,2-3-1</inkml:trace>
  <inkml:trace contextRef="#ctx0" brushRef="#br6" timeOffset="596329">24038 12958 8142,'0'0'0</inkml:trace>
  <inkml:trace contextRef="#ctx0" brushRef="#br6" timeOffset="596541">24203 12956 15885,'-10'29'377,"0"0"0,2-5 1,0-2-378,-2-1 0,0-2-381,-6 9-952,-4 0-1944,0-2 0,2-2 2627,2-6 0,8-8 1,4-4-1</inkml:trace>
  <inkml:trace contextRef="#ctx0" brushRef="#br6" timeOffset="596697">24031 13083 14922,'23'-3'-1093,"0"0"1,-2 1 0,0 1 1051,6 5 0,-11 0 0,-3-1 0</inkml:trace>
  <inkml:trace contextRef="#ctx0" brushRef="#br6" timeOffset="596995">24322 13066 15751,'-21'3'381,"1"-1"0,-12 5-224,29 5 33,1 2-156,2 0-34,4 2 0,1 0-12,5-1-44,-2-3-67,0 2 22,-4-5 1,-7-1-864,-30-4-2313,-4-4 3166,5 0 0,1 0 0,2 0 0,3 0 0</inkml:trace>
  <inkml:trace contextRef="#ctx0" brushRef="#br6" timeOffset="599265">23223 12850 13656,'-29'20'926,"0"1"0,-1-1 0,0 1-1654,3-2 0,0 1 851,-2 1 0,-1 0-467,9-6 0,0 0 0,-1 1 359,1-1 0,0 1 0,0-1-8,1 1 1,-1 0 0,1-1-3,-8 9 1,1-1-6,3-2 0,1 1-168,-2 4 1,3 0 61,7-8 0,1-1-144,0 4 1,1-2-424,2 0-720,-1 1-837,3-8 578,-3 2 1652,2-9 0,4-1 0,1-3 0</inkml:trace>
  <inkml:trace contextRef="#ctx0" brushRef="#br6" timeOffset="600196">22951 12213 15045,'25'-8'183,"0"0"0,8 1 0,-1 2-183,-13 4 0,-1 0 0,7 3 0,-2 0-11,2 3 11,-7 5-34,-6 1 157,-8 8 90,-22 4-157,0 2-6,1-13 1,-1-1-304,-8 6 387,3-3-22,4-1-78,7-2-23,6 0 35,6 9-46,18 9-57,-1 3-226,-2-15 0,1-1 48,6 8 33,-2-2 34,-5-2 432,-6-2-264,-5-4 23,-3-3 189,-7-2 292,-5-4 102,-10-2-35,-4-2-78,-5-1-302,-3-2-113,-3-3-78,1-3-213,2-4-56,5-1-616,7-1-1187,9-2-1205,6 0 2855,9-2 0,-1 9 0,3 0 1</inkml:trace>
  <inkml:trace contextRef="#ctx0" brushRef="#br6" timeOffset="601012">23571 12193 15213,'-5'23'261,"0"1"0,-2 7 1,0 0-240,2-11 1,0 0-388,-1 6 1,0 0 364,-1 7-67,1-5 170,3-6-227,1-8 245,2-6 47,0-4 818,0-4-571,5-8 404,2 0-550,4-8-67,0 2-57,2 1-212,0 5-179,4 4-169,-4 9-22,1 6 11,-7 3-34,-2 2 12,-3 0 124,-2 0 133,-3-2 169,-3-1 22,-6-3 33,-1-3 1,-1-3 134,-2-2 78,0-1-134,-2-1-89,1-1-23,1-3-717,3-6-2152,6 0-408,5-4 2961,10 2 1,-3 5 0,3 2 0</inkml:trace>
  <inkml:trace contextRef="#ctx0" brushRef="#br6" timeOffset="601493">23748 12445 13084,'-8'19'95,"0"0"0,-5 13-5,12-22 168,2-4 156,5-1-145,5-3-135,7-1 102,3-1 67,1-1-79,-2-1 89,-1-2-89,-4-1-112,-3 2-11,-4 1-101,-4 1-112,-2 0 112,-2 2 45,0 5-23,-2 3-22,-4 7-22,-4 1 22,-5 3 0,-2 0 0,-1 2 22,-1 0 152,3-5 0,-2 0 285,-7 3 555,5-10 0,1-7-935,4-15-79,2-10-347,12-1-281,4 8-683,3 1-1087,6 1-879,6 1 2631,4 0 0,-9 6 0,-1 1 1</inkml:trace>
  <inkml:trace contextRef="#ctx0" brushRef="#br6" timeOffset="601719">24099 12270 18227,'-13'31'48,"-1"0"1,1-1 0,2-2-49,3-9 0,1-1-1639,-1 1 1,0 0 70,0-1 1,-1 0 316,-1 3 1,1 0-2027,-1 6 2751,0 1 1,8-21 0,2-3-1</inkml:trace>
  <inkml:trace contextRef="#ctx0" brushRef="#br6" timeOffset="602329">23986 12448 14675,'28'-3'-650,"-1"1"0,-1 0 0,-1 0-515,5 4 173,-9-1 1,1 0 16,9 0 975,-11 0 0,-1-1 78,4-1 751,-5-2 259,-5-1 178,-4-1 78,-5-1-235,-2 2 1,-2-1-517,0 3-324,-2 0 12,-3 1-102,-4 0-45,-3 2 23,-2 5-90,1 3-11,-1 12-56,6 4-11,2-2-157,10-3-179,4-11-124,7-2-145,6-2-113,4-3-99,0-1 357,2-1 471,-4-1 0,-2-2 336,-4-2 347,-3-4 57,-4 0-57,-2-1-100,-2-1-157,-2 0 268,1-2-43,-3 4-550,0 1-101,-2 5-146,0 3 146,0 7 0,0 0 0,0 8-34,1 7 1,1-6-113,0 6-79,1-9-32,-2 0-415,-1-2-594,-4-1-1424,-6-1 2690,-8 0 0,7-5 0,0 0 0</inkml:trace>
  <inkml:trace contextRef="#ctx0" brushRef="#br6" timeOffset="602846">23597 13135 16143,'-2'-4'1131,"21"-4"1,12 1-1110,4 5 1,4 0-1116,-7-2 1,2 0 0,-1 0 859,1 3 1,1 1 0,-3 0-379,2 0 1,-1 0-1029,5 0 1,-2 0 1197,-12 0 1,-2 0-1,-1 0 1,-3 0 0,-8 0-1</inkml:trace>
  <inkml:trace contextRef="#ctx0" brushRef="#br6" timeOffset="603029">23822 13193 13689,'-5'0'2230,"36"0"-2074,1 0-1082,0 0 0,2 1 640,-5-1 1,0 0-696,1 1 1,-1 0-659,0 0 1,-1-1 1588,-2 1 0,-3 1 0,4-1 0,-8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7:53:07.35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3254 8518 14126,'-6'-1'1781,"1"0"-727,5 1-976,4-2 34,5 1 79,9-1-102,8 4-10,8 2-275,-12-2 0,0 0 218,3 0 1,2-2-634,3 1 0,4 0 0,-2-1 626,-4 0 0,-2-1 0,2 0 44,-1 0 0,2 0 0,1 0 0,-2 0-14,1-1 0,0-1 0,-1 1-12,1-1 1,0 0-1,0 1-247,0-1 0,-1 0 0,2 1 233,-3 1 1,2 0-1,0 0 1,-1 0-145,6 0 0,0 0 1,0 1 139,3 1 0,1 1 0,-4 0 7,2-1 0,-4 2 23,-8 1 0,-3-1 328,-3 1-340,-6-1 1950,-6-2-1591,-4 0 2763,-1 0-4892,-1 0-375,1 6-1165,1 4 2513,3 5 1,-3-6-1,2-1 1</inkml:trace>
  <inkml:trace contextRef="#ctx0" brushRef="#br0" timeOffset="1051">5517 8360 16961,'26'0'243,"0"0"1,-1 0 0,13 0-1,-2 0-192,-7 0 0,-1 0-117,-3 0 1,1-1-1,1 1 139,8 0 0,1 0-32,-10-1 0,0 1 0,-2 0 104,3 0 1,-4 0 33,3 0 187,-16 0-108,-9 0 217,-1 0-3265,2 0-487,2 3 3121,4 4 1,-4-2-1,2 0 1</inkml:trace>
  <inkml:trace contextRef="#ctx0" brushRef="#br0" timeOffset="4437">9760 8497 14193,'-3'0'830,"0"0"-696,3 0-134,35-2-112,-4 1-1148,1 0 0,3-1-376,-6 2 0,0 0 1636,4 0 0,-2 0 0,6 0 0,-7 0 0</inkml:trace>
  <inkml:trace contextRef="#ctx0" brushRef="#br0" timeOffset="4834">10656 8527 18026,'29'-3'22,"0"1"0,0-1 1,0 1-657,-4 2 1,0 0-1006,3 0 1,0 0 1315,1 0 0,-1 0 0,5 0 0,-6 0 0</inkml:trace>
  <inkml:trace contextRef="#ctx0" brushRef="#br0" timeOffset="5851">12896 8443 15471,'27'1'246,"-1"0"1,0 0-1,10-1 1,1 1-1,0 0-213,-2-1 1,-2 0 0,3 0-854,-3 0 1,1 0 0,1 0 0,-2 0 497,3 0 1,-2 0 0,0 0 29,-3 0 1,-1-1-1,-2 2-1347,0-1 1,-2 1 1615,0 0 1,-3 1 0,4-1 0,-7 2 0</inkml:trace>
  <inkml:trace contextRef="#ctx0" brushRef="#br0" timeOffset="12501">14892 11580 16468,'28'-4'7,"0"0"1,0 0-1,0 1-52,-4 3 0,0 0-827,1 0 1,0 0 764,0 0 1,0 0-337,-1 1 1,1 0-925,5 1 0,0 0 1367,-5 1 0,-1 0 0,-4-1 0,-2 1 0,2 0 0</inkml:trace>
  <inkml:trace contextRef="#ctx0" brushRef="#br0" timeOffset="12753">15369 11514 15448,'6'-4'258,"2"4"-247,9 10-11,5 5-78,-6 1-438,-4 7-470,-15-4-1524,-14 3-767,-11-5 2762,10-8 1,1-1 0,-4 1 0,3-2 0</inkml:trace>
  <inkml:trace contextRef="#ctx0" brushRef="#br0" timeOffset="14069">13043 11721 10675,'-4'1'1356,"0"0"-270,15-32-722,-2 14 1,0-1-158,2-7 0,0-2-479,0 3 0,1 3 462,1-13 12,-3 3 202,-4 0 167,-2-4 124,-13 7-325,-5 3-325,-4 14-12,-3 8-44,7 6 600,-4 8-667,8 5-214,10 8 191,13-5 45,13-4 0,5-7 11,1-2 34,0-1 11,-4 0 0,-3 2 0,1 7-56,-9-1-78,0 7 44,-11-3-44,-3 2-460,-2 0-2051,-1 7-632,0-6 2961,4-4 1,-3-8 0,2-8 0</inkml:trace>
  <inkml:trace contextRef="#ctx0" brushRef="#br0" timeOffset="14467">13430 11531 14081,'-7'34'-201,"3"-1"66,9-8-246,5-8 157,4-10 224,2-4 134,0-4-56,1-6 35,0-3 268,-1-6 44,-3-1 158,-3-1-22,-4 0-113,-3 1-23,-2 1-111,-4 2 123,-10-1-358,-9 6-79,-11 1 0,5 11 0,3 3-56,14 4-34,3 2-257,5-2-135,1 0-123,7-2-1793,13 0 336,1-5 1,12 0 2061,-5-3 0,-12 0 0,-2 0 0</inkml:trace>
  <inkml:trace contextRef="#ctx0" brushRef="#br0" timeOffset="14984">13715 11496 15415,'-16'24'41,"1"1"0,1-5 0,4-3-142,9 1 101,7-9 101,4-3-68,7-3 68,2-2-11,0-2 100,8-9-123,-9 1 45,4-5-44,-11 7-46,-2 2-22,-2 2-56,2 2 34,2 5-1,6 5-22,-1 0-100,2 2-1,-4-7-223,-1-2 301,1-1 68,-2-4 45,0-3 213,0-11 459,-5-5-493,0 0-89,-5 0-23,-2 8-168,-3 0-1748,-4 8-1473,-6 10 2457,2 6 1,3 2 0,6-5 0</inkml:trace>
  <inkml:trace contextRef="#ctx0" brushRef="#br0" timeOffset="15350">14239 11360 17756,'-9'23'0,"0"-1"0,1 0 0,1-1-241,4 1 0,1-2-27,-1 9 111,9 1 101,4-17 22,8-7 34,3-3 79,11-12 55,-15 0 0,-1-2 331,3-6 1,-1-1-203,-5 1 0,-2-1-50,-2 0 0,-3 1-45,-3-9-101,-2 1-67,-6 2-1580,-14-1-59,2 18 1,-4 3 982,0 2 1,-1 2-1,-11 4 1,15 4 0</inkml:trace>
  <inkml:trace contextRef="#ctx0" brushRef="#br0" timeOffset="16685">14326 11897 15370,'1'20'-120,"-1"1"1,1 9-1,0 1-1519,2 2 1,-1 1 1186,0 0 1,0 0 0,-1-10 0,-1-2 0,0-2-1</inkml:trace>
  <inkml:trace contextRef="#ctx0" brushRef="#br0" timeOffset="17366">14118 12650 14495,'12'-20'545,"1"0"1,-2 2-1,2 2-455,20 6-90,-8 5-34,7 4-78,-14 8 112,-2 6-33,-4 8-35,-7-3 1,-2 3-28,-3 2 0,-3 1 72,-4 6 1,-2 0-87,0-7 0,-2-1 126,-1-1 0,-2-3 196,-3 2 78,2-4-33,3-5 459,3-4-459,5-4-214,1-1-32,8-2 66,7 0-56,14-3-22,-7 0 0,3-1-615,4-1 0,5-1 0,0-1 615,5 1 0,1-1 0,-2 1 0,-7 1 0,-1 0 0,-2 0 0,9 0 0,0-1 0</inkml:trace>
  <inkml:trace contextRef="#ctx0" brushRef="#br0" timeOffset="18103">16076 13309 16748,'4'21'283,"1"0"1,-1 10 0,-2 2-262,-1 3 1,-2 0-867,1-10 1,0 0 0,0 0 824,0 1 0,0 1 1,0-2-229,0 6 1,0-1-315,0-1 1,0-1 224,1-2 0,1-2-1303,2 1 1,2-3 1264,2 2 0,2-5 0,-7-19 0</inkml:trace>
  <inkml:trace contextRef="#ctx0" brushRef="#br0" timeOffset="18468">15964 13368 12636,'19'-28'481,"0"0"1,-4 5 0,0 3-393,0 5 1,0 3 168,5-5 78,-2 2 34,-2 4 123,-2 3-403,-1 5-90,5 18-12,-4 4-22,-5-1 1,-1 1-416,-2 0 1,0 1-985,-1 1 0,1 1-206,0 1 1,-1 0 1000,2 1 1,0-2-1,0 4 1,1-7-1</inkml:trace>
  <inkml:trace contextRef="#ctx0" brushRef="#br0" timeOffset="19469">16468 13755 13555,'-24'0'250,"0"-1"0,1 3 0,3 3-104,-4 15-79,10 1 0,2 2-73,3 0 1,3 1-102,2 4 1,5-1-68,3-7 1,4-2-657,17 6-278,5-14-92,-6-6 1,1-2 1199,1-2 0,0 0 0,-6 0 0,-1 0 0,9-3 0</inkml:trace>
  <inkml:trace contextRef="#ctx0" brushRef="#br0" timeOffset="20185">16682 13815 11358,'-4'5'1737,"-7"28"-1378,8-13-309,-1 2 1,0 0 16,4 3-67,6-3 0,2-5-247,19-4-123,6-11 370,0-9 34,-1-11-334,-14-6 738,-3-3 234,-5-3-44,-5 1-124,-3 0-12,-5-8-436,-9 4-582,2 4-1110,-7 12-1641,8 13 3242,1 11 0,3-5 0,2 5 0</inkml:trace>
  <inkml:trace contextRef="#ctx0" brushRef="#br0" timeOffset="21318">16744 13781 9442,'-2'-5'2051,"0"1"-1749,7-32-302,3 23 0,-2-9 0,2 3-134,11 12-740,1 3-370,3 3 1244,1 0 0,-10 1 0,-3 0 0</inkml:trace>
  <inkml:trace contextRef="#ctx0" brushRef="#br0" timeOffset="21752">17337 13449 14383,'0'-4'2197,"0"0"-1603,0 4-314,-3 33-224,1-15 0,0 2-45,1 4 0,-1 4 0,1-2-538,0 6 0,0-1 0,1 4 0,0 0-1112,0-6 1,0 0 1281,0 1 1,0-2-1,0 5 1,1-9 0</inkml:trace>
  <inkml:trace contextRef="#ctx0" brushRef="#br0" timeOffset="22600">18321 13573 15175,'7'-35'68,"10"7"-102,1 25-26,5 8-29,-8 5-13,-5 23 135,-8-11 1,-2 3 11,-5 9 0,-4-1-242,2-5 0,-1-1 303,-5-1 1,0-2 240,-5 2-19,3-5-93,3-8-100,4-5-135,4-4 224,15-2-185,11-3 0,6-3-39,-1 0 0,2 0-438,0-1 0,2 0 1,-1 0-105,-5 0 1,0 0-1,0 0 542,7-1 0,1 1 0,-3 1 0,-6 0 0,-2 0 0,4 1 0,0 0 0</inkml:trace>
  <inkml:trace contextRef="#ctx0" brushRef="#br0" timeOffset="23383">16757 13759 9700,'-5'1'3276,"2"-1"-2989,-9-2-242,6 5-12,-11 2-22,10 9-11,-2 12-560,2 4-953,4-11 1,1 1 1512,0 8 0,2-9 0,0-12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7:53:48.37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A020F0"/>
    </inkml:brush>
    <inkml:brush xml:id="br2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9115 5735 12535,'-34'-11'1092,"0"-1"0,1 1 0,13 4 2184,20 6-3173,11 1-120,13 0 1,5 0-186,-2 0 1,3 0-892,1 0 1,2 1 0,1-1 484,-4 1 1,0 0 0,0 0-81,3 1 1,0 0 0,1 0-406,1 0 1,0 0 0,1 1 1075,1-1 1,0 1 0,-3 0 0,-2-1 0,-4 0 0,-3 0 0,-1 0 0</inkml:trace>
  <inkml:trace contextRef="#ctx0" brushRef="#br0" timeOffset="283">10279 5787 16355,'26'-1'-820,"-1"0"1,1 0 0,12 0 0,-1 0 468,-10 0 0,-2 1 1,5-1-1,-6 1 1</inkml:trace>
  <inkml:trace contextRef="#ctx0" brushRef="#br0" timeOffset="11183">14700 5088 10675,'20'-15'672,"0"-1"0,-2 2 1,-3 0 873,-5-4-403,-5-2-639,-1 1-235,-4 3 11,-4 6-190,-5 2 11,-7 1-68,-4 4 1,-3 3-6,-7 3 0,-2 4-32,3 2 0,0 2 1,1 1-304,2 1 1,2 0 0,1 2 306,0 3 0,2 2 0,2 0-946,-1 6 1,3 1 933,1 2 1,1 1-6,2 1 1,0 2-239,4-3 0,1 3 0,1 0 273,1 1 1,1 1 0,1-1 7,-1 1 0,1-1 0,1 0-372,2-2 0,0-1 1,3-2 350,1 1 1,3-2 5,2-2 0,2 0 208,1-4 0,4 0-208,8 2 0,5-3 45,3-7 0,4-3-45,-6-5 0,1-1 1,0-3 323,-4-3 1,-1-2-1,0-2-320,0-1 0,-1-3 0,-1 0 46,3-5 1,-1-3 211,-1-1 0,1-2 0,0-2-1,-1-3 1,-1-3-1,0-2-211,-4 3 1,0-2 0,-1-1 0,-2-1-489,-3-1 0,-1-2 1,-2 0-1,-3 2 408,0-4 1,-2 1-1,-4 0-127,-3 2 1,-2 1 0,-3 2-125,-6 1 1,-5 2-824,-4 3 1,-4 2 0,0 1 623,5 5 1,-1 1 0,1 0 0,-11-6 0,2 3 0,0 3 0</inkml:trace>
  <inkml:trace contextRef="#ctx0" brushRef="#br0" timeOffset="13385">20134 2906 15863,'-4'12'436,"1"8"-402,3 14-113,-1-3 1,1 2-1561,0 3 1,0 1-1,3 0 1,0 0 1004,3-2 0,0-4 1,2-5-1,1-9 1</inkml:trace>
  <inkml:trace contextRef="#ctx0" brushRef="#br0" timeOffset="13982">21156 2878 14495,'16'-18'485,"0"-1"1,-1 3 0,1 2-419,9 4-67,2 2-67,-8 6 0,2 3-40,0 6 1,0 3-124,0-1 1,-2 2-253,-2 6 1,-3 3-247,-3 13 571,-5 3 56,-8-17 1,-1-1 104,-3 2 1,-1-2-39,-2 0 0,-3 0 124,-4 2 0,0-1 11,-6 5 34,-2 1-91,17-16-32,4 0 347,8-4-348,8 0-348,8-3 1,5-3-1303,8-2 1,2-1 1169,-11 2 1,0 1 0,0-1 0,4-3 0,-3 1 0,-1 1 0</inkml:trace>
  <inkml:trace contextRef="#ctx0" brushRef="#br0" timeOffset="14516">22425 2838 16983,'25'-14'-19,"0"-1"1,-2 1-1,-1 5-37,13 14-112,-10 3-112,6 6-34,-14 1-123,-6 3 146,-5 1 89,-4 1 202,-5 1 23,-10 9 55,-2-2-111,-1 0 10,7-6 23,8-8 56,4 0-33,6-1 21,17 6-10,-9-10 0,1-1-23,0 0 0,-1 0-11,13 4 45,-16-6 22,-6-1 34,-4-2 44,-3-1 102,-5 0-583,-30 6-757,10-3 1,-2 1 0,-2 0 727,-1 0 1,-1 1 0,1-1 0,3 0 0,0 0 0,3-1 0,4-1 0,-1 1 0</inkml:trace>
  <inkml:trace contextRef="#ctx0" brushRef="#br0" timeOffset="15333">20236 3717 16389,'-9'19'112,"0"0"1,-4 12-108,9-7 1,2 1-436,-1 10 408,7-4 141,5-4-119,20-4 44,-8-15 1,1-3-28,2 0 0,0-2-183,2-5 0,-1-2 171,-5 0 1,-2-2 11,0-1 0,0-1 27,14-7 158,-2-2 722,-10 6-756,-6 2-280,-10 7 78,-4 10 504,0 6-470,-1 13-12,-2 9-632,0-5 0,0 2-995,0 1 1,2 1 1091,1-1 1,1-2 0,0-9 0,0-4 0,5-4 0</inkml:trace>
  <inkml:trace contextRef="#ctx0" brushRef="#br0" timeOffset="15752">21518 3776 14764,'-22'-2'1098,"0"0"1,-15 4-1054,26 8 11,3 8-56,3 6 22,3 3-11,4 3 0,4-8 1,1 0-7,2-2 1,0 1-18,1-1 1,1-1 0,8 11-67,-9-14 33,-1-4-67,-3-4 146,-3-1 134,-1-4-34,-5-1-134,-6-2-314,-10-3-1019,-5-2-1883,-7-4-61,-2-5 2482,2-5 1,14 8 0,5 0 0</inkml:trace>
  <inkml:trace contextRef="#ctx0" brushRef="#br0" timeOffset="15900">21642 3735 11975,'29'-6'436,"0"1"1,-1 0 0,0 2-1395,-8 1 0,0 2 797,2 0 1,-2 0-1,3 0 1,-5 0-1</inkml:trace>
  <inkml:trace contextRef="#ctx0" brushRef="#br0" timeOffset="16316">22664 3759 16983,'-26'11'134,"1"1"1,0-1-1,-7 2 1,4 3-135,6 9 0,3 2-703,5-6 0,2-1 686,1 1 1,2 0 10,1-2 1,2 1 171,1 3 1,3-1-212,12 12 34,4-6 254,12-15-221,-2-11 157,8-8 819,-7-5 178,-4-11-2498,-33-4-1322,-15 8 2589,0 10 1,0 3 0,-2 4 0,0 1 0</inkml:trace>
  <inkml:trace contextRef="#ctx0" brushRef="#br0" timeOffset="17170">20162 4696 16299,'22'-6'4,"-1"0"0,0 1 0,-1 1-10,1 3 0,0 3-5,1 1 0,1 1 0,3 1 0,0 2 16,-7 0 1,-2 1-40,7 10 45,-13 1-11,-4 4 56,-4 5-22,-3-4 0,-1 3-18,-5 3 1,-1 0-459,2 1 1,0 0 441,-4-1 0,1-2-274,3-9 0,2-1-1059,-2 17-1547,4-4 2880,1-5 0,0-12 0,1-4 0</inkml:trace>
  <inkml:trace contextRef="#ctx0" brushRef="#br0" timeOffset="18252">22217 4771 17375,'-19'-7'22,"1"0"1,-16 1-23,19 22-78,-1 2-718,6 17-111,14-9 559,6 5 68,13-19 280,1-9 34,1-2 11,1-4 134,-1-1 123,-5-2 584,1 0-517,-9 2-369,-3 1 0,-7 2 135,-1 7-113,0 6-11,0 12 6,-1 3 0,-2 6-899,-2-5 1,-2 2-1,0 3 668,1-2 0,0 3 0,0 0 0,0-3 0,-1-3 1,-1-1-1,1-1 0,-1 8 0,0 0 0</inkml:trace>
  <inkml:trace contextRef="#ctx0" brushRef="#br0" timeOffset="19716">18489 3118 17162,'-19'5'11,"0"1"1,-12 11-40,24 5 0,6 4-96,1-3 1,5-1 95,4 0 0,6-4 106,7-7 1,3-7-23,-2-5 0,0-5-124,1-4 1,-2-2 403,4-15-73,-15 7 1,-2-2-158,-4-1 1,-3 0-219,-7-4 0,-4 1-219,0 5 1,-3 4-242,-6 4 0,-2 4-996,-14 6-71,6 18 1,1 7 1091,5-3 1,1 0 0,0 3 0,3-1 0,2 5 0</inkml:trace>
  <inkml:trace contextRef="#ctx0" brushRef="#br0" timeOffset="19984">18427 3784 18496,'0'33'-820,"-1"1"1,1-9 0,1 0 0,0 0-820,3 10 1,1-1 982,-2 2 1,-1-4-1,0-7 1,-2-5 0</inkml:trace>
  <inkml:trace contextRef="#ctx0" brushRef="#br0" timeOffset="20417">18368 4531 17521,'18'-14'-79,"0"0"1,-1 1 0,0 4-236,6 11-224,6 18 448,-18-2 1,-2 4 72,1 1 0,-2 2 0,-4 5 0,-5 1 17,-3-8 0,-3 1-1019,-5 1 1,-4 3 0,1-4 1298,1-2 0,0-1-8,-2 0 1,-2 1 0,4-5-60,3-7-213,3-3 90,10-6-202,12-3 33,14-7-420,-3 2 1,4-1-311,-6 1 1,1-1 0,3 0 808,1 1 0,3-1 0,1 1 0,-1 0 0,-4 0 0,8-2 0,-1 1 0,0 0 0,0 1 0,1 0 0</inkml:trace>
  <inkml:trace contextRef="#ctx0" brushRef="#br0" timeOffset="21234">20282 5980 16053,'-27'13'159,"0"0"1,7 3 0,1 2 0,4 3-149,2 13 0,6 3-34,0-8 1,2 2 0,3-2-17,8 9 0,6-4-683,-1-11 1,3-6 721,7-8 0,2-7 34,-3-7 0,-2-4 16,2-1 0,-1-3 215,0-2 0,-1-4 171,3-8 1,-2-3-168,-7-1 1,-1-1-237,0 1 1,-3-1-34,-8 4 0,-2 1-112,-7-5-657,-1 15 0,-2 3-2508,-17 3 2457,2 12 1,8 7 0,11 4 0</inkml:trace>
  <inkml:trace contextRef="#ctx0" brushRef="#br0" timeOffset="21600">21522 5976 18619,'-3'30'138,"1"0"0,-1 1 1,1 0-436,0-2 0,0 1-1186,1 2 1,0 0-157,0 0 1,1-1 1394,2 0 1,0-3 0,0 5 0,2-10 0</inkml:trace>
  <inkml:trace contextRef="#ctx0" brushRef="#br0" timeOffset="21983">22344 6080 19437,'4'-34'-616,"15"9"-382,11 35 449,-2 6 465,-15 0 0,-5 2-1535,-2 18 1602,-6-15 0,-2 1 17,-4 0 0,-2 0 6,-2 0 0,-2-1-1,-2-2 1,-3-1 569,-2 0 1,0-2 567,-5 3-874,4-5 3,19-12-48,18-2-269,16-5 0,8-3-775,-10 2 1,2 0 0,2-1 0,0 1 545,-5 0 1,0-1 0,0 1 0,0 0 0,-1 0 0,2-1 0,-1 0 0,-1 1 0,-3 0 0,2 0 0,1 0 0</inkml:trace>
  <inkml:trace contextRef="#ctx0" brushRef="#br0" timeOffset="25066">18615 3504 10742,'-25'-4'795,"1"1"1,0-1-1,0 2-379,-12 1-338,5 0 23,-2 3-56,5 3-17,6 1 0,-2 3-1667,-3 1 1,0 2 1167,1 0 1,0 0 481,2 1 0,2 0 882,-4 7-870,3 1-23,0 1 61,7-3 1,0 0-34,4-3 0,1 0-1118,-4 6 1,2 1 1111,-2 11-5,9-17 0,1 2-139,1 7 0,1 1 144,1-7 1,1 0 55,0 7 0,1-1 2143,5 9-2177,3-11 1,2 0-39,5-1 0,3-1 16,6 5 0,3-3-212,-3-6 0,0-2 184,3-4 1,-1-1-7,-4-4 1,-1-2 17,11 2 0,2-1 1356,-2-1 1,1 0-1386,-6-2 1,0-1 0,0 0 83,11-2 1,-2-2-25,-8-1 0,-2-1-26,0-1 1,-2-2 10,10-7 17,-11 4 1,0-3 50,-1-1 0,0 0 55,0-1 1,-1-1 282,-3-1 0,-2-1 14,-1-4 1,-4-2-230,-2 5 0,-2-2-119,2-7 1,-3-2 62,-3 7 0,-3-1 11,-2-12 1,-5-2-166,0 12 1,-2 0 0,-1-2-53,-4-4 0,-2 0 1,-1 1-387,2 6 0,0 3 0,-2 0-658,-9-5 1,0 4-449,8 11 1,0 2 1540,0 2 0,1 2 0,-3-1 0,6 4 0</inkml:trace>
  <inkml:trace contextRef="#ctx0" brushRef="#br0" timeOffset="26433">19232 3951 14103,'34'0'0,"0"0"0,0 0 0,-7 1 0,-1-1 0,0 0-129,10 1 1,-2-1-578,-10 1 0,0 0-933,7 0 1,0 0 1224,-10-1 0,-1 1 1,17-1-1,-25 0 1</inkml:trace>
  <inkml:trace contextRef="#ctx0" brushRef="#br0" timeOffset="26685">19647 3917 14092,'-17'-9'1159,"0"-1"1,-9-5-1204,25 15 55,16 3 34,11 10-40,-7-4 1,0 1-6,-2 0 0,-1 1-11,6 8 11,-13-7-34,-4-2-56,-3 1-682,-8 8-2505,-21 6 3154,12-12 1,1 0 0,-16 7-1,15-11 1</inkml:trace>
  <inkml:trace contextRef="#ctx0" brushRef="#br0" timeOffset="27918">22559 5866 11381,'-33'-2'933,"0"0"1,-1 0 0,0 1-850,6 2 0,1 3-602,0-1 1,1 2 590,8 3 0,-1 1 11,-7 6 0,0 3-45,7-4 1,0 2-7,-6 4 1,1 3-6,6 7 0,3 1-22,4-6 0,1 1-287,3-3 0,1 3 0,1-2 281,2 4 0,2 0-12,1 0 1,0 0 0,3 0 0,1 0 78,1-4 1,1 1-1,1 0-106,5 9 0,2 0 16,-2-8 1,1 0-1,1-2 17,1 2 1,2-3 5,0-4 0,1-4 0,12-1 56,-4-8 1,2-2 38,5-4 0,2-2-62,-6-1 1,2-3 0,-1 0-348,7-2 0,-2-2 521,-1-4 0,-4-1-5,-9 3 0,-2 0 56,-2-1 0,-1-1 137,-1-1 1,-1-2-32,1-7 0,-2-5-280,-4-3 1,-4-4-372,-1 4 0,-2-1 0,-2 0 48,-1 4 0,-2 2 0,-1-1-370,-1-1 1,-1-1-1,0 3-1030,-4-6 1,0 2 1262,-1-3 1,0 2 0,5 13 0,0 2 0,-5-14 0</inkml:trace>
  <inkml:trace contextRef="#ctx0" brushRef="#br0" timeOffset="29634">22236 5517 14361,'2'-31'2219,"-1"6"-2219,-1 28 168,1 8-34,1 8-95,-1 4 1,0 2-40,0 3 0,0 2-779,0 8 0,-1-1-390,0-8 1,0-1-199,0-5 0,0-3 1367,1 0 0,0-10 0,0-5 0</inkml:trace>
  <inkml:trace contextRef="#ctx0" brushRef="#br0" timeOffset="29983">22129 5591 13947,'19'-22'108,"0"0"0,-2 2 0,0 3 72,4 8 448,5-3 122,-2 2-246,-2 0-335,-8 5-125,-9 3 35,-1 3-34,1 2-45,3 4-830,7 12 830,2 7 0,-4-8 0,-3-1 0</inkml:trace>
  <inkml:trace contextRef="#ctx0" brushRef="#br0" timeOffset="31101">22677 3585 13028,'-29'-22'567,"0"1"1,0 1 0,0 4-378,8 10 1,0 3-152,2 0 1,0 1 49,-17 2 57,5 4 89,8 1 0,-2 1-6,1 2 1,1 1-140,-5 2 0,2 0-68,8-1 1,1 0 22,-8 9 0,11-3-1,0 2 12,0 4-50,4-4 0,0 3 5,0 3 0,-1 2 15,3-1 0,-1 1 0,1 0-507,-2 7 1,2 0 496,0 3 1,1-2 11,2-9 0,2 0-75,-1 8 1,2 1 46,0-1 0,3 1-23,2-8 1,1 1 0,2-2 10,6 11 1,2-4-303,0-7 0,2-3 336,1-3 1,0-2-23,12 2-30,-5-9 0,3-1 41,3-1 1,3-1-1,-6-2 0,1-1 0,-1 0 48,8-1 0,-1 0-48,-3-2 0,-1-1 6,-9-1 0,0-1 7,8-3 1,1-3-3,0-1 1,0-3 14,-7 1 0,2 0 1,-2-1 5,4-4 0,-3 0 86,-2-2 0,-2 0 190,-6 2 1,-2-1-152,0-2 0,0-2-28,0 0 0,-1-3 84,-2-1 0,1-2 0,-2-2-112,-2-2 0,-1-1 0,-2-1-98,-2 1 0,-2-1 0,-2-1 0,-1 2-507,-1-5 1,-2 1 0,-3 2 488,-5-1 1,-2 1-1,-2 3-22,3 8 0,-1 2 0,-3 1-15,0 2 1,-2 0-1,-2 1 1,-1 3-1053,-6-1 1,-2 3 0,-1 3 1057,3 3 1,-1 3 0,1 0-1,3 2 1,-8 0 0,4 4-1,8 6 1,0 1 0</inkml:trace>
  <inkml:trace contextRef="#ctx0" brushRef="#br1" timeOffset="51867">18772 4331 13409,'-8'-23'287,"0"0"1,2 4-1,-2 3-175,-7 5-112,2 5-78,-13 0 106,7 4 0,-2 1 5,-9-1 1,-1 1-311,4 1 1,0 0 287,-2 0 0,2 0-6,8 0 1,1 0-6,-18 0 211,3 0-172,12 0 1,-1 1-46,1 1 0,-1 2 6,-4 1 0,0 2 6,7 0 0,0 0-6,2 2 0,0 1 0,-6 6 16,6-3 1,1 2-17,0 1 0,1 1 0,-4 7 0,1 1 0,6-4 0,1-1-166,0 2 0,2 0 200,-2 9-23,1 2-11,2-2 0,4-8 0,1 2 0,0 1 0,2 2-6,1 6 1,3 1-323,0-7 1,2-2 338,1-1 0,2-2-33,7 8 16,-4-12 0,2 0 12,0 0 0,2 0 5,5 4 0,0-1-11,-3-5 0,0-2 234,1 0 0,-1-3-222,13 4-7,-5-8 1,3-1 16,2-1 1,3-2 3,-8-1 0,2 0 0,-1-2-15,0 0 0,0-1 1,-2-1-229,5 0 1,-3-2 227,-2 0 0,-1-2 23,8-4 338,-10 0 1,0-1-301,1-1 1,0-2-23,5-3 1,-1-2-162,-6 4 1,-1-1 166,-2-1 0,-2 1 45,5-10 78,0-4-33,-3-2-34,-5 5 0,-1-2 84,-2-2 0,-1-2-81,-2 5 1,-1-2 0,-1 2-349,0-7 0,-2 1 322,-4 1 1,-3 1-68,-1 9 1,-3 0 138,-10-7 1,-4 0-201,-3 4 0,-3 1-481,8 7 1,-2 1 0,1 1-1120,-3 1 1,1 3 1409,-11 1 1,25 8 0,3 1-1</inkml:trace>
  <inkml:trace contextRef="#ctx0" brushRef="#br1" timeOffset="56066">21609 5838 11840,'-25'-8'399,"0"0"1,0 2 0,1 0-372,4 4 0,1 1-17,-15 0-11,-1 2 0,9 4-11,1 1 11,1 4-11,-6 6-12,2 5-10,2-1 21,5 2 12,8-4 0,2 2 12,2 3 16,2-4 0,0 2 39,1 3 0,1 1-22,-1 8 0,1 0-285,1-6 1,1-2 256,2 0 0,0-1-17,3 4 0,7 8 22,3-1 6,-3-13 1,0 0-29,5 10 11,-1-3-11,-3-12-11,8 2 11,6-2 22,-8-8 1,2-1 16,4-1 0,0-3-34,-2-1 1,-1 0 28,3-2 0,-1-1-34,11 0 278,-9-3 0,0-1-256,1-2 1,0 0 16,0-2 1,0-1-225,-2 0 0,-1-1 308,7-7 0,-2-1 23,-2-1 33,-1-2-90,-3-1 169,-6 4 0,-2-4 128,-3-3 1,-1-3-212,-2 2 1,0-1-1,-2 1-518,0-8 0,-3 0 359,-3 0 1,-2 1-6,-1 10 1,-3 1-339,-8-8 1,-4 0-593,-2 1 1,-2 2 145,0 0 0,-1 2-866,1 5 1,1 2 1600,-7 0 0,13 9 0,5 2 0</inkml:trace>
  <inkml:trace contextRef="#ctx0" brushRef="#br1" timeOffset="56815">21462 5273 14911,'-5'35'123,"0"1"0,1-2 0,0-3-123,-2 3 0,4-11 0,1 2-465,0-3 0,0 0-325,1 0 0,-1-1-1507,1 11 2297,2-16 0,-1-8 0,1-3 0</inkml:trace>
  <inkml:trace contextRef="#ctx0" brushRef="#br1" timeOffset="57235">21348 5422 10485,'0'-6'1927,"0"1"-1479,0 5-168,12-22 269,2 6-152,-1-3 1,0-1-62,6 0-44,-3 0 179,-7 7-23,-3 4-213,-2 4-44,-2 2-191,-1 1-214,0 2 170,4 11 100,5 12-90,0 3-604,3 8-1413,-3-11 2051,4 5 0,-8-14 0,3 1 0</inkml:trace>
  <inkml:trace contextRef="#ctx0" brushRef="#br1" timeOffset="58068">19206 4813 16490,'6'-1'101,"17"4"-101,7 1-157,-9 0 0,0 0-627,9 0-617,0 1-727,-2-2 2128,8-1 0,-19-1 0,2 0 0</inkml:trace>
  <inkml:trace contextRef="#ctx0" brushRef="#br1" timeOffset="58351">19457 4755 15235,'26'14'482,"-2"0"-314,-6 2-134,-4 0 55,-5 2-33,-8-4-56,-11 1-1356,-9-2-1921,-9 1 3125,10-6 1,0-1 0,-2 2 0,2-3 0</inkml:trace>
  <inkml:trace contextRef="#ctx0" brushRef="#br2" timeOffset="70283">21151 4682 8131,'0'-5'2398,"0"2"-426,0-7-1064,0 7-404,0-7-224,0 9-269,0 1 404,0 5-90,0 5-78,0 7-147,0 8-10,0 3-68,0 3 12,0-1-34,0 0 22,0-11 1,0 1-68,1 15-224,0-15 0,0-1-706,2 7-392,0-8 67,-1-8 1300,3-2 0,-3-4 0,2 0 0</inkml:trace>
  <inkml:trace contextRef="#ctx0" brushRef="#br2" timeOffset="71182">21651 4613 10226,'2'-2'2275,"0"0"-818,-2 2-1412,-7-1 0,-2 1-45,-19-1 33,9 2 1,-1 0 5,-6 1 0,-2 0 22,1 1 1,1 0 11,5-1 0,2 1 84,-7 1 78,17-3 258,5-1-190,3 0-303,0 0-56,1 4 56,-1 3 0,-2 14 11,0 6 0,0-8 0,1 0-11,0 1 0,0-2-22,-1 9 22,2-8-22,1-10 22,0-4-45,0-3 90,1-1 436,9-1-313,1 0-11,19 0-78,0 0-85,-11 0 1,0 2-29,17 6 22,-10 1 12,-4 6-33,-8-2-12,0 6 23,-4-4 22,-2 4 44,-6-3 12,-3-4-44,-4 1 55,-2-5-55,-5-2 66,-2-1 45,-12-2-112,-11-2-5,9-1 0,-1 0-6,4-1 0,0 0-594,-2 0 0,3 0-1837,-7-4 2431,3-5 0,14 6 0,4-4 0</inkml:trace>
  <inkml:trace contextRef="#ctx0" brushRef="#br0" timeOffset="84168">16110 10833 11560,'-5'-21'1638,"-1"0"0,-2-12-1317,7 36-41,3 26-230,-1-3 1,0 4-66,0-1 0,0 3 0,-1 0-621,-1-3 1,-1 0-1,0 0 273,0 1 1,-1 0 0,-1-2-792,-3 3 0,0-2 1154,1 3 0,0-3 0,-2 3 0,4-6 0</inkml:trace>
  <inkml:trace contextRef="#ctx0" brushRef="#br0" timeOffset="84600">16041 10784 14663,'13'-29'908,"15"27"-841,-3 21 1,1 8-57,-2 0 0,-2 3-582,-7-7 1,0 2-1,-2-1 576,0 5 1,-2 1 11,0 0 0,-1 0-17,-2 0 0,1-1 232,1 5 0,-1-3-226,-2-10 0,0-2 27,5 14 419,-7-26-250,-4-13 359,2-26-136,-2 5 1,1-5-243,0 1 0,0-3 0,1 0-347,-1 3 0,0 0 1,0 0 185,1-2 0,0-1 1,0 1-12,-1 7 0,1 1 1,0 0-9,1 0 1,-1-1 0,1 2-4,0-11 0,1 0-32,2-2 1,-1 4-154,-2 11 0,1 4-1003,8 2 79,-3 32-530,1 15 1,0 4 1220,-1-9 1,0 0-1,-1 1 1,-1-2-1,2-2 1</inkml:trace>
  <inkml:trace contextRef="#ctx0" brushRef="#br0" timeOffset="85015">16652 10957 11852,'25'14'0,"-1"1"0,-6-4 0,1-4-57,17-16 46,-13-6 22,-4-1 0,-4-1 393,-4-6 1557,-8 2-1210,-9 0-124,-8 7-291,-6 9-190,-4 3-12,-3 7-45,6 6 1,1 4-73,1 5 0,2 2-17,0 1 0,3 1-51,4 6 1,7 0-185,13 2-191,-2-14 1,5-1-1214,9-7 1,4-4 1502,4-2 1,-1-2-1,-6 1 1,-1-1-1,14-4 1</inkml:trace>
  <inkml:trace contextRef="#ctx0" brushRef="#br0" timeOffset="85386">17112 10865 13992,'-22'3'61,"0"0"1,-11 4-62,19 17-12,9-2-727,2 10-1188,15-1 1299,-3-12 0,3-1 628,5-1 0,2-1 101,-3-5 1,0 0 133,12 10 45,-11-7 235,-3-2-145,-5 0 1278,-3-2-932,-16-5-413,-3-1-203,-13-4-88,-2-3-18,4-1 0,-3-1-627,0-1 0,0-2 633,-1-4 0,1 1 0,-6-1 0,21 0 0</inkml:trace>
  <inkml:trace contextRef="#ctx0" brushRef="#br0" timeOffset="85649">17499 10618 14791,'-1'37'186,"0"-1"1,0 0 0,-2 0-34,-2-9 0,0 2 1,-1 0-514,-1 1 0,-1 2 1,1 0 235,1-4 1,0 1 0,1-1 0,0-1-288,-1 1 0,0-2 0,2-1-962,0 3 1,3-4-1905,6-8 2919,1-9 1,-1-6 0,0-1 0</inkml:trace>
  <inkml:trace contextRef="#ctx0" brushRef="#br0" timeOffset="85849">17317 10873 12277,'30'12'-133,"0"-1"0,0 0 1,-1 1-1,-4-2 1,7 0-1</inkml:trace>
  <inkml:trace contextRef="#ctx0" brushRef="#br0" timeOffset="86182">17767 11006 12094,'13'-20'586,"0"0"0,-1 1 1,-4 4 238,-8 5-231,-14-2-78,-9 6-449,-5 0 0,-4 12-56,11 4-11,4 9 0,3 5-23,10-6 1,1 1-470,6 8-506,11 6-234,13-15 565,-10-10 1,1-3-765,3 0 1,0-2-209,0-1 1,1 0 1580,0-2 1,-1 1 0,3-1 0,-6 0 0</inkml:trace>
  <inkml:trace contextRef="#ctx0" brushRef="#br0" timeOffset="86582">18127 10944 12311,'-34'-5'814,"1"0"0,7 2 0,1 4-781,5 5 1,1 4-978,-4 12 933,4 3 282,5-1-1055,8 4-125,18-7-121,19-3 912,-13-15 0,1-2-23,4-4 0,-1-3 186,11-9 196,-10-2 0,0-4 515,1-5 1,1-3-377,-4 3 1,2-3 0,-2-1-706,-6 5 1,0-1 0,-1-1 0,-1 2 447,1-4 0,-1 0 1,-1 1 48,-3 1 0,-1 0 0,-3 2 82,-4 2 1,-2 3 249,-7-12-145,-3 12-438,-9 12 57,-1 36 22,12-11 0,0 1-300,1 14 0,2 3 227,2-4 0,3 2-693,1-1 0,2 2 1,4 0-328,4 0 1,5-1 0,0 0 852,0 1 1,2-1 0,0-3-1,6 2 1,0-6 0,8-5-1</inkml:trace>
  <inkml:trace contextRef="#ctx0" brushRef="#br0" timeOffset="87751">18981 10583 14316,'-8'-30'1479,"2"11"-1445,5 35 268,0 17-179,1-7 1,0 3-1222,1 6 0,0 2 1128,0-9 0,-1 1 0,1 0-12,0 2 1,-1 0 0,1 1-16,-1 2 1,1 0 0,-1 1 3,1-1 1,-2 1-1,1 0-7,0-1 0,0 0 0,0 0 12,0-5 0,-1 1 0,1-1 0,1-2-360,2 0 1,2-2 0,-1-1 190,-1 11 0,4-7 146,13-9 11,-5-28 11,-1-7-11,0-12 101,-7 1 0,-1-4 128,-1-5 1,-2-1 232,-3 0 1,-2 0-379,-2 0 0,-4 3-17,-2 11 1,-2 2-52,0 1 1,-1 0 22,0 3 1,-2-1 231,-2-2 1,-1-1-255,4 6 0,1 0-73,-10-11-247,18 14 180,17 9-101,11 3-112,10-1 67,5 1 123,-13 3 1,1 2 66,-4 3 0,0 2 62,0 1 1,-3 1-24,-3 3 1,-3 1 638,3 10-700,-3 0-22,1-1-583,6 5-650,3-10 1088,7-6 268,-5-17 0,-2-12 33,-8-7 180,-5-4 619,-2-1-199,-6 5 0,-3 0 0,-6 0 1,-3 1-444,2 0 0,-2 1-417,-7 3 0,-2 3 452,-13 2-181,-1 6-10,2 2-68,-1 12 34,15 8 0,22 8-22,17-3-85,8-11 0,5-5 90,-4-4 1,2-4-108,-6-1 1,0-2 0,0-1 184,7-5 1,-2-2 84,-9 1 0,-3 0 324,8-8 885,-19 13-1119,-5 4-236,-1 2-34,0 12 34,3 16-140,-1-3 0,1 1-174,0-1 1,0 1-620,2 1 1,0-2-2345,8 6 3205,3-5 0,-8-11 1,-1-5-1</inkml:trace>
  <inkml:trace contextRef="#ctx0" brushRef="#br0" timeOffset="87950">19912 10874 15919,'27'-3'-382,"0"-1"1,-2 2 0,0 2 381,1 2 0,-2 3 0,-1-1 0,8 1 0</inkml:trace>
  <inkml:trace contextRef="#ctx0" brushRef="#br0" timeOffset="89683">20425 11161 15392,'13'-26'215,"0"0"1,0 5 0,1 0 0,1 0-138,9-6 0,1 1-769,-8 8 1,0-1 0,-1 0 706,6-12 1,-2 1 22,-7 6 1,-2-1 98,-4 1 1,-1-2 0,-1 0 2,-2 0 1,-1 1 0,-2-1 115,-2-2 1,-2 0 0,-1 2-202,-2-2 1,-3 5 10,-17 0 383,4 22-411,6 17 1,0 6-18,4-3 1,1 2-275,1 2 1,0 2-1,2 3 252,2 4 0,3 2 0,2 0-75,3 1 1,2-1-1,2 0-52,-1-1 0,1 0 0,3-2-4,2-4 0,3-2 1,1-4-72,3-3 1,3-5 265,7-1 0,2-5-221,-2-4 1,1-5 167,3-3 0,-1-5 22,-6-3 1,-3-3 5,-7 2 1,-3-1 602,4-14-497,-10 17-66,-3 1-180,-2 9 965,1 13-886,1 1-314,1 11-56,3-4-987,3 3 909,-1-7 32,2 1 394,1-12 88,-2-1 125,4-6 268,-1-3-79,1-6 113,1-3-112,2-2-191,-1-3-96,-4 5 1,0-2 11,-2-1 0,-1-1 34,0 1 0,-2-1 229,1-14-67,-14 12 191,-12-5-46,-12 8-397,11 9 0,0 2-16,-10 5-12,5 11-12,16 7 12,3 5-33,5 1-35,10-5 1,6-2-320,3-2 1,4-1-45,11 1 0,1-3-1,-4-4 0,-1-1 398,-2-3 0,-2-2 34,4-1 0,-5-1 0,-8-1 280,-6 1-156,-5 1-57,-2 6 0,-1 3 607,0 7-641,0 3-33,0 3 0,3 8-728,6-4 55,10-5 673,1-15 12,4-15 178,-6-7 404,-6 0 0,-2-3 16,-1-1 1,-2-2-202,0-5 0,-2 1-162,-6 2 0,-3 2-191,-5-6-56,-9 15-56,4 11 11,0 9 11,3 4-560,4 19-784,18 1 739,3-4 348,18-10 235,-4-17 67,-7-8 0,1-4 62,2-6 0,1-3-360,-5 1 0,0-3 1,-2-1 435,-2 4 1,-2 0-1,-1-1-15,-1 0 1,-2-1 0,-1 1-255,-1-2 1,-3 1 304,-1 2 0,-1 0 319,2-11-235,-4 10-157,-2 10-190,0 15 89,-5 16 0,-4 7-6,2 0 1,-1 2-65,-1 2 0,-1 3 0,-1 0 66,2-2 1,-1-1 0,0 2-1,0 3 1,0 0-1,1 2-5,1-10 1,1 1 0,0 0 0,1 2-153,0 0 1,0 2 0,1 0 0,0 0 0,1-2-45,-1 2 1,1-1 0,1-1 0,0 0-252,1 0 0,1 0 0,1-2 0,0-3 377,2 5 1,3-10 56,13-18 11,0-19 11,-8 2 0,-1-2 523,2-3 0,-1-3-512,-1-2 1,0-4-1,-1 0 26,-1-4 1,-2-1 0,1-1 12,-1 1 1,0-1 0,-1 1 5,-1 2 0,-2-1 0,-1 4 34,0 1 0,-1 2 562,0 3 0,0 2-248,0-13-191,2 6-224,14 16-68,14 13 57,3 12 84,-14-1 0,-1 2-185,2 12 602,-10-5 1,-3 2-1382,-4 2 1,-5 1-749,-10 8 1,-7-1 1291,-1-7 0,-1-3 1,0-5-1,1-4 1,-7-4-1</inkml:trace>
  <inkml:trace contextRef="#ctx0" brushRef="#br0" timeOffset="90183">15950 11777 13117,'29'-3'153,"1"-1"1,-1 1 0,0-1 0,5 0-1,1 0 1,0 0 0,2 0-810,-3 0 1,1 1-1,0 0 1,2 0 0,0 0 373,-6 0 1,1 0 0,0 0 0,1 0 0,1 0-1,0 0 1,0 0 154,-1 0 1,1 0 0,-1 1 0,1-1 0,1 0-1,1 0 1,2 0 0,1 0 138,-6 1 0,1-1 0,1 1 0,1-1 0,1 1 0,0-1 0,1 1 0,0-1 0,1 1 0,0-1 1,0 1-1,-1 0 0,1 0-7,-4 0 0,0 0 0,0 0 0,0 0 0,0 1 0,1-1 0,0 1 0,-1-1 0,1 0 1,1 1-1,-1-1 0,1 1 0,0-1 0,0 1 0,1 0 23,-3-1 1,1 1-1,0 0 1,1-1 0,0 1-1,1 0 1,-1 0 0,1-1-1,0 1 1,0 0 0,0 0-1,-1 0 1,0 0 0,0 0-1,-1 0 1,0 0 0,-1 0-1,-1 0-101,5 0 0,1 0 0,-2 0 0,1 0 0,-1 0 1,-1 1-1,0-1 0,-1 0 0,1 1 0,-2-1 1,1 1-1,-1-1 0,0 1 75,4 0 0,1 0 0,-1 0 1,0 0-1,-1 0 0,0 0 1,-2 0-1,-1 1 0,-2-1 0,-1 0 29,8 1 1,-2-1 0,-2 1 0,-2 0 0,-1 0-30,4 0 1,-3 0 0,0 1 0,-2-1 333,0 1 1,-1 0-1,-3-1-179,2 2 0,-5-1 2087,-5 0-2188,-18 0 2259,-16-2-2326,-5 0 2708,2 0-4019,3 0-1955,5 7 2457,4-2 1,4 4 0,1-6 0</inkml:trace>
  <inkml:trace contextRef="#ctx0" brushRef="#br0" timeOffset="92216">11568 10909 14775,'-3'-27'470,"0"0"1,10 3 0,5-1 0,5 1-443,2 5 0,4 2 0,2 0 0,2-1-684,2-1 1,2-1-1,1 1 1,1-1 0,-1 2 189,-3 1 1,1 1 0,-1 1-1,0 0 1,0 0 465,0 1 0,1-1 0,-1 2 0,-1 0 0,-3 1 100,4-1 0,-2 1 0,-1 1-380,8-4 0,-2 1 80,-6 3 0,0 1-1439,-2 3 1,-1 0 1070,3 0 1,-4 3 0,-18 3 0</inkml:trace>
  <inkml:trace contextRef="#ctx0" brushRef="#br0" timeOffset="92500">12320 10201 15314,'35'-6'171,"0"-1"1,-2 2 0,-2 4-144,-10 4 0,-2 4-28,1 0 0,0 2 11,5 9 0,-2 2-17,-4 3 1,-3 1-339,-1-1 1,-1 1 326,-7-1 0,-4 0-95,-10 5-100,-6-2-177,-10-2-1250,1-7 1,0 0 1549,4-4 0,0 0 0,1-1 1,1-1-1,2-1 0</inkml:trace>
  <inkml:trace contextRef="#ctx0" brushRef="#br0" timeOffset="93234">13025 10114 13947,'-5'-22'1199,"4"2"-1155,9 1 1,4 0 11,5-10-28,-7 9 0,-1-1 0,-3 1 0,0-1 45,0-4 0,-2 1 84,-6-9 212,-2 11-324,-3 16 22,2 3-67,0 6-33,-1 14-359,5 8 33,9-7 1,2-1 32,10 10 119,-2-16 0,1-2 139,11 1 57,-12-3 0,1 3-28,-3 1 0,-2 2-1,2 5 1,-3 2 6,0 14-191,-8 2-1748,-3-15-740,0-4 2712,4-6 0,-3-7 0,1-3 0</inkml:trace>
  <inkml:trace contextRef="#ctx0" brushRef="#br0" timeOffset="94117">13440 9921 11672,'-2'-5'2879,"0"0"-2587,2 5-304,-17 35-10,13-15-29,-4 4 1,6 0-1373,25 2 487,-3-19 1,2-1 800,-1 0 1,1-2 95,0-5 0,-2-4 39,5-7 582,-7-6 360,-4-4-1,-9 4 0,-2-1-269,-4-2 1,-1 0-388,-2-1 1,-2 2 0,-4 1 0,-2 2 139,-15-2-44,-4 7-280,0 6-23,1 4-78,3 7-11,1 13-370,13 11-55,5 0-1200,29 0 605,2-19 319,-4-5 1,2-2-18,5-6 1,0-4 722,-1-1 1,-1-2 7,0 0 1,-2-1 350,-3-2 1,-5 0 968,-2-1-471,-4 1-55,-6 5-213,0 3-539,-2 3-44,0 21 23,0-1 10,2 19-33,1-7 75,1-11 1,2 0-680,12 8 525,11-4 102,-2-16 33,4-14 291,-10-6 112,0-5-111,-2-3 66,-2-1-44,-1-1-23,2-7-224,-3 6-123,-2 2-45,-5 11 12,-3 10-68,9 5-325,5 10-739,10 7 414,-13-9 0,0-1 438,10 5 279,-3-9 34,-10-8 1009,1-13 761,-4-10-1126,-6 4 1,0-2-96,0-15-348,-4 17 1,0 2 45,-5-5-113,-8-2-246,-1 10-1008,0 6 77,7 14-906,10 9-1099,6 3 3048,7 0 0,-5-8 0,0-2 0</inkml:trace>
  <inkml:trace contextRef="#ctx0" brushRef="#br0" timeOffset="94434">14376 9550 15952,'-27'-14'407,"1"0"0,2 0 1,3 6-397,3 11-11,3 7 0,6 7 0,6 1 0,5 2 28,10 1 0,4-1-28,-3 2 0,3-1-460,9-2 0,2-3 393,-7-5 0,1-2 33,3 2 1,1-1 27,-6-1 0,-1-1-38,14 8 44,-18-4-23,-12-2-10,-11 1-147,-6 4-1511,-14 4 52,10-7 1,0 0 1429,-4 1 1,0 0-1,-3 2 1,3-3 0</inkml:trace>
  <inkml:trace contextRef="#ctx0" brushRef="#br0" timeOffset="95518">13560 11324 12893,'-8'1'2387,"3"-1"-1883,5 0-179,26-36-202,-4 13 0,5-2-580,-6 4 1,1-1-1,2-2 1,1 2 471,-1 2 1,0 1 0,1-1-1,1 1 1,-1 1-14,1-1 0,0 0 0,1 0 1,-1 1-1,-1 1-360,1-1 1,0 1 0,-2 1 0,0 0 357,3-1 0,-1 0 0,-4 3-23,8-5-1804,-12 8-1450,-9 6 2457,-5 6 1,-4-1 0,0 2 0</inkml:trace>
  <inkml:trace contextRef="#ctx0" brushRef="#br0" timeOffset="95817">14025 10777 15672,'28'-5'7,"1"0"1,-3 1 0,-2 2-8,8 6-23,-13 1 1,1 2-68,-1 1 1,-1 1-1,2 2 0,-1 0 12,7 8 11,-10 0 11,-10-6-415,-3 10-2151,-3 4 2622,-6-8 0,0-1 0,0 4 0,-6-5 0</inkml:trace>
  <inkml:trace contextRef="#ctx0" brushRef="#br0" timeOffset="99016">14619 10234 10518,'0'-3'3276,"0"0"-400,0 3-2160,-25-12-525,11 10-79,-21-2-90,15 19 34,-3 10-173,10-9 1,1 2 116,-4 12 0,3 3-6,2 2 1,4 1-3,4-7 1,1 0-1,2-1-26,4 4 1,5-2-102,4-6 1,3-4-141,1-9 1,1-2-124,1-2 0,1-1-134,0-2 1,1-2-1108,9-3 1,0-3 1416,-8-1 1,-1 0-1,0 0 1,-2 0 0,-4-3-1</inkml:trace>
  <inkml:trace contextRef="#ctx0" brushRef="#br0" timeOffset="100183">14724 10313 14798,'-8'24'56,"0"1"0,0-1 0,1 9 1,5-2-399,11-6 0,4-4-112,-1-5 1,1-4-926,21 0 404,-10-9 225,-2-9 402,-3-4 348,-4-8 78,-5-4 774,-6-13 207,-6 16 0,-3-1-639,1 1 0,-3 0 543,-7-1 1,-3 3-348,-7 1-44,-7 4-281,5 12-313,6 18 11,4 1-79,9 12-257,13-8-169,6-3-223,10-6 89,8-6-224,3-9 11,-9-9 1,1-5 806,0-4 0,-1-3-311,0-2 1,-1-1 713,-3-2 1,-4 0 122,-6 6 1,-2 0 377,0-8 0,-2-2-198,-2 1 0,-2 0-112,-4-3 0,-3 2-253,2 9 1,-2 4 129,-9-4-236,7 17-179,2 4 773,-1 8-829,1 8 34,-1 15-12,3 3 1,2 5-861,2-12 1,3 1 0,-1 0 837,0 1 0,1 0 0,2-2 5,5 10 1,2-5-12,-1-13 1,0-3-164,4 0 1,1-3 12,12 0 200,3-17 68,-12-9-56,-5-13 23,-6 5 33,-3 3 45,-2 3 2556,-2 6-2254,-1 3-201,-1 5-348,0 2 146,0 6 0,0 4 0,0 7 0,4 0-112,1 1-302,10-3 200,7-9 192,1-9 22,1-11 45,-6-8 44,-3-3 192,-3-2 111,-2-2 78,-4 2 517,-4-6-192,-1 12-627,-3 4-224,-1 12-157,0 9 213,1 6-213,1 23-599,2-12 0,2 1 122,0 1 1,1 0-107,2-3 1,2-2-1748,10-1-662,4-8 3205,3-5 0,-11-4 0,-3 0 0</inkml:trace>
  <inkml:trace contextRef="#ctx0" brushRef="#br0" timeOffset="100715">15539 10159 15381,'-1'-21'1638,"0"0"0,-1-9-1015,-2 25-601,0 10-10,0 6-1,0 9 0,-1 7-11,3 2-34,0-1-156,6 3-146,4-13 168,0-2 168,5-12 45,-5-10-45,2-4 45,1-10 55,5-13 1,-9 15 0,0 0 78,6-15-11,-5 10-22,-5 15-123,-1 4-23,-2 2-225,0 2 248,5 16-46,5 1-10,2 6-180,2-6 22,-3-11 1,3-3 212,3-10 34,3-10-22,-4-1 44,-2-4 68,-7 9-56,0 4-34,-3 3-56,-1 2-68,0 3-10,3 2-236,5 9-459,0-1-638,3 8-652,-2-5 2063,7-3 0,-11-4 0,5-3 0</inkml:trace>
  <inkml:trace contextRef="#ctx0" brushRef="#br0" timeOffset="101099">15956 9958 18563,'-7'4'79,"0"6"-68,4 7 0,2 4-56,0 15-84,1-16 1,1-1-7,2 2 135,4-11 0,2-8 45,0-8-11,2-2 279,7-19-50,-8 11 1,0 0-164,1 0 1,-1 0 169,9-12-136,-8 15-89,-2 5-45,-3 4-112,4 5 45,5 12-225,-1 0-492,2 8-371,-6-4-469,1-3-1189,-1-3-464,1-4 3062,2-4 1,-6-1 0,-1-2 0</inkml:trace>
  <inkml:trace contextRef="#ctx0" brushRef="#br0" timeOffset="101399">16395 9722 16793,'-21'-2'336,"1"0"0,-14 3-280,25 16-34,4 0-11,5 7-11,8-5 12,4 2-12,6 0-90,-5-6 0,0 1-178,7 14 189,-3-2 57,-10-6 22,-6-10 0,-6-1-34,-5-1-784,-8 0-2459,-8 0 3250,-8 2 0,14-6 1,2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7:55:56.19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10349 5844 12972,'25'-7'306,"0"-1"0,-1 1 1,-2 3-262,3 10-45,1 3 33,0 9-22,-8-2 1,-1 1-12,-3-2 0,-1 1-428,3 5 0,0 0 433,-6-3 1,0 0 5,-1 1 0,-1 0 0,1 1 1,-2 3 195,1 10 0,-2 4-47,-3-12 1,-1 2 0,0-1-113,0 1 1,0 1 0,-1-1-530,-1-1 1,0-1 0,0-1 508,-1 3 0,0-2-12,0 1 1,-1 0-12,0 0 1,0 0 1,0-1 1,1 1 0,-1 1-43,1 3 0,0 1 0,0 2 49,1-2 0,-1 2 0,1 1 0,0-2-14,1 5 0,0-1 0,1 0-646,0 0 1,-1 1 0,2-3 645,3 4 0,1-3-6,-1 0 1,1-1-68,0-2 1,0 1 75,-1-5 1,0 1 0,0 1 7,-1-1 1,0 0-1,-1 0-8,0 0 1,0 0 0,-1-1 216,1 11 0,-2-4-108,-3-11 0,-1-2 95,-2 0 0,-2-2-11,-2-2 1,-2-1 15,-2-2 1,-2-2 163,-1-1 1,-2-1-125,-10 2 0,-2-2-140,-6 0 0,-1-2 232,7-3 0,-1-1 1,1 0-542,-6 0 1,3-2-544,5-3 1,5-4-2538,8-11 3110,18-16 1,-2 12-1,8-2 1</inkml:trace>
  <inkml:trace contextRef="#ctx0" brushRef="#br0" timeOffset="400">11590 6472 16333,'2'29'67,"0"0"1,0 1-1,1-1-73,2-3 1,1 0-1088,-2 0 1,-1 1 0,0 0 981,0 10 1,0-2-1,-1-5 1,0-2-1,-2 6 1</inkml:trace>
  <inkml:trace contextRef="#ctx0" brushRef="#br0" timeOffset="751">11389 6424 14126,'-14'-24'892,"0"-1"1,14 5 0,8 2-882,22 8 0,8 6-7,-11 3 0,1 2 0,2 1-1097,6 2 1,2 1 0,-1 2 857,-8 0 0,-1 2 1,0 3 102,-1 0 0,0 2 0,0 1 1,-1 2-611,3 5 1,-1 3 0,-2 0 718,-1 0 1,0 0 0,-5 1 22,-6-1 0,-3 1 0,-4-2 417,-5 3 1,-5-2-396,-3 0 1,-3 0-1,-4-1 1,-2-1-84,-4-1 1,-4-1 228,0-1 1,-3-2 107,0-3 0,-1 0 1,0-1-227,-4 0 0,0-1-43,6-2 1,-1-1 0,2-2 1280,2-1 1,3-2-1322,-11 0-539,13-2-1417,8-5-1288,13-7 2854,12-8 0,-7 5 0,5-1 1</inkml:trace>
  <inkml:trace contextRef="#ctx0" brushRef="#br0" timeOffset="951">12161 6579 14585,'3'3'1434,"4"29"-884,-3-11-461,0 2 1,0 1 22,3 9-107,-2-11 1,1 1-398,3 8-2073,3 4-812,-4-23 2799,-2-6 0,-2-5 1,-1-1-1</inkml:trace>
  <inkml:trace contextRef="#ctx0" brushRef="#br0" timeOffset="1117">12201 6276 12484,'19'24'-656,"-1"0"1,-6-7-1,-1-2 1,1-4 0</inkml:trace>
  <inkml:trace contextRef="#ctx0" brushRef="#br0" timeOffset="1670">12434 6834 13039,'22'-20'599,"1"1"1,-1-1-1,4-3 1,-1-1-337,-6 0 0,-3 1-39,-5 5 0,-2 1 247,4-15 213,-6 2 100,-3 5-56,-6 6-133,-3 6-237,-2 6-246,-6 8-202,-1 28 90,1 2-308,8-5 0,1 1 202,1-5 0,2-2-304,1 0 1,1 0-1025,7 13-205,5-18 1,3-3 1361,8-6 0,1-3 0,9 5 1,1-13-1</inkml:trace>
  <inkml:trace contextRef="#ctx0" brushRef="#br0" timeOffset="2001">12889 6648 11257,'0'-3'2152,"0"0"-2085,0 3-22,8 4-22,11-3-147,14-7 124,-1-4 0,-2-11 101,-12 3 593,-3-1 248,-5 1 862,-5-4-437,-10 5-908,-3 2-212,-8 8-147,-9 15-100,6 5 0,-6 13-33,11 2-63,7-7 1,3 2-734,2-1 0,3-1 358,2 1 1,3-2-1547,16 9-1260,11-18 3161,-13-8 1,-1-1-1,3 0 1,-2-2 0</inkml:trace>
  <inkml:trace contextRef="#ctx0" brushRef="#br0" timeOffset="2435">13367 6561 17823,'-32'4'299,"0"0"0,2 0 0,5 4-277,6 15-44,2 2 22,6 3-403,5 8 201,15-20 0,6-2-235,7 1 0,6-4-19,-2-8 1,3-5-1,-1 0-90,-3-1 1,1-2 0,-2-2 537,1-2 1,-1-2 0,-1-1 7,0-4 0,-1-2 242,-2 0 0,0-2 0,-2-1 243,-1-4 1,-1-1 0,0-1-266,0 1 1,0-1-1,-2-1-442,-2 0 1,-3-2 0,-1 2 507,0-3 0,-2 1 22,-2 2 0,-1 1-34,0 4 0,-2 2 433,-1-8-875,-6 26 168,0 18 0,0 12-56,0-1 0,0 3 0,0 1-330,1 1 0,0 0 0,0 0 91,0 3 0,1 1 0,0-2-86,1 1 0,2-2-360,3-6 0,2-1 0,1-1-898,7 3 1,1-2 982,1-2 1,0-4-1,11-4 1,-15-15 0</inkml:trace>
  <inkml:trace contextRef="#ctx0" brushRef="#br0" timeOffset="2601">13548 6388 15632,'27'-1'-656,"1"0"1,0 0-1,0-1 1,-1 0 0,1 1 648,11-1 1,-4 1-1,-12 0 1,-3 0-1,14-2 1</inkml:trace>
  <inkml:trace contextRef="#ctx0" brushRef="#br0" timeOffset="3066">14498 6399 14439,'-4'-4'3082,"1"0"-2510,3 4-415,-25 35-135,16-7 6,-4 0 0,1 3-28,10-2 0,6-1-286,5-3 0,2-1-201,-1-1 0,1-2-432,5-7 0,2-4-1994,9-4-364,1-7 3211,0-8 0,-13 4 0,-3-3 0</inkml:trace>
  <inkml:trace contextRef="#ctx0" brushRef="#br0" timeOffset="3400">14674 6408 12132,'-5'28'959,"-1"-1"1,1-1 0,1-1-814,3 9-101,0-2-23,1-4 1,0-7-1,2-6 516,6-7 1075,7-13-1131,2-5 0,-2-5 0,-1-3-102,6-8-240,-6 8 1,0-1 10,-1 4 0,0 1-139,6-2-68,1 0 56,-7 19-12,-1 6-122,1 8-449,0 5-751,-5-3 1,-2 1-306,-1 1 1,-1-1 1267,0-1 0,-1 0 0,-1 5 0,-2-18 0</inkml:trace>
  <inkml:trace contextRef="#ctx0" brushRef="#br0" timeOffset="3603">14474 6119 15728,'35'14'-813,"-1"1"1,-10-6 0,0 0 0,-1 0 812,10 4 0,-3-1 0,-10-5 0,-2 0 0,11 3 0</inkml:trace>
  <inkml:trace contextRef="#ctx0" brushRef="#br0" timeOffset="3788">15121 6429 15695,'-4'25'410,"-1"-1"1,2 5 0,0-1-411,1 1-1639,2-7 1,0 0 1062,0-4 0,0 1 1,0-17-1</inkml:trace>
  <inkml:trace contextRef="#ctx0" brushRef="#br0" timeOffset="3967">15099 6240 12826,'16'-1'-1093,"-9"-1"1,5 3 0</inkml:trace>
  <inkml:trace contextRef="#ctx0" brushRef="#br0" timeOffset="4167">15428 6106 16131,'-4'28'597,"-1"1"1,0 0 0,1 0-542,1-3 1,-1 0-668,1 2 0,-1 1 617,1 0 0,0 1-36,1-3 0,0 2 0,0-2-307,1 2 1,-1 0-605,1 6 0,1-3 1041,7 2 0,-5-18 0,5-5 0</inkml:trace>
  <inkml:trace contextRef="#ctx0" brushRef="#br0" timeOffset="4458">15331 6387 15123,'33'-4'44,"0"0"1,0 0 0,-3-1 0,-1 1 0,-2 3-23,1 3 1,-3 4-18,-2 1 1,-1 3-6,0 0 0,-3 1 0,-4 3 0,-3 1 0,-2 9 0,-3 2 34,-4 0-23,-2 0-11,-3-2-2196,-9 3 2196,-3-12 0,2-1 0,4-12 0</inkml:trace>
  <inkml:trace contextRef="#ctx0" brushRef="#br0" timeOffset="4617">15826 6024 14551,'-5'22'-820,"0"0"1,-2 6 0,7-14 0</inkml:trace>
  <inkml:trace contextRef="#ctx0" brushRef="#br0" timeOffset="5583">16290 6411 14686,'-23'-3'478,"0"0"0,0 1 0,1 4-114,2 7 1,0 5-248,-1 1 1,1 2-96,-1 5 1,1 0-23,7-5 0,3 0 0,0 11 0,17-15 0,3-3 0,9-4 0,13-4 11,1-6-11,-2 0 11,-9-2-11,-12 4 0,-3 1 23,0 1-12,6 2-11,11 4 5,-5-4 1,3 0-314,6 0 0,0-1 39,-2-4 0,0-2-133,0-3 1,-1-3 328,-7-1 0,-1-3 73,5-11 0,-1-6 93,-9 7 1,-1-2-1,0 0 86,0-1 0,0 0 1,-3-1-213,-1-1 1,-2-1 0,-1 2 390,-2-5 1,-1 3 162,0 1 0,-1 2-213,-1 4 1,-2 1 385,1 2 1,-3 4-650,-8 4-79,1 25 0,0 8 34,0 3 0,3 3-637,0 1 0,1 3 1,1-1 632,3-3 0,0-1 1,1 0-154,-2 13 0,3-1-20,3-3 0,4 0-611,2-9 0,4 0 0,3-3-851,11 2 1,4-5 828,0 2 0,2-5 675,0-13 1,-1-5 134,-10-3 0,-2-3 538,-2-2 0,-2-2 897,10-14-254,-13 7 1,-1 1 678,1-14-694,-3 4-1166,-7 14 2370,-1 11-2381,0 20 503,1 1-1170,0 6 0,2 2-961,3-4 1,2-1 1294,0-1 0,0-2 0,7 5 0,-7-19 0</inkml:trace>
  <inkml:trace contextRef="#ctx0" brushRef="#br0" timeOffset="5750">16996 6037 11112,'13'16'0,"1"1"0,8 9 0</inkml:trace>
  <inkml:trace contextRef="#ctx0" brushRef="#br0" timeOffset="6251">17221 6320 19078,'8'-17'140,"0"0"0,9-11-207,0 25 34,0 2 10,-1 4-391,4 16-197,-13-2 0,-4 3 112,-2 13 1,-5 2 290,0-3 1,-4 0-790,0-6 1,-1-1-1,1 0 846,-2 4 0,1-1 100,1 1 1,2 0 39,1-1 0,2 1 11,2-5 0,1 2 0,1 0-3,2 10 1,2 1 323,-3-9 0,0 0 0,0-1-103,2 1 1,0-2 89,-5-5 0,-2-3 533,-6-4 100,-7-5-414,-4-5 503,-12-8-783,14-4 0,-2-3-214,1 2 1,0-3 934,0-3 0,1-2-968,-6-10 0,2-2-112,5 0-1009,10 8 1,5-2-519,12-2 1,7 0 1091,-1-3 1,2 3 0,2 5 0,0 4 0,7-2 0</inkml:trace>
  <inkml:trace contextRef="#ctx0" brushRef="#br0" timeOffset="6582">17740 6347 18518,'-24'-1'254,"1"-1"0,-6 9 0,2 5-215,8 5 0,1 3-33,1 0 0,1 0-6,5 0 0,2-1 0,5 0-12,3-4-10,6-5 44,10-3 23,10-4 11,2-1-45,-1-4 24,-11-1-35,-1 1 0,-2 0-23,8 3-101,5 8-1142,-7-4 0,1 0-885,13 6-1126,0-4 3227,-8-8 1,-11 0 0,-2 0 0</inkml:trace>
  <inkml:trace contextRef="#ctx0" brushRef="#br0" timeOffset="6768">17989 6361 11470,'3'-28'1092,"-1"0"0,0 0 0,0 0 546,0 1 0,-1 1-1098,0 2 0,-1 2 345,1-12-22,-1 14-560,0 11-356,-2 25 53,0 11 0,0 5-23,0-1 1,-1 3-680,0-5 0,0 3 0,0 1 0,0-3-391,0 4 1,0-2 0,0-1 623,1 0 1,-1-1 0,0-2 0,1 1 0,0-6 0,2-8 0</inkml:trace>
  <inkml:trace contextRef="#ctx0" brushRef="#br0" timeOffset="7032">17895 6405 15975,'4'-19'567,"0"0"1,9 0 0,6 4-518,8 9 0,2 4-50,0-1 0,1 1-734,0 4 0,-2 3 734,7 7-12,-6 7 1,-4 6 99,-11-5 0,-1 2-166,-2 0 0,-2 2-841,0 3 0,-3-1-1401,0 9-483,-12-15 2803,-2-15 0,1-4 0,3-1 0</inkml:trace>
  <inkml:trace contextRef="#ctx0" brushRef="#br0" timeOffset="7218">18466 5993 15784,'-1'28'-351,"0"0"1,-4 3 0,13-8 0</inkml:trace>
  <inkml:trace contextRef="#ctx0" brushRef="#br0" timeOffset="7853">18447 6420 14495,'0'32'550,"8"-6"-472,19-28-28,-4-5 1,2-1 27,-5 1 1,-1-1-222,6-5 0,-1-1 703,4-8 90,-7-1-79,-6 1 418,-5-1-350,-6 3 201,-9-4-381,-15 9-459,-4 1 0,5 12 0,0 2 0,-13 6-11,3 3-101,5 5-1109,10 6-617,26-7 23,9-1 711,-1-9 0,3-2 78,-1-2 1,-1-1 560,0 0 1,0 0 413,-2-2 0,0 1 51,14-5 494,-6 3 1881,-5 1-997,-10 2-795,-4 2 885,-7 11-153,-1 1-800,0 11-55,6 8-438,2-3-10,1 0-1,0-11 11,-4-11 12,1-3 156,2-2 1132,11-6-336,10-11-678,-9 4 1,1-1-237,2-2 1,0 0-62,-5 4 1,-1 1-12,11-2-56,-14 9-23,4 10-773,4 18-778,-5-2 0,2 1-9,-2 1 1,0 1 1379,6 4 1,-3-2-1,0-4 1,-3-4-1</inkml:trace>
  <inkml:trace contextRef="#ctx0" brushRef="#br0" timeOffset="8216">16183 7124 12576,'36'-5'120,"0"0"1,0 1 0,0-1 0,0 1 0,0-1 0,1 0 0,-1 1 0,0-1 0,0 1 0,0-1 0,0 0 0,0 1 0,0-1 0,2 0-1,0 1 1,-1-1 0,0 1 0,0-1 0,-1 1 0,0 0 0,0 0 0,0 0 0,-1 0 0,1 0-449,1 1 0,0-1 0,0 1 1,1 0-1,-2 0 0,1 0 1,-1 0-1,-1 1 0,-1 0 1,-1 0 317,5-1 0,-1 2 0,-2-1 0,-1 1 0,1-1 0,0 1 0,2 0 12,-4 0 1,1 0-1,1 0 1,0 1-1,0-1 1,-1 0 0,1 1-1,-2-1 1,0 1-278,2-1 0,-1 1 1,-1 0-1,0-1 1,0 1-1,-1 0 1,0 0-273,4 0 1,-1-1 0,1 1 0,-2 0 0,-3 0 0,-2 0-547,7 0 1,-3 0 0,-12 0 391,-12 0 0,-10 0 0,-4 0 0</inkml:trace>
  <inkml:trace contextRef="#ctx0" brushRef="#br0" timeOffset="8651">12521 7409 17431,'30'3'175,"-1"0"0,0 0 0,5 0 0,1-1 0,1-1-150,-5-2 0,0-1 0,1 0 0,1-1-681,-3 1 1,1-1-1,0 1 1,0-1 0,1 0 180,3-1 1,0 0 0,1 0-1,0 0 1,0 0 261,-5 0 0,-1 1 0,1-1 1,0 1-1,1-1 0,2 1 213,-2-1 0,2 0 0,2 1 0,0-1 0,0 0 0,-2 0 0,-2 1 0,-2 0 0,4-1 0,-3 1 0,-1 0 0,2 0 0,0 0 0,0-1 0,0 1 0,0 0 0,1 0 0</inkml:trace>
  <inkml:trace contextRef="#ctx0" brushRef="#br0" timeOffset="12885">7064 8712 12020,'-5'0'3276,"2"0"-894,3 0-1934,-6 26-324,9-16 167,1 18 146,18-23-101,7-10 0,5-4-277,-4-2 1,1-3 0,3-1-716,-7 4 1,1-2-1,1 0 1,0 0 0,-1 0 637,3-3 1,0 0 0,-1 0-1,0 0 18,-1 0 0,1 0 0,-1 0 0,-2 1-324,-1 0 0,-1 2 1,0-1-497,0 0 1,2 1 0,-1-1 0,-1 2 504,0-1 0,-1 1 1,-1 0-1,13-5 0,-5 2 1,-7 4-1</inkml:trace>
  <inkml:trace contextRef="#ctx0" brushRef="#br0" timeOffset="19134">9844 9713 11919,'27'0'-90,"0"0"0,1 0 0,-1 0 1,-1 0-1,-1 0-846,0 0 1,0 0 584,5 0 1,-3 0 0,7 0-1,-6 0 1</inkml:trace>
  <inkml:trace contextRef="#ctx0" brushRef="#br0" timeOffset="20749">2459 9384 15997,'30'4'0,"1"-1"0,-1 1 0,0-1-997,6 0 0,1-1 584,1 0 1,-2 0 0,-7-1 0,-3 1 0,-6-2 0,0 1 0</inkml:trace>
  <inkml:trace contextRef="#ctx0" brushRef="#br0" timeOffset="21001">2799 9316 14103,'23'6'56,"0"0"0,-2 0 0,-2-1-11,3 3-45,-5 0 45,-2 0 78,-9 3-291,-14 11-2061,-8 2 2229,1-7 0,-1-1 0,0 0 0,1-2 0</inkml:trace>
  <inkml:trace contextRef="#ctx0" brushRef="#br0" timeOffset="34918">5421 10833 16759,'26'-1'100,"1"0"1,-1 0 0,1-1 0,0 1 0,0-2-98,-2 0 1,0 0 0,1 0-511,-1-1 0,0 1 0,3-1 492,7 1 0,3 0 0,0 0-803,-10 2 0,1-1 0,-1 1 1,1 0 659,0 1 0,0 0 0,-1 1 0,-2-1 0,13 0 0,-7 1 0,-1 2 0</inkml:trace>
  <inkml:trace contextRef="#ctx0" brushRef="#br0" timeOffset="36016">9236 13076 14944,'33'3'-16,"0"-1"1,0 1-1,0 0 1,1 0-1,2 0 1,-1 0 0,-1-1-1,2 1-92,-6 0 1,1 0-1,1 0 1,-2 0 0,1-1-713,3 1 1,0 0 0,0-1 0,1 0 163,-5 1 1,1-1-1,0 0 1,1 0 0,-1 0-1,2 0 1,0 0-1,1 0 1,-1 0 0,1 0 390,1 0 0,1 0 0,0 0 0,-1 0 0,-4 0 0,4 0 0,-3-1 1,-1 1-1,-5-1 0,0 0 0,0 1 0</inkml:trace>
  <inkml:trace contextRef="#ctx0" brushRef="#br0" timeOffset="36337">12794 13132 11840,'32'-4'392,"1"0"0,-1 0 0,0 0 0,2 0 1,0 0-1,0 0 0,-1 1-1212,-3 0 1,-1 0 0,1 0 0,1 1 248,3-2 1,2 1-1,-1 0 1,2 0 570,-6 0 0,0 0 0,1 0 0,0 1 0,0-1-192,2 0 0,1 1 1,-1-1-1,1 1 0,0-1 33,1 1 0,0-1 0,1 1 0,0 0 0,3 0 159,-7 0 0,2 0 0,1 1 0,1-1 0,0 1 0,-2-1 0,-2 1 0,-3 0 0,5-1 0,-3 1 0,-2-1 0,3 1 0,1 0 0,1 0 0,-1 0 0,0 0 0,0-1 0</inkml:trace>
  <inkml:trace contextRef="#ctx0" brushRef="#br0" timeOffset="36582">16938 13023 11056,'35'-1'-159,"0"1"1,-1 0-1,1-1 1,0 1-1,1 0 1,-1-1-1,-2 1 1,-1 0 0,-1-1-1,-2 2 1,-4-1-1,-5 0 1,-1 0-1</inkml:trace>
  <inkml:trace contextRef="#ctx0" brushRef="#br0" timeOffset="36767">17970 13029 15000,'28'-8'-471,"-1"0"0,1 0 1,-2 0-1,-1 1 1,-2 2 470,0 2 0,-4 2 0,4-1 0,-1-1 0</inkml:trace>
  <inkml:trace contextRef="#ctx0" brushRef="#br0" timeOffset="38851">23742 8921 12311,'-5'4'1356,"24"3"0,11-1-1110,-10-3 0,2-1-773,6 2 0,3 0 0,2 0 535,-6-2 1,2 0-1,-1 0 1,1 1-829,3-1 1,0 0 0,1 1 0,-1-1 612,1 0 0,1 1 1,-2-1-1,-1 0 1,0 0-1,-2 1 1,-4-1-1,9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7:57:09.15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3791 4880 7986,'36'-2'345,"0"1"1,0-1 0,0 1 0,0-1 0,0 1 0,1-1 0,-5 1 0,5-1-335,-5 0 0,5 0 1,3 0-1,-2 0 0,-3 0 1,-6 0-1312,4-1 0,-5 1 1322,0 0 1,0 1 44,-3-1 0,0 0-22,-2 0 0,-1 1-6,-2-1 0,-1 1 391,3-1 0,-2 1-430,6-1 481,-3 1-436,-16 0-45,-5 1-11,-2 0-3266,-13 0 3023,-3 0 1,0 0 0,3 0 0</inkml:trace>
  <inkml:trace contextRef="#ctx0" brushRef="#br0" timeOffset="934">3597 4878 10899,'-3'0'1300,"0"0"179,3 0-1199,22-1-179,2 1 89,12-1 0,3 0-140,-10 0 1,1 0-552,-2 0 1,1-1-1,-1 1 551,5-1 1,1-1 67,1 1 0,2-1-44,-12 2 1,1-1 0,0 1-46,1 0 1,1 0 0,0 0-12,0 0 1,0 0 0,2 0-5,1 0 0,1 1 0,1-1 0,-2 0 1,3 0 0,-3 0 0,2 0-419,-2 1 0,1-1 0,0 0 1,-2 0 410,-1 0 0,-2 0 1,0 0 7,0 0 0,0-1 0,-1 1-15,0 0 0,-1 1 0,1-1-270,-1 0 1,0 0 0,0 0 269,12 0 0,1-1-177,-5 1 1,3 0-1,0-1 177,-1 1 0,0 0 0,0 0 0,0 0 0,0-1 0,-1 1-33,-4 0 0,0 0 0,-2 0 33,1-1 0,-1 1 5,0-1 1,0 0-1,0 1 1,-1-1-1,0-1 1,0 1 543,-1 0 1,0-1-545,8 0 1,1 0 5,-2 1 0,1 0 0,-6 0 1,0 1-1,-1 0 165,5 1 1,-1-1-177,-2 1 0,0 0 0,-8 0 0,0 0 268,10 1 1,1 1-275,3-1 0,0 1 6,0 0 0,0 0 267,0 0 1,-3 0-268,-6 0 0,-2-1 0,0 0 0,1 1-6,-1-1 1,0 0 16,-1 1 0,0 0 47,-1-1 1,0 1-59,9 1 0,0-1 5,1 1 1,1-1-148,-6 0 0,2-1 1,-2 1 152,6-1 0,-2 1-11,0-1 0,-2 0 0,-7 0 0,-2-1 5,1 1 1,-1 0-6,0-1 0,1 0 0,7 0 0,0 0-34,-7 0 1,-1 0-48,7 0 1,-1 0 80,8 0 22,3-1-22,1-1 0,-19 1 0,1-1 0,-1 0 0,0 1 468,8-2 1,2 1-458,1 1 1,0-1-1,1 0 0,-1 1-154,-1 0 0,-1 0 171,-9 1 0,-1-1-17,19 1 12,-4-1 584,-12 0 1,1-1-591,-2 1 0,0-1-17,-1 1 0,-1-1 342,11-1-1866,-18 2 1524,-4 0 0,-5 1 0,-2 0 0</inkml:trace>
  <inkml:trace contextRef="#ctx0" brushRef="#br0" timeOffset="2886">3524 5725 14059,'34'1'209,"0"1"0,2 0 0,1 0-180,-13 1 1,1 0 0,0-1-1037,4 1 0,1 0 0,1-1 1044,2 1 0,2 0 1,3-1 1,-9 0 0,3-1 0,1-1 0,2 1 1,0 0-1,0-1-15,-2 1 0,1-1 0,0 0 0,1 0 0,1 0 0,0 0 0,1 0-260,-3-1 0,1 0 0,1 0 0,0 0 0,1-1 0,-1 1 0,0-1 0,-1 1 0,-1-1 258,3 1 0,-1-1 1,0 1-1,-1 0 1,0-1-1,-1 0 0,-1 0-61,3 0 0,-1-1 1,0 0-1,-1 0 1,-2 0-1,-3 0 65,7 0 0,-5 0 1,0 0-129,-1 0 0,0 1 0,-4-1 113,-3 1 0,-2 0 844,13-1-720,-28 2 1388,-4 1-3921,-13 5 2948,-5 2 0,1 0 0,2-1 1</inkml:trace>
  <inkml:trace contextRef="#ctx0" brushRef="#br0" timeOffset="4052">8147 5791 11078,'-6'-1'818,"1"0"-101,5 1-269,33 1-308,-15 0 0,2 1-558,6-1 0,6 0 0,4 1 0,-1-1 694,-6 0 0,1 0 1,1 0-1,1 0 1,2 0-1,0 0-460,-3-1 1,1 1 0,1-1-1,2 1 1,-1 0 0,1-1-1,0 1 1,-1-1 0,-1 0 191,2 1 0,-1-1 1,0 0-1,0 0 1,0 1-1,-1-1 0,1 0 1,0 0-227,2 0 0,0 0 1,1-1-1,-1 1 0,0 0 1,-1 0-1,-1-1 0,-2 1 218,6 0 0,-2 0 0,-2-1 0,0 1 0,1 0-241,2-1 1,1 1-1,-1-1 1,-1 1-1,-4 0 241,4 3 0,-3 0 0,-1 0 0,0-3 0,-1 0 0,-8 2 0,-11 7 0</inkml:trace>
  <inkml:trace contextRef="#ctx0" brushRef="#br0" timeOffset="4567">4667 6821 12904,'36'-3'308,"1"1"0,-9 0 1,2 0-1,1 0-1128,-5 0 1,1 1 0,1-1 0,5 0 963,-2 0 0,3-1 1,2 0-1,2 0 0,2 0 1,0 0-1,1-1-250,-10 2 1,1-1-1,0 0 1,1 0-1,1 0 1,0 0-1,1 1 1,0-2-1,1 1 1,0 0 0,1 0 114,-4 0 1,2 1 0,0-1-1,1 0 1,0 0 0,1 0-1,0 0 1,1 0 0,-1 0 0,0 0-1,1 0 1,-1 0 0,-1 0-1,0 0 1,-1 0-54,2 0 0,0 0 1,-1 1-1,1-1 1,-1 0-1,-1 0 1,1 0-1,0 0 1,-1 0-1,0 0 1,1 1-1,-1-1 0,0 1 44,3-1 0,0 0 0,0 1 0,0-1 0,0 1 0,0-1 0,-1 1 0,0-1 0,-1 1 0,-1 0 0,-1 0 0,-1 0-143,4 0 1,-1 0 0,-2 1 0,0-1 0,-2 0 0,1 1 0,-1 0 0,0 0 142,2-1 0,0 1 0,0 0 0,-1 1 0,0-1 0,-1 0 0,0 1-2,1-1 0,-1 0 0,0 1 1,-1-1-1,-1 1 0,0 0-42,8 0 1,-1 0 0,-1 1 0,-2 0-790,2 1 0,-1-1 0,-4 1 833,3 2 0,-6 0 0,3 2 0,-21-2 0</inkml:trace>
  <inkml:trace contextRef="#ctx0" brushRef="#br0" timeOffset="9083">13981 6097 14854,'-2'-5'3104,"0"0"-3003,38-2-96,-15 6 1,3 0-193,3-1 0,3 1 1,-2 0-750,5 2 0,0 2 100,0 1 1,-2 0-728,-9 0 0,-2-1-76,0-1 1,0 0 1194,16 1 0,-17-3 1,-5 0-1</inkml:trace>
  <inkml:trace contextRef="#ctx0" brushRef="#br0" timeOffset="9300">14440 6004 16871,'5'0'459,"4"3"-459,11 9 34,5 10-124,-11 4-55,-2 3-236,-19 1-583,-9-6-2313,-11-2 3239,-2 0 0,11-11 0,4-4 1</inkml:trace>
  <inkml:trace contextRef="#ctx0" brushRef="#br0" timeOffset="10550">15536 6373 12781,'28'-1'-52,"0"0"1,0 0-1,7 0 1,2-1-1,-3 1 1,-2 1-1,-2-1 1,3 0-1,0 0 1</inkml:trace>
  <inkml:trace contextRef="#ctx0" brushRef="#br0" timeOffset="10917">16788 6368 15907,'32'-3'-243,"1"0"0,0-1 1,-7 2-1,0-1 0,-2 1 1,2 1-1,-3 1 0,-2 0 1</inkml:trace>
  <inkml:trace contextRef="#ctx0" brushRef="#br0" timeOffset="12352">14265 6761 11470,'32'2'59,"0"0"1,0 0 0,1-1-617,-7-2 1,1-1 0,-2-1-1083,6 1 1,-1-1 1415,-3 0 0,0-1 0,-4 0 0,6 0 0,-10-1 0</inkml:trace>
  <inkml:trace contextRef="#ctx0" brushRef="#br0" timeOffset="12600">14701 6643 15437,'-21'-10'56,"9"6"34,19 14-79,5 4 0,3 2 0,0-2 0,-1 0-11,2 4-56,-7 1-44,-2 1-438,-14-1-795,-6-4-1872,-7 1 3205,-2 0 0,9-6 0,4-3 0</inkml:trace>
  <inkml:trace contextRef="#ctx0" brushRef="#br0" timeOffset="13067">15436 7043 13285,'29'-1'134,"-1"-1"1,2 1 0,-1 0-544,-2 1 0,0 0-1230,4 0 1,1 0 1531,3 0 0,-2 0 0,-13 0 0,-1 0 0,13 0 0</inkml:trace>
  <inkml:trace contextRef="#ctx0" brushRef="#br0" timeOffset="13400">16508 7001 15426,'31'-2'-964,"1"-1"0,0 1 1,-1 0-676,-4 2 1,-1 0 1419,4 0 0,-1 0 1,3 0-1,-5-1 1</inkml:trace>
  <inkml:trace contextRef="#ctx0" brushRef="#br0" timeOffset="13621">17758 7004 15672,'30'-5'149,"0"0"1,-1 0-1,-2 0-821,8-1-967,-16 3 1,1 1 1370,0 1 0,-1 0 1,4-1-1,-6 2 1</inkml:trace>
  <inkml:trace contextRef="#ctx0" brushRef="#br0" timeOffset="14366">14494 7467 15303,'29'4'-656,"-1"1"1,1-1-1,1-1 1,2 0 0,-2 0 186,-4-1 1,0-1 0,-2 1 0,5-2 0,-4 0 0,-4 0 0</inkml:trace>
  <inkml:trace contextRef="#ctx0" brushRef="#br0" timeOffset="14583">14886 7391 18541,'-10'-13'-403,"9"14"88,21 21-110,-1 8-180,-8-7-2499,-4 13 3104,-4-16 0,-2-1 0,1 10 0,-2-6 0</inkml:trace>
  <inkml:trace contextRef="#ctx0" brushRef="#br0" timeOffset="14800">15430 7812 15605,'25'-7'-213,"0"1"0,0 0 0,3-1 0,1-1 0,-4 1 213,-2 1 0,-2 0 0,-2 1 0,-2 0 0,3-1 0</inkml:trace>
  <inkml:trace contextRef="#ctx0" brushRef="#br0" timeOffset="18866">9479 12878 15235,'36'-6'132,"0"1"1,0-1-1,0 0 1,0 1-1,-3 0 1,1 1-1,1-1 1,0 1-1,1-1 1,-1 1-1,0 0-601,-1 0 1,0 0 0,0 0 0,0 0 0,0 0 0,1 0 0,0 1 193,-1-1 1,1 1 0,1 0 0,-1-1 0,1 1 0,-1 0 0,-1 1 0,-1-1 122,4 0 1,-2 0-1,0 1 1,-1 0-1,1 0 1,-1 0 160,2 0 0,0 0 1,-1 0-1,1 1 0,0-1 1,-1 1-54,0 0 1,-1 0-1,0 0 1,0 0-1,1 0 1,1 0 64,-4 1 0,1-1 0,1 1 0,1 0 0,-1-1 0,0 1 0,-1 0 0,-2 0-231,8 0 1,-3-1-1,0 1 1,0 0-1,1 0 208,-2 0 0,2 0 0,-1 0 1,1 0-1,-3 0 0,-1 1-18,4 0 1,-2 0-1,-2 1 1,-3-1 199,-1 1 1,-2-1-1,-1 1-520,3 1 0,-1-1 1,-4 1-1555,2 2 2266,-14 4 0,-8-5 0,-4 2 0</inkml:trace>
  <inkml:trace contextRef="#ctx0" brushRef="#br0" timeOffset="19452">13223 12716 16636,'35'-12'86,"0"1"1,-9 3 0,0 2 0,0 0-330,2 3 0,1 2 1,1 0-851,2 0 1,1 0 0,0 0-1,3 0 1,0 1 0,0 0 698,1 0 1,1 0 0,-4 0 0,-2 0 0,-3 0-1,-5 0 1,0 0 0</inkml:trace>
  <inkml:trace contextRef="#ctx0" brushRef="#br0" timeOffset="19683">14837 12675 19269,'28'-8'-547,"1"1"1,-1-1 0,1 1 0,1-2 0,0 1 0,1 2-547,4 0 1,1 1 0,-2 0 682,-5 1 0,-1 1 1,-3-1-1,-2 1 1,-1 0-1,-3 0 0,1 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7:57:44.25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14225 2684 15269,'30'2'54,"0"0"0,-1 1 1,1-1-1,0 0 1,1 0-1,-1-1 1,-1 0-1148,6 0 1,-2 0 0,1-1 931,-3 0 0,1-1 0,0 1 0,1-1-92,-3 0 0,0-1 1,1 1-1,1-1 1,0 0 310,3 0 0,2-1 0,0 1 1,0-1-1,2 0-106,-6 0 1,1 0 0,0 0 0,2 0 0,0-1-1,3 1 81,-7 0 1,1 1 0,2-1-1,1 0 1,0 0 0,1 0-1,0 1 1,0-1 0,1 0-1,-2 1-106,-1 0 0,0-1 1,-1 1-1,1 0 1,0 0-1,1 0 0,-1 0 1,1 0-1,0 0 1,0 0-1,1 0 99,-2 1 1,1-1 0,1 0 0,0 0 0,0 0-1,0 0 1,1 0 0,-1 1 0,0-1 0,-1 0-1,0 1 1,-1-1 0,-1 1-25,2-1 1,0 1-1,-1-1 1,0 1-1,-1 0 1,-1 0-1,1 0 1,-2 0-1,0 0 1,0 0 38,8 0 1,-1 0-1,0 0 1,-2 0 0,0 0-1,-3 1 1,-2-1 54,5 0 0,-3 1 1,-2-1-1,0 0-93,-2 1 0,-2 0 0,0-1 0,-1 1 298,4-1 1,0 1-1,-2-1-290,-1 0 1,0 0-1,-4 0 817,0 0 1,-3-1-750,13-1 2296,-29 0-2364,-4 1-1104,0 1 1,-1 0 0</inkml:trace>
  <inkml:trace contextRef="#ctx0" brushRef="#br0" timeOffset="650">18902 2809 16983,'27'-4'112,"1"1"0,-1-1 0,2 0 0,0 0 0,0 0-101,0 0 0,-1-1 1,1 0-1105,4-1 1,0 1 0,2-1 561,-7 2 1,0 0 0,1 0 0,0 0 404,2-1 0,1 1 0,0 0 0,0 0-250,2 0 1,0 0 0,1 1 0,3 0-94,-8 0 1,2 1 0,1-1 0,1 1 0,0 0 0,-1 0 0,-2 0 320,7 0 0,-1 0 0,-1 0 1,-1 0-1,1 1 0,-1-1 1,0 0-1,0 1 0,-2-1 1,-4 1-1,-3 1 0,-1-1 1,1 0-1</inkml:trace>
  <inkml:trace contextRef="#ctx0" brushRef="#br0" timeOffset="967">21383 2602 14911,'26'-4'264,"0"-1"0,0 1 0,3-1 1,1 1-1,0 0-160,3 1 1,1 0 0,1 1-925,-4 0 1,1 0 0,0 1 0,2-1 727,-5 1 1,0-1 0,0 1 0,3 0 0,1 0 138,-2 0 1,2 0 0,2 0-1,0 0 1,2 0 0,-1 0 0,-1 0-1,-2 1-254,5-1 0,-2 0 1,0 0-1,-1 1 0,2-1 1,1 0 210,-2 1 0,1-1 0,1 0 0,1 1 1,0-1-1,-1 1 0,-1-1 0,-3 1-50,1 0 0,-2-1 0,-1 1 0,-1 0 0,0 0 1,0 0 15,5 0 1,-1 0 0,0 0 0,-1 0 0,0 0-179,3 0 1,0 1 0,0 0 0,0 1-613,0-1 1,1 1 0,-2 0 0,-3 1 350,-5 0 1,-3 1 0,0-1 0,13 1 0,-9 1 0,-22-1 0</inkml:trace>
  <inkml:trace contextRef="#ctx0" brushRef="#br0" timeOffset="10582">4667 8132 16807,'29'-4'-153,"1"0"1,-1 0 0,7 0-1,0 0 1,1 1-941,-5 2 1,-1-1 0,2 2 779,-1 0 0,1 1 0,0 0 0,-3 0 0,8 0 0,-3 0 0,-4 1 0,-1 0 0</inkml:trace>
  <inkml:trace contextRef="#ctx0" brushRef="#br0" timeOffset="10885">5573 8079 15549,'33'-4'-410,"0"0"0,0 0 1,-2 1-1,1-1 1,-6 2-1,5 0 0,-7 1 1</inkml:trace>
  <inkml:trace contextRef="#ctx0" brushRef="#br0" timeOffset="11133">6177 8099 16927,'26'7'-1093,"0"0"1,2-1 0,0-2 436,3-4 1,-3-2-1,7 1 1,-5-3 0</inkml:trace>
  <inkml:trace contextRef="#ctx0" brushRef="#br0" timeOffset="23816">7358 8149 10776,'31'1'409,"0"0"1,-1 0-1,1 0 1,0 0-1,2 1 1,-1-1 0,-1 0-1,1 0-307,2 0 1,1-1-1,-1 0 1,-1 1-1196,4-1 1,-1 1 0,1-1 594,-7 1 0,0 0 0,0-1 1,0 1 555,1-1 1,0 0 0,1 1 0,-1-1-26,1 0 1,0 0 0,0 1 0,0-1 2,0 0 0,-1 0 1,1 0-1,1 0 17,0 0-1,2 0 1,0 0 0,1 0 0,-1 0-38,-1 0 1,0-1 0,1 0 0,-1 0 0,0 0-91,-1 1 0,0 0 0,0-1 0,-1 1 0,-1-1 61,3 0 0,0-1 0,-2 1 0,-3 0-334,6 0 1,-3 0-1026,-6 1 1,-1-1-1905,12 1 2888,-11 0 1,-14 0 0,-5 0 0</inkml:trace>
  <inkml:trace contextRef="#ctx0" brushRef="#br0" timeOffset="25048">13275 8021 15639,'37'6'-112,"0"0"0,-12-3 0,1 1 0,-1-2-1527,9-1 1,1 0 545,-9-1 1,0 0 0,0 0 746,3 0 1,0-1 0,-2 0 0,-2 1 0,-2-1 0,-3 0-1,-1 0 1</inkml:trace>
  <inkml:trace contextRef="#ctx0" brushRef="#br0" timeOffset="25432">14195 8018 14933,'34'-2'-254,"1"-1"0,-1 1 0,-1 0-671,-6 1 1,-1 0-715,3 0 1,0 1-1,2-1 1,0 1 1425,2 0 0,-3 0 1,6 0-1,-8 0 1</inkml:trace>
  <inkml:trace contextRef="#ctx0" brushRef="#br0" timeOffset="25754">15160 8008 17644,'29'-7'-288,"-1"1"1,1-1 0,0 0 287,-1 0 0,1 0 0,-3 1 0,-7 2 0,0 0 0,9-3 0,1 0 0</inkml:trace>
  <inkml:trace contextRef="#ctx0" brushRef="#br0" timeOffset="30332">3364 11810 12580,'31'-5'375,"-1"1"0,1-1 1,6 0-1,-1 0-437,-2 3 1,-2 0-1268,-6 2 0,-2-1 427,3 1 0,0 0-737,0 0 1,2 0 1587,1 1 1,-2-1-1,5 1 1,-6-1-1</inkml:trace>
  <inkml:trace contextRef="#ctx0" brushRef="#br0" timeOffset="30915">5537 11762 11817,'31'-4'420,"-1"0"1,-1 0-1,0-1 1,0 0-421,1 0 0,0 0-419,-4 0 0,2 0 0,0 0-672,2-1 0,-1 1 1,0 0 1090,5-1 0,-1 0 0,0 1 0,-3-1 0,-3 1 0</inkml:trace>
  <inkml:trace contextRef="#ctx0" brushRef="#br0" timeOffset="38316">1970 10903 8467,'-2'5'2421,"0"-1"-1816,2-4-157,-14 0-414,6 0 100,-12 0 79,10 0-202,1 0 68,0 1-57,-4 1 202,1 2-34,0 1-156,2 1 22,4 0 45,0 1 112,0-1-180,1 2 12,0 0 0,1 5 56,0 1-67,1 0-23,2 1 12,1-2 44,0 0-45,0 1 34,0 0-33,0 2 33,0 6-23,0-4-10,0 4 21,0-6 35,1 0 22,-1 1-34,0 1 11,0 2 12,0 0-34,0-2 78,1 9-112,1-9 46,-1 6-12,1-9-23,-1 0 34,1-1-22,-1 0 0,0 0-23,1 2 1,-1-4-23,1 1 11,-1-4 68,2 1-79,-1 1 11,0 0 12,0 2 156,-1 8-123,-1 4 34,1 1-46,0 0 12,0-10-44,-1 0 10,1-1 45,-1-2-56,1 0 1,0-2 32,0 0 91,0 2-90,0-1-34,0 0 22,-1-1 57,1 0-23,0 0-11,0 1 0,2 4 0,-2 0-45,1 0-11,0-3 23,0-5-12,-1 2-11,1-2 0,-2 0 11,1-2 0,0 0-11,0-1 0,0 1 0,-1-1 0,2 1 0,-1 1 12,0 2 21,1 0-44,-1 2 22,1-2-11,-1 0-11,0-3 11,0-2 11,0-1-11,0 0 0,1-1-11,-1-1 11,1 3 0,1 0-22,0 1 22,1-1-56,-1 0 56,2-1 0,0-2 0,1 1-180,5-1-1142,0-1-1955,8 0 3272,-2 0 1,-6 0 0,-3 0 0</inkml:trace>
  <inkml:trace contextRef="#ctx0" brushRef="#br0" timeOffset="46415">3544 13157 13633,'-6'0'795,"0"0"-750,6 0-314,39-11-56,-17 7 1,2-1-545,9-2 0,1 1-770,-3 2 1,-2 1 1557,-7 2 0,-3 0 1,5 0-1,-7 1 0</inkml:trace>
  <inkml:trace contextRef="#ctx0" brushRef="#br0" timeOffset="46869">5259 13212 13028,'30'-5'465,"-1"-1"0,1 1 0,0-1 0,4 0 0,0 0 0,1 0-465,-5 2 0,2 1 0,0-1 0,-1 1-969,4 0 1,0-1 0,0 1 609,1 0 0,1 0 1,-1 0-735,1 0 1,-1 0 0,0 1 708,0-1 1,-1 1 0,-2 1 0,-3-1-1,-2 1 1,-7 0 0,-1 0 0</inkml:trace>
  <inkml:trace contextRef="#ctx0" brushRef="#br0" timeOffset="53070">5854 2795 11941,'9'-19'1638,"0"0"0,1 3-1125,2-11 0,0 0-288,-1 10 10,-2 2-67,-1 5 45,-3 3-101,-3 4-157,0 2-145,-1 2 145,2 4 45,4 6 56,3 9-45,3 7 23,1 5-141,-5-7 1,-1 0-656,-1 2 0,-1-1-244,1 0 1,-1 0-161,-3-3 1,-1-1-2028,0 7 3193,-2-2 0,0-12 0,0-4 0</inkml:trace>
  <inkml:trace contextRef="#ctx0" brushRef="#br0" timeOffset="53256">5900 3096 15851,'27'-2'-2341,"7"-1"957,-13 1 0,3-1 1221,3 0 0,3 1 1,-4-1-1,-6 1 1,-2 0-1,10 0 1,0 0-1</inkml:trace>
  <inkml:trace contextRef="#ctx0" brushRef="#br0" timeOffset="53815">7077 2618 17185,'27'-12'-90,"1"-1"1,-3 2-1,-2 6-560,6 20 280,-9 2-134,1 13-113,-15-2 158,-4 5 459,-10 2 101,-2-10 0,-3 1-45,3-7 0,-2-1 0,-3 4 0,0-1 180,-2 2 167,2-6-179,6-5-45,4-4-179,3-2-56,5-1 56,7-2 0,10 0-885,10-3-628,-11-2 0,1 0 1513,2-1 0,0 0 0,4-2 0,-4 0 0</inkml:trace>
  <inkml:trace contextRef="#ctx0" brushRef="#br0" timeOffset="54998">6114 3623 14283,'22'-18'-45,"0"3"-3232,-4 15 759,0 0 2328,-1 1 1296,-2 3-1307,-5 3 891,-3 4-746,-5 3 56,-1 3 0,-1 1 3276,-6 9-2845,1-4-409,-3-1-22,5-5-45,2-7 45,4 1 23,4 1-57,16 6-325,7 0 101,1 0 102,-3-5 55,-15-5 45,-4-1-79,-4-1 707,-4 2 638,-16 2-505,-2-1-77,-13 0-224,3-3-214,-1-1-112,0-2-44,3-1-34,2-1-2017,4-1 2017,13-5 0,-1 3 0,10-3 0</inkml:trace>
  <inkml:trace contextRef="#ctx0" brushRef="#br0" timeOffset="55615">7192 3531 15045,'6'24'37,"0"1"0,0-2 1,1-3-161,10 0-192,2-6-65,3-4-35,3-5 163,-5-4 0,0-3 252,11-5-316,-11 1 0,0-1 484,5-11 280,-4 0 291,-3-1-88,-4 2 66,-5 1-101,-3 4-22,-2 2 594,-2 3-254,-1 3-721,-1 1-515,0 3 302,0 11 0,-1 3-79,-1 14-246,-1 3-112,1-13 0,0 1-265,-1 1 0,0 1-156,0 1 1,-1 0-782,1-1 1,0 1 1152,0-1 1,1-1 0,0 2 0,0-6 0</inkml:trace>
  <inkml:trace contextRef="#ctx0" brushRef="#br0" timeOffset="56324">5382 2747 12154,'0'-3'3276,"0"0"-3067,0 3 1684,75 187-1886,-64-155 1,-3-3-1,2 6-305,-3-10 0,1 5 0,1 3 0,1 3 0,1 2 0,-1 1 0,0-1 0,-1-2 1,0-1-1,-2-4 0,-1-5-279,0 7 0,-2-5 0,-1-1 0,1 3 377,0 0 0,0 5 1,0 1-1,0-1 1,-1-4-1,0-6-818,-1-2 0,1-5-1593,2 8 2611,-2-14 0,0-6 0,-1-5 0</inkml:trace>
  <inkml:trace contextRef="#ctx0" brushRef="#br0" timeOffset="56939">5435 2710 11362,'23'-13'80,"0"-1"1,0 0 0,1 0-1,1 1 1,0 2-64,9-1 0,2 2-827,-8 1 1,2 1-1,1-1 810,4-1 0,2 0 0,0 0-201,-7 2 0,1 0 1,1 0-1,0-1 170,2 1 0,1 0 1,0-1-1,1 1-39,-1 0 0,1 0 0,0 0 0,3 0 41,-7 1 1,3 0 0,1 1 0,0-1 0,-1 1 0,-2 0-126,0 0 1,-3 1 0,0 0 0,1 1-1,0-1 150,1 0 0,1 0 1,0 0-1,0 1 1,-1-1-1,-2 1-8,2 1 1,-3 0 0,0 0 0,2 0-5,-1 1 0,2 0 1,0 1-1,0-1 1,-3 1 3,8-1 1,-1 0 0,0 1 11,-3 0 0,1 0 0,0 0 0,-3 1-83,7-1 1,-3 2 54,-2-1 0,0 2 39,4 1 0,-1 1-11,-12-2 0,-2 2-51,5 1 1,-4 1 1014,-2 0-1054,-7 1 1612,-4 1-1343,-3 1 2724,1 2-1536,9 13-1205,-5-7 1,1 1-23,0 1 1,2 2 8,-1 1 0,1 3 1,-1-2-807,0 3 1,1 0 734,-3-1 0,1 1 1,1 1 55,0 5 1,0 1-1,0 1-5,-4-7 0,1 2 0,-1-1 0,-1 1-79,2 0 1,-1-1-1,0 1 1,0 0-26,-2-1 0,0 1 0,-1-1 0,0-2 12,0 1 1,-2-1-1,1 0-482,-1 0 1,0 0 0,0 1 444,0-1 0,-1 1 0,1-1 0,0 0 0,-1 0 0,1 0-19,-1 0 0,0-1 1,0 0-335,2 11 0,0 0-650,-1-3 0,0-1 876,-1 4 0,0-2 0,0 0 0,-1 0 0</inkml:trace>
  <inkml:trace contextRef="#ctx0" brushRef="#br0" timeOffset="57351">5619 4054 11336,'30'-1'302,"-1"-1"1,1 1-1,3-1 1,0 0-1,0 0-93,0 0 1,0-1-1,1 0-1029,-6 1 1,2 0 0,0 1 0,0-1 719,2 0 1,1 0 0,1 0-1,-1 1-198,1-1 0,1 1 0,0 0 0,-1-1 373,2 1 1,-1-1 0,1 1-1,0 0-53,-1-1 1,-1 1-1,1 0 1,0 0-218,-1-1 1,1 1-1,-1-1 1,1 0 210,-2 0 1,1 0 0,-1 0 0,0 0-17,0-1 0,1 0 0,-1 0 0,0 0-31,0 0 0,-1-1 1,1 0-1,-1 0-168,0 0 0,-1 0 1,0-1-1,0 0-621,0 0 1,-1 0 0,0-1 0,-1 0 794,9-3 1,-1 0 0,-4 1 0,-1 0 0,-4 0-1,-6 1 1,-1 0 0</inkml:trace>
  <inkml:trace contextRef="#ctx0" brushRef="#br0" timeOffset="58317">5376 1361 15493,'14'26'153,"-1"1"0,0-1 0,0 1 0,1 3 0,-1-1 0,0 1-138,1 4 0,0 2 1,-1-2-1109,-5-5 1,0 0 0,-2 0 675,1 1 0,-2 0 0,0 0 409,0 0 1,0-1-1,-1 2-600,3 3 0,-1 2 0,1-3-31,0 2 0,0-2-371,3 4 1,0-5-2268,2-8 3121,-1-11 1,-6-8-1,-1-5 1</inkml:trace>
  <inkml:trace contextRef="#ctx0" brushRef="#br0" timeOffset="58888">5347 1307 12176,'32'-17'325,"1"-1"0,-10 7 0,1-1 0,0 2-277,1 2 1,-1 1 0,2 0-1142,4-2 1,1 0 0,1 0 697,-5 1 0,2 1 1,-1-1-1,1 0 406,3-1 0,1 0 1,0-1-1,0 1-11,-4 1 0,1 0 0,-1 0 0,1 0 0,0 0-302,2-1 0,0 1 0,0-1 0,0 1 0,1-1 290,0 1 1,0-1 0,0 1 0,0-1 0,0 1 6,0 1 1,0-1-1,1 1 1,-1 0 0,0-1-42,-1 2 1,-1-1 0,0 0-1,1 0 1,2 1 41,0-1 0,1 1 1,2 0-1,-1 0 0,-1 0 1,-1 0-211,-3 1 1,-1 0 0,-1 0 0,1 0 0,0 0 213,6 0 0,1-1 0,0 0 0,-2 1 0,-3 0 0,2 0 0,-3 1 0,-1 0 257,8-1 0,-2 1-218,-8 0 0,-1 1 1033,-6 2 1,-2-1-278,3 1 987,-6 0-1681,-9 3 2563,0 4-2451,1 5 1562,1 9-1630,2 9-61,-4-10 0,-1 2-381,2 4 0,1 1 426,1 5 0,2 2-935,-3-9 1,0 1-1,1 0 824,0 2 1,1 1 0,0 0-1,0 0 1,0 1 0,1 0-387,-1-1 1,1 1 0,-1 0 367,0-1 0,0 0 0,-1-1 0,1 0 0,0-1 0,0 0 7,-1-2 1,0 0-1,1 0-314,5 9 1,0 0 289,-1-3 0,-1-1-123,0-1 0,-1 0-600,-2-3 1,-1 0-900,-3-1 1,-1-1 1590,-2-3 1,-2-1 0,-1 2 0,-1-7 0</inkml:trace>
  <inkml:trace contextRef="#ctx0" brushRef="#br0" timeOffset="59353">5484 2262 11437,'29'-1'324,"-1"0"1,0 0 0,2-1 0,0 0 0,1 0-280,0-1 0,0 0 0,1 0-865,-4 0 1,0-1 0,1 0 0,1 0 549,3 0 0,0-1 1,2 1-1,-1-1 317,-3 1 0,-1-1 0,1 1 0,1 0 1,-1-1 37,2 1 0,0-1 0,0 1 1,1-1-1,3 0 7,-7 1 0,2 0 1,1-1-1,1 1 1,1-1-1,-2 1 1,0 0-1,-1 0-244,2-1 0,-1 1 0,-1-1 1,1 1-1,-1 0 0,3-1 164,0 1 1,2-1 0,0 0 0,1 1 0,-1-1 0,-2 1 0,-2 0-58,0-1 1,-1 1 0,-3 0 0,0 1 0,0-1 77,5-1 1,-1 1 0,-1-1-1,-1 1-166,5-2 1,0 1 0,-3-1 162,-6 1 0,-1 0 0,-1 0 628,4-1 0,-3 0-412,9-5 1602,-19 2-1848,-28 4 0,7 1 0,-16 4 0</inkml:trace>
  <inkml:trace contextRef="#ctx0" brushRef="#br0" timeOffset="61599">5767 1308 15224,'-3'-2'-22,"1"5"44,4 4 34,3 5-22,4 1-34,3 2 67,8 5-22,2 1-23,1-2-22,-2-3 0,-10-6 0,2 0-11,-5-3 0,0 0-68,-6-3 46,-1 0 33,0-1 78,-2 1-22,-4 0 11,-1 1-44,-5-1-23,0 1-112,-3-1-460,-1 1-436,-2-2-2269,-7-1 3104,8-3 1,0 0-1,12-2 1</inkml:trace>
  <inkml:trace contextRef="#ctx0" brushRef="#br0" timeOffset="61788">5814 1252 13277,'31'-13'1,"0"-1"0,-4 5 0,4-2 0,-1 2 0,-5 1 0,-5 3 0,-2 0 0,7-1 0,-1 0 0,1 0 0</inkml:trace>
  <inkml:trace contextRef="#ctx0" brushRef="#br0" timeOffset="62488">7076 932 15314,'-26'16'295,"0"-1"0,1 0 0,4 1-150,2 9-134,2 1-11,6 2-11,5-1 0,4-1-67,6 11-146,3-11-112,6 6-236,2-17-22,1-3 415,1-7 302,6-7-11,-4-4 202,3-6 168,-9-2-112,-3-1 178,-4 1-189,-2 1-23,-3 2-190,-1 0-146,-6 2-45,-5 1-762,-9 3 807,-2 3 0,0 1 0,3 1 0,-14 0 0</inkml:trace>
  <inkml:trace contextRef="#ctx0" brushRef="#br0" timeOffset="64048">6070 1870 11930,'-4'0'1670,"1"0"-1514,3 0-111,13-6 0,14 1-56,-6 0 0,1 1-1,2 1 1,1 0-45,-4 2 0,0 0-11,6 3 67,-9 4 45,-8 4 33,0 16 12,-2 8-79,-1 2-11,-2 0-11,-1-13-101,1-2-1143,3-2-728,3-4 1983,6-4 0,-8-6 0,0-2 0</inkml:trace>
  <inkml:trace contextRef="#ctx0" brushRef="#br0" timeOffset="64670">7206 1626 15527,'-22'2'119,"0"1"0,1-1 1,4 2-120,5 6-34,1 0-145,5 3 123,2 1-179,6 8 145,6-5-212,5 5-236,4-7-22,0-2-225,-1-1 57,-1 0 100,-2-1-481,-1 5 1009,-7-2 32,0 2 68,-5-5 68,-2-3 301,-3-1 303,-2-2-22,-2-1 975,-5-2-235,-2-2-774,0-5-247,4 0-246,6-7 102,4-1-214,1-3-22,5-4-158,7-3-1383,4 4 1,3-1 1551,5-1 0,1 1 0,-7 3 0,0 2 0,-2 4 0,1 0 0</inkml:trace>
  <inkml:trace contextRef="#ctx0" brushRef="#br0" timeOffset="65415">7954 1865 10013,'0'-5'1872,"0"1"-1732,2 18 0,1 9-1743,1 7 2588,0 2 1,0 4-599,-2-8 0,1 1 33,-1 5 0,0 2-666,0-10 0,0 0 1,0 2 330,0 1 1,0 2 0,1-1-30,-1 2 0,1 0 0,-1 0-15,0 1 0,1 1 1,-1 0-13,0 0 1,-1 1 0,1-1 29,-1-1 1,0 1 0,1-1 22,-1 0 0,0 0 1,0 2-64,1-2 1,0 2 0,0 1 0,-1-3-13,2 3 1,-1-1-1,0 1-214,0-4 1,0 3 0,1-1 0,-1-3 209,1 0 1,-1-3 0,1 0-8,-1-1 0,1-1 1,0-1-390,1 10 1,1-2 285,0-3 1,0-2 69,0-3 1,1-2-1603,1 1 1,-1-2 1272,3 5 0,-1-6 1,-5-16-1</inkml:trace>
  <inkml:trace contextRef="#ctx0" brushRef="#br0" timeOffset="66322">5571 2339 10451,'10'30'242,"-1"1"1,1 1 0,0-1-193,-2-1 1,0 0-1690,1 6 1,-1 1 1456,-2-10 0,-1 1 0,0 1 480,0 2 1,0 1 0,-1 1-135,0 1 1,-1 1-1,1 0-101,-1 1 1,0 0 0,0 0-16,0 1 1,0-1 0,1 1-27,-1-2 1,-1 1-1,1-1 0,1-1 1,-1-1-1,0 1 83,0-3 1,0 0 0,0 1-28,-1-3 0,1 1 1,0 0-1,0 0 11,0 8 1,1-1 0,-1-1-87,0-1 1,0 0 0,0-2-4,0-6 0,-1 0 0,0-4 0,2 13 711,-1-9-991,0-9-201,-2-8 167,0-5 181,1-7-2153,-1-6 2540,1-6 0,-1 4 0,0 1 0</inkml:trace>
  <inkml:trace contextRef="#ctx0" brushRef="#br0" timeOffset="67050">5408 1468 10630,'-3'-1'1120,"0"1"-694,3 0 179,-16 35-380,9-4-99,2-1 1,-2 5 0,2-1-818,4 1 1,2 2 715,1-4 0,1 3 1,1 3-1,-1-2-14,0-2 0,0-1 1,0 0-1,0 2-180,1-2 0,-1 2 0,1 0 0,0 0 0,-1 0 173,0-1 1,1 0-1,-1 0 1,0-1-1,0-2-325,0 1 0,0-2 0,-1-1 0,1-1 321,2 6 0,-1-1 0,1-3 0,0-1 0,0-2-171,0-3 1,0-1-122,0-3 1,1-2-1348,2 0 1,1-3 1212,7 3 1,-2-5-1,-7-13 1</inkml:trace>
  <inkml:trace contextRef="#ctx0" brushRef="#br0" timeOffset="68285">7513 943 11493,'-2'25'444,"0"0"1,2 3-1,1-1-271,1 0 1,2 1-669,0 2 1,2 3 587,-1-1 1,1 2 0,0 0-76,-1 3 1,0 0 0,0 0-683,-2-9 0,1 1 0,0-1 0,-1-1 742,1 9 1,-1 0-1,-1-3 73,0 3 0,-1-1-98,0 1 1,0-1 36,-1-1 0,1 1 29,-1-5 1,0 2 0,0-3-64,0 4 0,0-1-30,0-6 0,0 1 0,0-3 13,0-2 1,0-2 60,1 17-32,0-4 11,1-5-79,0-4 439,0-4-383,1-8 2216,-2-3-2182,0-7 1536,-1-2-1648,2 3 117,-2 3-61,3 1-34,-3 1 0,1-4-11,-1-1 22,1-1 0,-1-1-11,1 1-11,0 2 11,0 0-11,1 2-57,-1 0-44,1 0-156,-1-1-12,1 0-90,0 0-2331,2-1 1726,-1-1 135,2-1-101,-2 1-1121,1 0 2062,-1 1 0,-1-2 0,-1 0 0</inkml:trace>
  <inkml:trace contextRef="#ctx0" brushRef="#br0" timeOffset="69036">7627 1928 12568,'14'24'422,"0"-1"0,0 0 1,0-1-345,-2-5 1,-1-1-547,6 5 0,0 0 479,-5-6 0,1-1 0,2 3 1,0-1 385,3-1-386,-3-3 169,-2-4-168,-4-2 32,-3-3 708,-3-2 1253,-2 0-1994,-1-3-11,-1-2-11,-1-3-214,-2 0-55,0 1-403,-2 1-1760,-1 0-834,0 0 2594,-3-1 1,5 2 0,0 1 0</inkml:trace>
  <inkml:trace contextRef="#ctx0" brushRef="#br0" timeOffset="69800">7694 1999 10709,'-3'0'985,"0"0"-279,3 0-571,-25 26-23,17-14-79,-6 4 1,2-1 67,11-7-56,0-4 22,4-2 358,9-1-166,1-5-35,7-1-11,-4-4 212,0-2-179,-3 4-335,-1 1 89,-5 9 0,1 5-314,0 7-2196,0 5 2510,0 3 0,-3-10 0,-2-2 0</inkml:trace>
  <inkml:trace contextRef="#ctx0" brushRef="#br0" timeOffset="71416">7675 3863 11885,'28'-8'285,"0"1"1,1-1 0,1 0 0,-1 0-286,3-2 0,1-1-722,-4 3 1,2-1 0,0-1-372,0 0 1,-1-1 0,-1 0 952,5-1 1,-2 0 0,-1 0 0,-3 0-1,-5 2 1</inkml:trace>
  <inkml:trace contextRef="#ctx0" brushRef="#br0" timeOffset="71772">8101 3154 10877,'-4'27'351,"1"0"0,-1 1 1,2-1-313,2-3 0,0 0-1149,0 3 1,0 1 1109,0 2 0,0 2-101,0 2 0,0 2-116,0-11 1,0 0-1,0 1-187,0 0 1,0 0 0,0 0 403,0 0 0,1 0 0,-1-2 0,0-2 0,0-2 0,1 12 0</inkml:trace>
  <inkml:trace contextRef="#ctx0" brushRef="#br0" timeOffset="78683">6829 11429 13420,'-3'26'666,"1"0"1,3 8-319,9-16-1,6-16-100,5-1-135,6-5 11,6-4-721,-13 1 1,0-1 597,3-3 0,1 0-53,0-1 1,3-2 0,0 1-1041,3-2 1,1 0 0,0-1 623,-1 1 1,1 0 0,-2 0 0,4-1 0,-5 2 0,-4 3 0</inkml:trace>
  <inkml:trace contextRef="#ctx0" brushRef="#br0" timeOffset="80371">6933 12768 9509,'2'4'1020,"0"0"-572,-2-4-280,35 23 258,-17-17-213,6 7 0,1-3-708,0-14 786,3-3-134,4-6-107,-14 5 1,-1-1-51,2-1 0,1 0 0,0-1 0,1 0-96,0-1 1,1 0-729,1-1 1,0 0 823,0-1 0,-1 1 0,3-2 0,-5 3 0</inkml:trace>
  <inkml:trace contextRef="#ctx0" brushRef="#br0" timeOffset="87833">10294 11101 17006,'33'-14'89,"-14"7"1,0 2-90,4 4 0,1 0-665,2 1 1,1-1 669,2 1 1,1 0-1135,4 1 1,0 0 1057,-9 0 0,1 0 0,0-1-183,2 2 0,0-1 0,3 1-566,3-1 1,1 0 0,3 0 0,-1 0 163,-5 0 1,1 0-1,0 0 1,0 0 0,-1-1 535,2 1 1,0 0 0,-1-1 0,0 1 0,-2-1 0,8 1 0,-2 0 0,-5-1 0,-9 0 0,0 0 0</inkml:trace>
  <inkml:trace contextRef="#ctx0" brushRef="#br0" timeOffset="88234">12807 11058 11257,'28'-4'48,"0"0"1,1-1 0,2 1-34,0 1 0,2 0 0,0 0-1108,-5 1 1,-1-1 0,2 1 1085,0 0 1,1-1 0,1 1 0,-2 0-329,1 0 0,0 0 0,-1 0 335,1 1 0,-1-1 0,0 1-53,0-1 1,-2 1 0,1 0-218,-3 0 1,1 0-1,-1 1-728,8-1 1,0 0 997,-4 0 0,-2 1 0,3-1 0,-10 0 0</inkml:trace>
  <inkml:trace contextRef="#ctx0" brushRef="#br0" timeOffset="89100">15525 13494 15220,'29'-3'94,"1"-1"0,0 1 0,0 0 0,1 1 1,-1 0-88,-2 0 0,-1 2 1,1-1-1101,4 1 1,0 0 0,1 0 921,1-1 0,1 1 1,3 0-256,-6-1 0,2 1 0,1 0 0,1 1 1,1-1-122,-4 1 1,0 0 0,2 0 0,-1 0 0,1 1 0,-1-1 358,1 0 1,1-1-1,-1 1 1,0-1-1,-1 1 1,-1 0-1,5 1 1,-1 0-1,-2 0 1,-4-1-1,1 1 1,0-1 0</inkml:trace>
  <inkml:trace contextRef="#ctx0" brushRef="#br0" timeOffset="89565">18143 13478 14518,'35'-4'-102,"-1"1"0,-1 1 0,1 0 0,-5 1 0,-9 0 0,-1 1 0,9 0 0,-1 0 0</inkml:trace>
  <inkml:trace contextRef="#ctx0" brushRef="#br0" timeOffset="89938">19166 13470 12725,'27'-6'-654,"0"0"1,1 0 0,-2 2-238,-4 2 0,-1 0 690,4 1 0,-1 0 0,4 0 0,-4 1 0</inkml:trace>
  <inkml:trace contextRef="#ctx0" brushRef="#br0" timeOffset="90182">20158 13539 16547,'34'-13'-820,"0"0"1,-6 5 0,2-1 0,-2 3 605,-1 2 0,-2 2 0,0-1 0,-3 1 1,2 0-1</inkml:trace>
  <inkml:trace contextRef="#ctx0" brushRef="#br0" timeOffset="91648">18193 12287 11369,'0'-4'1334,"0"0"-538,0 4-763,18-11-33,-7 11-33,15-4 33,-14 15 45,-2 12 22,-5-4-56,-1 6 34,-4-8-34,-4 0 11,1-3-10,-7 1 32,5-6-111,-1-2-67,5-5 89,10-11 34,1 0-12,10-9 6,-7 5 1,1-1 5,6-6 11,4-8 22,-11 11 23,-4 3 168,-3 3 156,-3 4-22,-2 4-336,0 2 68,-1 7-46,-3 3-33,0 9 34,-3 2 0,1 0-34,2-1-45,1-2-45,1-3-291,4-3-515,5-3-392,6-3-606,7-2 1894,5-2 0,-10-1 0,-3 0 0</inkml:trace>
  <inkml:trace contextRef="#ctx0" brushRef="#br0" timeOffset="93832">19058 12248 9879,'0'-6'1412,"0"1"-863,0 5-381,-3 8-56,0 6-78,-1 2-12,2 4-10,2-8-24,0-1 12,4-2-22,0-3 22,4-2 179,8-3-89,-2-7 123,6-2 268,-4-7 13,-1-3-113,-1 0-12,-1 1-11,-3 3 13,1 1-360,-6 6-11,0 2-179,-4 4 179,2 5 0,0 5 22,2 23-39,-3-9 1,-1 3-192,-2 9 0,-3 1-376,1-5 0,-2 0 517,-2-2 0,-2-2 56,-4 6-143,2-8 98,4-8 56,1-8 22,5-5 706,-2-2-234,1-2 1048,-3-3-1106,0-3 96,-1-4-342,1-4-89,-1 0-101,2-2-23,2 1-55,1 1-1367,24-6-965,5 4 771,-2 5 1,3 0 982,0 2 1,-1 1-1,6-2 1,-5 2 0</inkml:trace>
  <inkml:trace contextRef="#ctx0" brushRef="#br0" timeOffset="94939">19997 12180 12232,'0'-4'1592,"0"0"-1380,0 4-189,27-13-23,-14 8 16,5-2 1,0 1-17,-4 5 0,-2 1-89,2 5 55,-5 2 34,-1 5-22,-6 4 22,-2 2-11,-4 1 11,0 3 0,-5 0-23,3 0-134,1-3-504,3 7-22,3-8 66,4 6-391,4-7 111,3 0-156,2 0 594,-2-1 459,-3-1-112,-3-1 112,-2-3 0,-3-2 324,0-4 719,-1-2 10,0-1-224,0-2-313,-2 2 44,-3-2 190,-5 1-155,-3-1-13,-1 1-122,0-1-102,0 0 124,3-1-34,1-2-381,6-1-67,1-4-34,6-2-190,8-2-1311,8 0 0,5 1-104,-3 2 1,2-1 982,12-4 1,-2 1-1,-3 2 1,-5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7:59:36.67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7294 4770 11919,'36'1'302,"0"-1"1,-1 1-1,2 0 1,0 0 0,-1-2-1394,-4 0 1,1-2 0,0 0 1104,-5 1 0,2-1 0,0 1 0,0-2-311,4 0 1,0-1 0,2 0 0,-1 0 269,-4 1 0,0 0 0,0 0 0,1-1 0,0 1-359,0 0 0,1 0 0,0-1 0,1 1 0,2 0 386,-3 1 0,3-1 0,2 1 0,0-1 0,-2 1 0,-1 0 0,-5 0 0,2 0 0,-4 0 0,-1 1 0,2-1 0,1 1 0,1 0 0,-1 0 0,0-1 0,0 1 0</inkml:trace>
  <inkml:trace contextRef="#ctx0" brushRef="#br0" timeOffset="305">10367 4543 14059,'26'-4'147,"0"-1"1,0 0 0,1 1 0,2 0 0,-1 1-111,-1 0 1,1 1 0,1 0-1131,4 0 1,2 1 0,0-1 482,-6 0 0,1 0 0,0 0 0,1 0 472,1 0 1,2 0 0,-1 0 0,1 0-428,0 1 0,0-1 0,2 0 0,1 0 565,-4 1 0,2-1 0,2 1 0,-2 0 0,-1 0 0,-4 0 0,5 0 0,-5 0 0,1 0 0,0 0 0,0 1 0,1-1 0,-1 0 0</inkml:trace>
  <inkml:trace contextRef="#ctx0" brushRef="#br0" timeOffset="534">12887 4579 11574,'34'1'437,"1"-1"0,-1 1 0,0-1 0,-4 1 0,-2-1 0,0 0 0,2 1-379,4-1 1,2 0 0,-1 0 0,0 0-879,-4-1 1,-2 1 0,1 0 0,0 0 506,3-1 0,0 1 1,1-1-1,0 0 279,1 0 1,2 0-1,-1 0 1,1 0-57,-7 0 0,1 0 1,0 0-1,-1-1 1,1 1-176,1 0 1,-1 0-1,0 0 1,1 0-1,-1 0-166,1 0 1,-1 0 0,1 0 0,-1 0 0,0 0-68,1 0 1,-1 1-1,0-1 1,0 0-1,0 1 498,0-1 0,1 0 0,0 0 0,-2 0 0,-2 0 0,2 1 0,-2 0 0,-2-1 0,8 0 0,-1 0 0</inkml:trace>
  <inkml:trace contextRef="#ctx0" brushRef="#br0" timeOffset="5902">9378 7132 15056,'29'-2'-469,"1"0"1,-1 0 0,1 1 0,-1-1 0,0 0 0,-1 0 0,-1 1 58,1 1 0,-2-1 1,-3 1-1,1 0 1,-3 0-1,-2-1 0,1 1 1</inkml:trace>
  <inkml:trace contextRef="#ctx0" brushRef="#br0" timeOffset="6134">10497 7099 15672,'29'-3'-1093,"0"0"1,1-1 0,0 1 851,-2-2 0,-2 1 0,5-1 0,-3 1 0</inkml:trace>
  <inkml:trace contextRef="#ctx0" brushRef="#br0" timeOffset="11005">19299 2790 15650,'20'-16'288,"0"0"1,0 0-1,4-4 1,0 5-295,3 8 1,0 4-23,-7 1 0,-1 4-286,7 9 0,-2 3 73,-8-2 0,-2 3-358,-1 8 1,-3 5 0,-4-1 598,-6 2 0,-4 1 7,-1-2 1,0 2 0,-3-2 14,-7 5 0,-2-2-492,-1 0 0,0-1 554,0-4 0,1 0 28,2-4 0,1 0 33,1-2 1,2-1 0,-1 7 0,14-6-12,13-13-66,15-5-35,-10-2 1,0 0 268,3-2 0,2-1-448,-1-1 0,1-1 0,0 0-167,4-3 0,0 0-360,-5 0 1,2 0 0,-3 0-757,2-1 0,-2-2 1429,0 0 0,-1 0 0,2-1 0,-6 0 0</inkml:trace>
  <inkml:trace contextRef="#ctx0" brushRef="#br0" timeOffset="11202">19938 2986 16871,'7'19'190,"0"1"1,6 11-169,6-8 1,3-1-353,-6-6 0,1-1 308,0-1 0,1-1-190,-2-1 0,2-1-1427,7-2 1,1-2 1302,-7-2 1,0-1 0,16 0 0,-21-4 0</inkml:trace>
  <inkml:trace contextRef="#ctx0" brushRef="#br0" timeOffset="11371">20252 3048 13824,'-25'-2'746,"1"0"1,1 2 0,2 1-579,-7 9-146,11 3 1,1 3-23,3 4 0,1 3-751,-1 6 0,2 1-888,5-6 1,1-1 1407,3-3 1,1-2 0,1-6 0,0-5 0</inkml:trace>
  <inkml:trace contextRef="#ctx0" brushRef="#br0" timeOffset="11768">20593 2869 16109,'9'-17'857,"0"-1"0,8-10-857,-6 20-45,0 2 1,2 4-57,4 1-224,11 14 79,-4 1 117,-8 0 0,-1 2-151,4 14-23,-11-5 1,-3 2 302,-7 1 0,-4 1 78,-5 5 0,-4-2-72,1-7 0,-2-4 139,0-5 1,0-2 190,3 0-291,7-4 89,4-1-44,8-2 22,17 0-146,-2-5 1,1 0-472,1-1 1,1 0-1005,4-2 0,1-3-130,-6 1 1,-1-1 1399,3-2 0,-2-1 0,4 0 1,-5 1-1</inkml:trace>
  <inkml:trace contextRef="#ctx0" brushRef="#br0" timeOffset="11966">21203 2942 15437,'-5'-3'2577,"1"1"-2656,4 2 102,1 10-147,17 9-817,-5-4 0,3 0-698,10 1 1,2-2 1318,-4-3 1,-1-2 0,11 1-1,-17-9 1</inkml:trace>
  <inkml:trace contextRef="#ctx0" brushRef="#br0" timeOffset="12137">21398 2957 15381,'-22'-4'526,"0"0"1,-2 3 0,2 4-460,-5 22-90,10-4 1,0 2-258,3 0 0,2 0-944,1 2 1,1-2-1926,2 8 3185,4-5 0,3-12 0,1-6 0</inkml:trace>
  <inkml:trace contextRef="#ctx0" brushRef="#br0" timeOffset="12518">21839 2795 18910,'32'-9'-385,"-1"1"1,1 6-1,-1 6 71,-8 5 1,-2 5-186,-1 3 0,-5 2-654,-3 13 99,-12-6 1,-6 0 862,-9 2 1,-4-1-152,3 0 1,-2-2 783,-5-4 1,1-3 834,-1-3 27,10-7-385,6-4-381,5-3-281,5 0 494,28-2-706,1-3 0,4-1-154,-11 2 1,0 1 0,2 0-682,6-3 1,2 0 0,-2 0-304,-5 2 1,-2 0 0,1 1 1053,3-1 1,0 1-1,-3 0 1,-1 0-1,-2 1 1,-3 0-1,0 0 1</inkml:trace>
  <inkml:trace contextRef="#ctx0" brushRef="#br0" timeOffset="15000">18651 3663 12109,'-5'-4'2286,"1"2"-1770,4 2-192,-31 12-190,18 4 1,0 5-124,-3-1 0,-2 2 1,3 1-851,1 10 0,4 0 822,2 3 1,2-2-7,4-12 1,3-1 22,2-2 0,2-1 154,7 11-266,11-9 458,6-9-301,-5-11 0,2-4 207,0-7 0,-1-3 118,1 1 0,-3-3-201,-3-3 1,-4-3 413,-3-11 265,-8 9 0,-3-2-809,-7-2 1,-2 0-164,-4-5 1,-2 0-902,-3 7 0,-2 4 11,4 6 0,0 4-2263,-5 10 3212,12 15 1,3-3 0,2 2-1</inkml:trace>
  <inkml:trace contextRef="#ctx0" brushRef="#br0" timeOffset="15352">19099 4009 14171,'-1'3'941,"0"-1"-683,-16 25-225,8-10-33,-2 3 0,-1 2-818,4-2 1,1 0 817,2-2 0,0 0 0,-5 12 0,7-12 0</inkml:trace>
  <inkml:trace contextRef="#ctx0" brushRef="#br0" timeOffset="15752">19351 3779 14168,'24'-17'291,"0"0"0,-2 2 0,-4 2 1117,-6 4 273,-3 1-513,-5 5-1079,-2 1 9,-2 2-333,0 4 257,-2 19 34,-2 4-56,1-5 0,-1 3-419,-3 8 1,-1 1-25,3-8 1,0 0-348,-3 7 0,2 0-849,3-7 1,1-2 818,2 8 1,1-5 0,1-20 0</inkml:trace>
  <inkml:trace contextRef="#ctx0" brushRef="#br0" timeOffset="16651">20512 3512 15347,'-22'25'65,"1"1"0,0-1 0,3 1 0,3 1 0,2 0-76,3 8 0,5 0-278,3-4 1,5-3 232,7 1 56,6-9 245,8-10-88,-5-12 0,1-5 364,0-6 0,0-4-224,0 0 0,-2-1-375,-2-6 0,-3-1 369,-7 6 0,-2 0-112,0-9 1,-3 0-192,-4 2 1,-3 1-213,1 1 0,-2 2-986,-11-3 47,4 29-630,5 14-1484,1 14 3071,6-13 1,0 0 0,-1 4 0,3-5 0</inkml:trace>
  <inkml:trace contextRef="#ctx0" brushRef="#br0" timeOffset="16819">20768 3835 13801,'-16'31'-15,"1"-1"0,-2 5 0,2-4-3262,2-5 3163,1 6 1,9-22-1,2-4 1</inkml:trace>
  <inkml:trace contextRef="#ctx0" brushRef="#br0" timeOffset="17167">20943 3622 16019,'15'-23'399,"0"-1"1,-3 4 0,-1 5-64,-4 8-336,-4 5-145,-3 2 111,0 6 23,0 5 11,2 10-62,-1 1 1,-1 2-892,1 4 1,0 1-320,-2 0 0,-1-1-367,0 1 1,-1-3 1518,-6 6 1,5-14 0,0-6 0</inkml:trace>
  <inkml:trace contextRef="#ctx0" brushRef="#br0" timeOffset="17350">20914 3903 18395,'-4'-6'90,"9"0"-90,22-1-359,6 1-1280,-2 2 1,1-1-1,-6 2 1,0 0 982,13-2 1,-3 2-1,-6 0 1,-4 1 0</inkml:trace>
  <inkml:trace contextRef="#ctx0" brushRef="#br0" timeOffset="17904">21978 3484 15795,'-22'17'104,"-1"0"1,1 9 0,5 2-128,11-2 1,4 0 27,1 1 1,3-2 16,3-5 1,4-3-23,14-3 45,5-7-23,3-4 202,-9-8 1,1-3 565,-4-3 0,-1-1-569,1-2 0,-2-1 98,-6-2 1,-3 0 117,-3-9-45,-8-10-392,-5 12 37,-8-3-581,-3 21 1,-1 5-836,-14 10-222,8-1 1,2 4-39,6 5 1,2 2 1448,1 1 1,2-1 0,-1 5 0,6-6 0</inkml:trace>
  <inkml:trace contextRef="#ctx0" brushRef="#br0" timeOffset="18119">22343 3687 18238,'-13'27'7,"0"0"1,1 0 0,-2-1-698,-3 3 1,-1-1 536,3 0 0,1-2 0,-1-3 0,3-2 0,-1 5 0</inkml:trace>
  <inkml:trace contextRef="#ctx0" brushRef="#br0" timeOffset="18468">22597 3485 17442,'5'-34'931,"2"4"-405,0 24-369,0 2-146,-5 3-11,-1 1-123,1 1 112,1 6-34,2 17 39,-3-4 1,-1 2-7,-1 10 1,-1 2-202,-2-4 1,0-1-473,-3 2 0,0-3 40,0-8 1,0-2-1428,-5 16-1205,1-6 3194,2-5 0,4-11 1,2-5-1</inkml:trace>
  <inkml:trace contextRef="#ctx0" brushRef="#br0" timeOffset="18650">22510 3826 18283,'24'-4'-415,"1"1"1,0-1-1,1 1 1,1 0-679,-2 0 1,1 0 0,0 1 623,0-1 1,0 1 0,-2 0 0,2-1 0,-5 1 0,-6 2 0</inkml:trace>
  <inkml:trace contextRef="#ctx0" brushRef="#br0" timeOffset="19417">19332 4195 12804,'37'-2'-597,"1"-1"1,-1 0 0,-6 1 0,-1 1 0,-2-1 596,11-2 0,-5 0 0,-4 2 0,-8 1 0</inkml:trace>
  <inkml:trace contextRef="#ctx0" brushRef="#br0" timeOffset="19937">19050 4666 14663,'34'-13'500,"0"0"1,-4 0 0,-4 6-535,-10 14-55,-3 17-147,-8-6 1,-2 2-129,0-1 0,-1 1-219,-2 17-347,-1-17-874,0-3 448,4-9 1166,13-18 257,-3-3 0,0-2 577,4-8 1,1-1-175,-4 3 1,0 1 129,-3 1 0,-2 1 631,-1-3 697,-4 2-1088,-2 10-840,-3 1-33,-1 14 33,-1 4 33,-2 12-33,2 5-263,1-4 0,3 1-606,11 0 1,4 0-244,0-1 0,4-2 19,2-7 1,2-4 0,2-1 738,1-4 0,1-2 1,-3 0-1,-1 0 0,-1-1 1,-1-2-1,-1 1 0</inkml:trace>
  <inkml:trace contextRef="#ctx0" brushRef="#br0" timeOffset="20636">20749 4549 14742,'-5'20'174,"0"1"0,-4 14-129,15-18 134,6-4 0,10-6 84,1-6 0,1-2-44,-5-2 0,0-1-196,8-3 0,-1-1 167,-9 0 1,-1-2 111,13-9-27,-3 1-174,1 0-258,-7 9 56,-1 5-33,-5 15 22,-4 10 67,-1 12-178,-6-12 0,-2 1 148,0 2 0,-2 3 1,-1 0-252,-3 1 0,-1 0 0,-1 0 326,1-1 0,1 0 0,-2-1 28,-5 7 0,-2-6 55,-1-4 500,3-11 436,2-7-279,1-3 74,-1-5-8,-3-12 550,6-1-1356,-1-11-135,11 2-257,13-4-378,-2 14 0,3 0-255,6-1 0,4 0-614,6 0 1,1 1 1292,-7 4 0,0 1 1,-2 1-1,-1 0 1,-2 1-1,-3 1 1,1 1-1</inkml:trace>
  <inkml:trace contextRef="#ctx0" brushRef="#br0" timeOffset="21172">22268 4494 18003,'0'-20'621,"-1"0"1,5-14-622,7 23-11,8 4-90,16 3-22,-15 4 0,0 3 33,0 0 1,-1 2-270,15 10-145,-17 5 0,-4 3-12,-7 5 259,-3 3 32,-7 4-229,-6-5 0,-4 1 472,2-7 1,0 0 0,-1 0-643,0 0 0,-1 0 1,1 0 623,-6 9 0,2-1 5,9-12 1,2-2 5,-1 14 56,4-5 1,3 2 291,1-8 23,0-2 77,0-9 2173,-5-6-2138,-4-2 111,-6 0 493,-13-4-314,1-14-302,2-9-448,11-4-34,24-3-102,17 7-740,-4 11 0,3 1 293,-5 3 0,2 1 0,2-1 364,6-2 0,5-2 0,0 1 0,-6 1 0,2 1 0,-1 0 0,-1-1 0,1 1 1,-1-1-1</inkml:trace>
  <inkml:trace contextRef="#ctx0" brushRef="#br0" timeOffset="23633">9647 7481 17857,'-4'35'284,"0"-1"0,0 1 0,1 0-262,4-5 1,1 1-564,0 1 1,0 3 450,0-3 0,0 2 1,0 0-860,0-2 0,-1-1 1,1 0-145,0 1 1,0 0 0,-1-3 436,1-2 1,0-4-1,1-4 1,-1-19 0</inkml:trace>
  <inkml:trace contextRef="#ctx0" brushRef="#br0" timeOffset="23920">9507 7537 10496,'0'-5'2397,"0"1"-1999,13-10 0,4-1 50,3-2-243,-3 2 1,4-2-1,0 2 294,0 2 0,0 3-371,0-1 1,-1 1 39,13 1-145,-18 7 44,-3 2-45,-1 5-22,6 14-650,-4-3 1,0 3 649,9 7 0,0 0 0,-10-9 0,0 0 0,1-3 0,0 0 0</inkml:trace>
  <inkml:trace contextRef="#ctx0" brushRef="#br0" timeOffset="24218">10746 7461 17857,'-16'34'425,"0"-1"1,1 0 0,2 0-370,9-5 0,1-1-1588,-1 4 1,2 0 1536,0 2 1,1 2-314,1-4 0,0 4 0,1 0 0,0-3-242,1-4 1,-1-3 0,1 2-271,0 2 1,0 3 0,0-1 0,2-6-820,1-4 1,1-5 837,6 4 0,-5-11 0,-1-8 1</inkml:trace>
  <inkml:trace contextRef="#ctx0" brushRef="#br0" timeOffset="24551">10527 7533 17431,'23'-16'157,"1"0"0,-2 1 0,0 1 33,3 4 1,-1 0-378,-5 3 0,0 0 271,6-2 0,0 0 40,5 1-46,-5 3 149,-6 2-194,-3 2 126,-2 6-125,9 18-34,-4 2-852,-1 5 1,0 2-788,-6-11 1,-1-1 1116,4 10 1,-1-3 0,-3-6 0,-2-5 0</inkml:trace>
  <inkml:trace contextRef="#ctx0" brushRef="#br0" timeOffset="34619">17519 7968 14922,'32'-4'-213,"0"-1"0,0 0 0,0 1 0,-1-1 0,2 0 0,0-1 0,-4 2 0,-5 4-6,-3 6 1,-6 3 218,-6 10 0,-11 6 426,-8-4 0,-5 2 213,-2 1 0,-2 0-163,-5 4 0,0 1-292,4-5 1,2-1-162,-2 8-1,13-5-22,8-5 0,5-3 0,4 2-62,2 2 1,1-1 55,2 2 1,1-2-237,0 0 1,-1-2 241,2 5 169,-5 3 55,-18-7 1,-8-2-2,-18-8-145,13-7 1,0-1-270,-3-1 1,0 0 229,0 0 0,-1 0-39,2-1 0,0 0-11,-14 0 51,9-5-1351,12-5-1966,21-20 2788,14 3 0,-3 2 0,0 11 0</inkml:trace>
  <inkml:trace contextRef="#ctx0" brushRef="#br0" timeOffset="34804">17966 8249 15922,'19'19'251,"-1"0"0,1 0 0,-1-1 0,1 0 0,-2-1-201,1 0 1,0 1-96,0-2 0,1 1 1,1-1-1595,11 6 1,0-2-1,-1 0 1,0-2 1173,-3-7 1,-4-3-1,-6-5 1,-5-3-1</inkml:trace>
  <inkml:trace contextRef="#ctx0" brushRef="#br0" timeOffset="35000">18414 8351 14978,'-23'-9'746,"1"0"1,-7 4 0,3 4-679,-3 16-763,9-3 1,1 3 699,5 1 1,1 1-6,0 2 0,1 0-6,1 0 1,2 1-687,-1 7 0,2 2 692,3-4 0,1 0 0,1-4 0,0-3 0,3 7 0</inkml:trace>
  <inkml:trace contextRef="#ctx0" brushRef="#br0" timeOffset="35466">18624 8170 18126,'14'-17'123,"-1"-1"0,0 2 1,1 3-303,15 10-135,-5 3-11,7 7-448,-7 15 414,-11 0 359,-1 12-312,-14-5 368,-6 0 49,-6-1-4,2-12-1,0 1 281,-9 13-314,4-1-67,9-3 0,13-7-11,5 2 11,10 2 67,-2-6 1,3 1 122,-1-2 0,-1 0 29,0 0 0,-1-2 291,3 4 117,-16-11 12,-13-2-437,-10 3-113,-15 2-89,11-4 0,-2 0-1205,-10 1 1,-1-1 1204,3-2 0,1-1 0,5 0 0,3 0 0,-6-3 0</inkml:trace>
  <inkml:trace contextRef="#ctx0" brushRef="#br0" timeOffset="37018">20621 8250 15650,'21'-19'286,"-1"0"1,1-1 0,-1 1 0,-2-1 0,0 0-192,3-7 0,-3 0-297,-4 3 1,-3 1 661,-5-6 55,-4 3 146,-8 3-213,-3 4 74,-7 3-197,-8 6-219,8 4-117,-3 3-202,7 15-89,7-1 99,0 11-357,12-5-89,24 1 603,-9-12 1,2-2 39,5 2 1,0-1-6,-6-3 0,-2 0 11,5 3 112,-17 1 594,0 10-224,-2 11-359,-1 3-112,-3 5 0,-2-9-11,3 0-425,3-3-595,5-4-560,6-4-59,2-10 1,2-1 818,15 0 1,-2-3 0,-18-1 0</inkml:trace>
  <inkml:trace contextRef="#ctx0" brushRef="#br0" timeOffset="38500">21808 7813 12488,'-14'28'308,"0"-1"0,0 1 0,-3 5 0,4-1-308,6-2 0,4-1 448,2 7-717,8-5-134,4-7-417,22-8 954,-12-15 1,0-4 240,0-1 1,1-2 341,-1-5 0,-1-3 404,4-12 55,-3-4 28,-6-2-565,-9 6 0,-2-1-427,-5-3 1,-3 0-213,-5-5 0,-2 1-228,1 8 0,-2 4-198,-1 5 0,0 4-1322,0 5-1232,3 9-297,5 10 2908,2 8 1,3-6-1,0 0 1</inkml:trace>
  <inkml:trace contextRef="#ctx0" brushRef="#br0" timeOffset="38768">22587 7750 21398,'-10'31'0,"5"-13"0,1 1-101,4 4 0,0 0-353,1 2 1,1 1-965,5 9 1,1 0-222,-1-10 1,2 0-1,3 5 1,2-3 818,9 1 1,-11-14 0,-1-6 0</inkml:trace>
  <inkml:trace contextRef="#ctx0" brushRef="#br0" timeOffset="39151">23228 7731 18720,'34'-1'-452,"0"0"0,-7-1 0,-4 4-30,0 23 247,-17-1 202,-6 6 33,-12 5-269,-7-9 0,-4 2 455,4-10 1,-1 0 0,-1-1-676,1 1 1,-1 0 0,1-2 701,-9 5 0,4-3-101,1 1 513,11-3-547,10-4 84,20-6 1,11-3-294,-2-2 0,2-1 1,1 0-631,2-1 1,1 0-1,0 0 425,4-1 0,0-1 0,-4 1-1303,0-2 1,-3 1 1576,-5 1 1,-3 1-1,3-1 1,-11 2-1</inkml:trace>
  <inkml:trace contextRef="#ctx0" brushRef="#br0" timeOffset="39851">20662 9075 16457,'-22'18'560,"0"0"0,1 0 0,-7 10 1,9 2-589,14 0 0,7 1-662,5-7 0,4-3 370,9-2 1,4-5-738,1-5 0,1-4 620,5-1 0,2-1-1026,2-1 1,2-1 1462,-10-1 0,1-2 0,-3 1 0,-1 1 0,-2-1 0,-2 0 0,-1-1 0</inkml:trace>
  <inkml:trace contextRef="#ctx0" brushRef="#br0" timeOffset="40785">21812 8965 14036,'-5'-4'2252,"1"1"-1702,-31 8-270,15 9-196,-5-4 0,1 4-532,11 2 1,3 3 447,0 0 0,2 3-6,1 9 1,6 2-219,12-2 0,5 0 156,-2-1 1,3-4-118,12-3 0,2-7 11,-7-9 1,0-3 173,0-2 0,0-2 16,-2-2 1,0-4 641,4-6 0,-3-4 406,-6-3 1,-4-5-466,0-8 1,-5-2-511,-9 5 1,-4 2-611,-5-4 0,-5 3 521,-1 7 0,-4 3-152,-1 0 1,-1 1-51,-2 2 1,0 2-180,1 3 0,0 2-319,3 1 0,1 4-2577,-8 13 2687,19 4 0,5 3 0,9-6 1</inkml:trace>
  <inkml:trace contextRef="#ctx0" brushRef="#br0" timeOffset="41050">22716 8876 18026,'0'-3'1837,"0"0"-1479,0 3-134,-6 24-207,4-1 0,2 4-219,-2-1 1,-1 3-1,1-1-517,2-1 0,0-1 0,0 0-32,0 0 0,0 0 1,1-3-889,1 2 1,3-4 1213,0-1 0,2-3 0,2 4 0,1-10 0</inkml:trace>
  <inkml:trace contextRef="#ctx0" brushRef="#br0" timeOffset="41437">23252 8874 19505,'23'-16'-583,"2"9"-28,-8 15 0,0 6 191,-5 4 0,-2 4 369,-4 10 1,-6 1 111,-5-3 1,-5-1-508,-7 3 1,-3-3 708,2-10 0,-2-1 471,-2-1 1,1-1 27,-4 4-582,4-6-91,27-12-22,16-3-67,-1-2 0,2-1-616,7 0 1,4-3-478,0 0 1,4-2 0,-2 0 817,-6 2 0,-2 1 0,1-1 1,-2 0-1,0 0 0,-4 2 1,10-4-1</inkml:trace>
  <inkml:trace contextRef="#ctx0" brushRef="#br0" timeOffset="42119">23704 7277 11840,'0'36'778,"0"1"1,0-9 0,0 0 0,0 2-424,1-3 1,1 1 0,-1 0 0,1 1-1176,-1 5 1,1 0 0,-1 1 0,1 1 759,0-3 0,-1 0 0,1 1 1,0 0-1,-1 1-2,0-4 1,0 0 0,0 0 0,0 1-1,0 1 1,-1 2 100,-1-4 1,1 2 0,-1 1 0,0 1 0,-1 1 0,1 0 0,-1 0 0,1-1 0,-1 1-24,0-1 0,1 1 0,-1-1 1,0 1-1,0 0 0,-1-1 0,1 1 1,0 0-1,0-1-69,0 0 0,0 0 0,0 1 0,-1-1 0,1 0 1,0 0-1,0-1 0,0 0 0,0-1 40,-1 6 0,0-1 0,1-1 0,-1 0 0,1-1 1,0-2-1,0-2-133,1 5 0,0-3 1,0-2-1,1 0-356,2-2 0,0-1 0,1-1 0,0-1-387,0 4 0,2-2 0,2-1 1085,12 6 1,0-5 0,0 3 0,7-15 0</inkml:trace>
  <inkml:trace contextRef="#ctx0" brushRef="#br0" timeOffset="42718">24351 7657 15941,'24'-8'343,"0"0"1,-2 0 0,-3 3-288,-4 4-56,-2 0-101,3 11-22,-7 11 123,0 6 56,-13 7-267,-5-6 211,-5 1 45,-1-2-23,7-9 0,3 1-28,4 1 1,3 1 5,2-1 0,3 0-356,5 0 0,3-1 372,3-5 1,2-2-6,0 1 1,1-1 44,0-1 0,0 0 145,3 1 1,-1 0 291,7 5 82,-6-1-284,-28-10-201,-15-2-90,2-2 0,-3-1-955,-5 1 0,-2-1 473,-2 0 0,-3 0-611,2 0 1,-3-1 0,2 0 677,-3-2 1,1 1 0,-1 0 0,5 1 0,6-4 0</inkml:trace>
  <inkml:trace contextRef="#ctx0" brushRef="#br0" timeOffset="43067">24412 7003 14119,'10'32'224,"-1"1"0,1-6 0,2 0 0,-1-3-224,1-2 0,1-1-392,5 8 1,1-1 10,-5-10 1,-1 0-909,0-2 0,0-1 1289,12 11 0,-12-12 0,-3-6 0</inkml:trace>
  <inkml:trace contextRef="#ctx0" brushRef="#br0" timeOffset="43266">24616 7074 18423,'-22'26'-88,"0"1"1,1-1-1,-1 1 1,2-3 0,-1 0-1,0 0 1,1 0 0,3-1-1,-3 6 1,2-2-1,1 0 1,-1-4 0,0 0-1,1 1 1</inkml:trace>
  <inkml:trace contextRef="#ctx0" brushRef="#br0" timeOffset="46901">15720 7435 16513,'15'-19'260,"-1"-1"0,9 6 1,5 1-1,3 3-185,0 4 1,4 2 0,2 1 0,2-1-545,-6 0 1,2-1 0,1 1 0,2-1 0,0 0 0,-1 0 0,0 1 143,-1-1 1,-1 1 0,0-1-1,0 1 1,1-1 0,0 1-1,2-1 207,-5 0 1,1 0 0,1 0 0,0 0 0,0 0 0,0 0-1,0 0 1,0 0 0,-1 0 117,2-1 0,-1 1 0,-1-1 0,0 1 0,1 0 0,0-1 0,3 0 0,1 0-59,-7 1 0,1 0 1,2 0-1,0 0 1,1-1-1,1 1 0,1-1 1,0 0-1,-1 1 1,1-1-1,-1 0 0,-1 1 1,0 0-1,-2 0-142,5-1 0,-2 0 1,0 1-1,-1-1 1,-1 1-1,1 0 0,0 0 1,0-1-1,1 1 1,1-1-1,1 1 163,-5 0 0,2 0 1,1-1-1,2 1 1,-1-1-1,1 1 1,1-1-1,-2 1 1,1 0-1,-2-1 0,0 1 1,-2 0-1,-2 1 1,-1-1-1,-3 1 1,12-2-1,-3 1 1,-3 0-1,-2 1 0,0-1 1,-1 1-1,1 0 1,-1-1-1,0 1 1,0 0-1,0 0 1</inkml:trace>
  <inkml:trace contextRef="#ctx0" brushRef="#br0" timeOffset="50200">4142 12125 11672,'30'-10'131,"0"-1"1,-1 1 0,3-1 0,0 1-774,-5 1 1,1 0-1,-1 0 1,2 1 396,0-2 0,1 0 1,0 1-1,-1 0 0,2 1 1,-2 0-1,-3 1 0,-4 1 1,-1-1-1</inkml:trace>
  <inkml:trace contextRef="#ctx0" brushRef="#br0" timeOffset="50683">5897 12084 15112,'-4'0'1176,"0"0"-1154,21-11 1,11-4-1343,-10 7 0,1 0 1159,6-4 1,3-2-1,-1 2-971,5 0 1,0 2 1131,2-1 0,-1 0 0,-12 5 0,-3 0 0,13-4 0</inkml:trace>
  <inkml:trace contextRef="#ctx0" brushRef="#br0" timeOffset="52350">9452 12106 16670,'26'-19'-277,"0"-1"1,3 1-1,2 4-1362,1 6 1,3 3 1424,-9 1 0,1 1 0,-3-1 0,0 1 0,-2 0 0,-2 1 0,-1 0 0</inkml:trace>
  <inkml:trace contextRef="#ctx0" brushRef="#br0" timeOffset="52899">11779 12048 15795,'24'-22'339,"-1"-1"0,2 4 0,4 1 0,1 0-925,-4 5 1,2 1-1,0 1 1,0-1 327,1-1 0,1 0 0,0 0 0,-2 1 0,3-1 0,-1 1 0,-4 1 0,-6 2 0,1 0 1</inkml:trace>
  <inkml:trace contextRef="#ctx0" brushRef="#br0" timeOffset="59500">9230 13356 16490,'36'-4'31,"0"1"0,-11 0 0,0 1 0,0 0-9,10 2 0,1 0-1115,-8 0 1,1 0 0,1 0 595,4 0 1,1 0 0,0 0 496,-6 1 0,-1-1 0,1 0 0,1 0 0,0 0 0,1 0 0,0 0 0,2 1-119,2-1 0,1 0 0,1 0 0,1 0 0,-1 1-299,-1-1 1,0 0-1,0 0 1,0 0-1,1 0-129,-2 0 1,1 0 0,0 0 0,-1 0 0,0 0 0,-2 0 186,5-1 1,-1 1 0,-2 0 0,-2 0 0,-3 0 0,-3 0 0,-3 0-1,5-1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8:00:45.23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8128 4694 16535,'30'7'287,"-1"1"1,4-2 0,0-1-154,4-2 0,0-2-1035,-8 0 0,0-1 1,4 0 949,-2 1 0,2-1 1,2 0-1,1 0 1,1-1-401,-6 1 1,0 0 0,1-1 0,0 1 0,1 0-1,1-1 1,1 1 353,-1-1 1,1 1 0,1-1 0,1 1 0,0-1-1,0 1 1,0 0 0,-1-1 0,-1 1-116,1-1 0,-1 1 0,-1-1 0,0 1 0,0-1 0,0 0 0,0 1 0,0-1 112,0 1 0,0 0 0,0-1 0,0 1 0,0-1 0,-1 1 0,-2-1 0,-1 1-255,8 0 0,-3 0 1,-1 0-1,-1 0 1,0 0 238,0 0 0,-1-1 0,-1 1 1,1 0-1,-1 1-138,5-1 1,0 1 0,-1-1 0,0 1 80,-2 0 0,-1 0 1,-1 1-1,0-1 135,6 2 0,-2 0 1,2 0-652,-6 0 1,1 1 0,0 0-1,-2 0 97,-2 0 0,-1-1 0,1 1-601,4 1 1,0 0 0,-4-1 640,-2 0 0,-5-1 1,4 1-1,-9-2 0</inkml:trace>
  <inkml:trace contextRef="#ctx0" brushRef="#br0" timeOffset="18817">4390 11755 10697,'-31'-16'714,"0"1"1,7 2-1,0 1 1,2 1-570,4 2 1,1 1-85,-14-5 1,-4 1-45,4 6 0,-2 2-564,2 1 1,-1 0-1,0 2 550,4 1 1,1 2 0,-1-1-393,-1 2 1,-1 0 0,2 0 388,-6 2 0,1 1 0,-3 1 0,0-1 11,11-2 0,0 1 1,0-1-9,-1 0 1,1 0 0,-3 1 1,0 0 1,-4 0 0,1 1 0,1-1-6,-3 1 0,2 0 0,-1 1-182,1-1 1,-1 0 0,0 1-1,-1 1 176,0 1 1,0 2-1,1 0 1,1 0-427,-3 1 1,2 0 0,-2 1 428,3 0 0,-2 0 1,0 1-1,3 0 6,0 1 1,2-1 0,1 1-4,-1 0 0,0 1 0,1 0 3,1 0 1,0 1 0,0 0 3,2 1 1,0-1 0,0 1-37,2 0 1,0 0-1,-1 1 25,-3 4 0,0 2 1,0 0-12,2 0 0,1 0 0,1 0 15,0 0 0,0-1 0,2 1-4,3-3 0,1 1 1,2-2 3,0 3 0,2 1-8,2-2 1,0 2-1,1 0 4,1 2 1,0 1-1,1 1 1,0-2 0,1 2 1,0 0-1,1-1-1,0 4 0,1-1 1,1-1-44,0 1 0,1 1 1,0-3 46,1 5 0,2-2-11,0 1 0,1-1 340,1-1 0,2 1-352,2-4 1,3 1 0,1-1 29,3 0 1,2 1 0,0-2-8,0 1 0,1 0 0,1-2-91,1-2 1,2-2 0,-1-2 84,4 1 1,-1-2-1,1-1 0,0 0-117,1-1 0,0-1 123,1 0 0,0-1 295,0-1 1,2 1-304,-1-2 1,2 0-1,-1-1 8,4 2 0,1 0-226,-5-2 1,2 0 0,-1-1 231,1 0 0,-1 1 5,1-1 0,0 1 507,0 0 0,-1 1-513,0-1 1,-1 2 5,1-1 0,-1 1-11,1-1 0,0 1 0,0-1 0,2 0-4,-4-2 1,3 2-1,1-1 4,1 0 0,1 0 0,0 0 5,0 0 1,0 0 0,1 0-2,-2-1 0,1 0 0,-2-2-10,4 2 0,0-1 10,-4-1 0,3 0 0,0 1 7,0 0 0,0-1 0,0 1-4,0 0 1,1 0 0,-2 0-191,-1-1 1,0 0 0,-3 0 193,6 0 0,-3 1-11,3-1 0,0 1 0,1-1 0,-1 0 0,1 1 0,-1-1 0,1-1 0,-1-1-6,0 0 1,1 0-1,-1-3 1,2 0 189,-3-1 0,3-1 0,0-1-173,-7 0 0,0 0 0,1-1 0,-1 1-169,1-1 1,0 1 0,-1-1 0,1 0 159,0 1 1,-1-1 0,0-1 0,-1 1 8,1 0 0,-2 0 1,3 0-12,0 0 0,2 0 0,1 0 0,0 0 2,0 0 1,0 0 0,1 0 0,1 0-1,-1 0 0,2 0 1,1 0-1,-1 0 0,-2 0-146,1 1 1,-1-1 0,-1 0 0,0-1 151,0 1 1,0-1-1,-1 0 1,-1 0-188,2-1 1,-2 0 0,0-1 178,1 0 0,0-1 0,1-1-4,-1 1 0,1-1 1,1-1-72,0 1 1,2 0-1,1-1 1,0 0 74,-6 1 0,0 0 0,1 0 0,0 0 0,0 0-139,-1 0 1,1 0 0,0 0-1,-1 0 1,0 1 142,0-1 1,0 0-1,0 1 1,-2-1 0,0 1-2,8-1 1,-2 0 0,1 0-4,-10 2 0,1-1 0,0 1 0,0-1 0,1 0 0,-2 1 0,2-1 0,1 1 47,1-1 1,1 1 0,1-1 0,0 0 0,0 1-39,1-1 0,0 0 0,0 1 0,1-1 0,0 0-8,1 0 1,1 1 0,0-1 0,1 0 0,-1 0 0,-2 0-3,0 0 0,0 1 0,-2 0 0,0-1 0,0 1 3,0 0 0,0-1 1,-1 1-1,-1-1 1,-1 1-202,0 0 1,-2 0 0,-1 0 0,1 0 198,0 0 0,0 0 0,1 0 0,-1 0 0,0-1 0,0 1 0,0-1 0,2 0 111,1 0 0,2 0 0,0 0 0,1-1 0,0 1-107,1-1 1,0-1-1,0 1 1,1-1-1,-1 1-153,0-1 1,0 1 0,1-1 0,-2 1 0,1-1 145,-1 0 1,-1 1 0,1-1 0,-2 1-1,-2-1 3,0 1 0,-2-1 0,-1 1 0,0 0-27,2-1 1,-1 1-1,0 0 1,0 0 26,0 0 0,-1-1 0,1 1 0,1-1-3,2 0 1,1 0 0,1 0 0,-1 0 0,-1 0 2,1 0 0,-3 1 0,1-1 0,2 1 4,-2-1 1,3 0-1,-1 0 1,0 0-1,-2 0-4,8 0 0,-2 0 0,-1 0 0,-7 1 0,-1 0 0,0 0 0,2 0-7,2 0 1,2-1 0,1 1 0,-1-1-1,-2 1 7,2 0 0,-2 0 0,0-1 0,2 1-39,-1 0 1,1-1 0,1 0 0,0 0 0,-3 1 46,-1 0 0,-3 0 1,1 1-1,2-1 141,0 0 1,2 0 0,2-1 0,-1 1 0,1 0-153,0-1 1,1 1 0,0 0 0,1-1 0,1 0-2,-5 2 1,0-1 0,1 0 0,1 0 0,-1 0-1,0 0 1,-2 1 52,6-2 1,-1 1 0,0-1 0,-2 1 0,1 0-50,-1 0 0,0-1 0,0 1 0,-2 0 0,-1 1 5,-1-1 1,-2 1 0,0-1 0,1 1-6,3-1 0,2-1 0,0 1 0,1-1 0,0 1 0,-4 0 0,1 0 0,-1 0 0,2 0 0,-1-1 0,2 1 1,0 0 1,1-1-1,1 1 1,0-1 0,1 0-1,0 1 1,-1-1 1,1 1 0,0-1 0,0 1 1,0-1-1,0 1 0,-1-1 0,-1 1-3,0 0 0,-2 0 0,0 0 0,0 0 0,-1 1 0,1-1-43,4 0 1,1 0 0,0 0-1,-2 1 1,-2-1 36,-2 1 0,-3 0 1,1 0-1,1 0-17,2-1 0,1 1 1,2-1-1,-1 1 0,0-1 29,0 0 1,-1 0 0,1-1 0,0 1 0,1-1 0,-1 0 1,1 0-1,1 0 1,0 0-1,-1 0 1,-1-1-48,-2 1 0,-1 0 0,0 0 0,-1 0 0,-1 0 59,6-2 1,0-1-1,-1 1 1,-3 0-9,-2 0 0,-2-1 1,1-1 284,-1 0 0,1-1 1,-1-1-1,0-1-282,-2 0 0,-2-1 0,1-1 0,0-1 22,2-2 1,0-1-1,-1-1 1,-3-2-7,1-6 0,-4-2 0,-4 0-23,-4 6 0,-3 1 1,-4-1-3,-6-12 1,-6 2-6,-2 8 0,-4 1 0,-5 0 0,-4-2 0,-1 0-3,2 4 0,-2 1 1,0-1-1,-3-1-47,4 4 0,-1-1 1,-1 0-1,0-1 1,-1 1-1,1 1 50,-2-1 0,1 0 0,-1 1 0,0 0 0,0 0 0,-2-1 0,0 1 0,0 0 0,0 0 0,1 2-16,0 0 1,1 2-1,-1 0 1,-3-1 13,3 3 0,-1 0 0,-2 0 0,-1 0 0,-1 0 1,0 1 1,2 1 0,0 0 0,-1 1 0,-1 0 0,0 0 0,-1 0 0,-1 0-38,2 1 0,-2 0 0,0-1 0,-1 1 0,0-1 0,0 1 0,0 0 0,1 1 0,1 0 36,-1 0 1,1 0 0,1 1-1,-1 0 1,1 0 0,0 1-1,0-1 1,-1 1-118,1-1 1,-1 1 0,0 0 0,1 0 0,-1 0 0,1 0 0,1 1 0,0 0 118,-2-1 0,0 1 0,1 0 0,1 0 0,0 1 0,-1-1 1,-1 0 1,0 0 0,0 0 0,0 0 0,-1 1 0,1-1-2,-2 1 0,1-1 0,-1 1 0,0 0 0,1-1 0,-1 1-84,-1 0 1,0 0 0,0 0 0,0 1 0,0-1 0,0 0 83,0 1 0,0-1 0,0 1 0,-1 0 0,-1-1 0,-2 1 4,9 1 1,-1 0-1,-1 0 1,0 0-1,-2 0 1,1 0-1,-2 0 1,1 0-1,0 1 1,0-1-8,1 1 1,-1-1 0,1 1 0,-1 0 0,0 0 0,0 0 0,-1 0 0,1 0 0,-1 0 0,1 0 0,0 0 0,-1 0 0,1 0 0,-1 0 0,0 1 0,1-1 0,-1 0 0,0 0 0,0 0 0,0 1 0,1-1 0,-1 1 2,1-1 0,-1 1 0,0 0 0,0 0 0,0 0 0,0 0 0,1 1 0,0-1 0,0 0 0,1 1 0,1-1 0,-4 1 0,1-1 0,2 1 0,-1-1 0,1 1 0,-1 0 0,-2 0 0,-2 0 0,8 1 0,-1 0 0,-1-1 0,-1 1 0,0 0 0,-1 1 0,0-1 0,-1 0 0,0 1 0,0 0 0,0-1 0,-1 1 0,1 0 0,3 0 0,-1 0 0,0 1 0,1-1 0,-1 0 0,-1 1 0,1-1 0,0 1 0,-1 0 0,0 0 0,-1 0 0,0 0 0,0 0 0,-1 0 0,0 1 0,2-1 0,0 1 0,-1-1 0,-1 1 0,0 0 0,-1 0 0,1 0 0,-2 0 0,1 1 0,0-1 0,0 1 0,-1-1 0,1 1 0,1-1 0,-1 1 0,1-1 0,0 1 0,1-1 0,1 1 0,-2 0 0,0-1 0,0 1 0,1 0 0,0 0 0,0 0 0,1 0 0,0 0 0,0 0 0,0 0 0,0 0 0,0 0 0,0 1 0,0-1 0,0 1 0,0-1-1,-2 1 0,0 0 0,0 0 1,-1 1-1,1-1 0,-1 1 0,1-1 1,0 1-1,0 0 0,1-1 1,0 1-1,1-1 0,0 1 0,1-1 1,1 1-25,-3 0 1,1 0-1,0 0 1,2 0-1,0 0 1,0 0 0,0 0-1,1 0 1,0 0-1,-1 0 1,0 1-100,-3 0 1,0 0 0,-1 1 0,1-1-1,0 0 1,0 1 0,0 0 0,0 0-1,0-1 1,1 1-48,0 0 1,2 0 0,-1 0 0,1-1-1,0 1 1,0 0 0,-1 1 0,0-1-1,-1 1 1,0 0 170,2-1 0,0 0 0,-1 1 0,-1 0 0,-1 0 0,0 0 0,1 1 0,0-1 0,1 0 0,1 0 0,1-1 0,2 0 0,2-1 0,-10 4 0,3-2 0,3 0 0,0 0 0,0-1 0,-2 2 0,-1-1 0,0 1 0,0-1 0,0 1 0,0-1 0,0 1 0,1-1 0</inkml:trace>
  <inkml:trace contextRef="#ctx0" brushRef="#br0" timeOffset="20418">10283 12104 16221,'-4'-25'486,"-1"-1"0,1 1 1,0-7-1,1-1 1,2 2-398,4 3 1,3 1-727,-2 2 1,1-3 0,2 0 655,1 3 1,2-2 0,1 0-1,0-1-17,0 1 0,0-1 1,0-1-1,1 0 0,-1 0-376,1 0 0,-1 0 0,1-1 1,0 1-1,0-1 371,1-2 1,0-1 0,0 1 0,0 0 0,-1 2 2,-1 0 0,0 1 0,0 1 0,1-2-3,1 1 1,0-2 0,1-1 0,0 0 0,-1 1-54,-1 2 1,0 0-1,0 1 1,-1-1-1,0-1 42,0-1 1,0-1 0,0 0-1,-1 2 1,-1 1-43,2-6 0,-2 2 0,-4 3-34,-5-3 1,-6 5-761,-9 5 88,-9 9 665,-1 7-945,1 9 1553,2 7-3788,-1 16 3092,8-6 1,4 2 0,7-15-1</inkml:trace>
  <inkml:trace contextRef="#ctx0" brushRef="#br0" timeOffset="20717">10515 10600 11134,'-4'0'2622,"1"0"-1905,3 0-145,3-24-169,5 9-129,2-7 1,2-1-40,10 0-157,-7 8 1,1 1 101,7-5 145,8 2-113,-3 8 1,5 10-123,-11 10-45,-2 9-23,-6 3-22,-2 2-101,0 3-728,0 2-1513,0 1 2342,-3-8 0,1-1 0,-2-1 0,5 6 0</inkml:trace>
  <inkml:trace contextRef="#ctx0" brushRef="#br0" timeOffset="23485">10152 9883 12915,'-11'15'1638,"1"1"0,-5 8-753,13-22-258,2-2-558,0-8-69,0-4 17,2-6 1,1-3-12,1-3 0,0-2-1,2-8 1,0 0-430,-1 5 0,-1 1 424,-1 2 0,-1 2 0,-2-7 0,-4 7 46,-2 6-35,-9 7-11,1 5 0,1 6-124,5 6 954,5 2-1065,2 3-12,6 0 23,4-1-89,7-2-237,20 0 337,-8-2 157,-8-3 0,-1 0-168,15 9 135,-12 0 66,3 7 23,-13-1-1639,-3 12 1,-1 1-1639,3-7 3182,-2 4 1,0-5 0,-3-21 0,0-2 0</inkml:trace>
  <inkml:trace contextRef="#ctx0" brushRef="#br0" timeOffset="24354">10500 9678 13497,'-5'31'22,"0"-1"1,0-2-1,2-2-55,7 5-23,3-4 610,7-4-924,3-7-570,15-10 782,-7-12 158,9-9-66,-13-10 291,-2-4 431,-5 0 38,-6-1 124,-4 1 81,-8 10 1,-4 0-402,-2 2 1,-1 3-281,-1-2 1,-2 3-40,-5 4 1,0 5-158,-3 9-22,-3 7-34,11 10-398,8 2 1,4 0 17,6 5 179,0-7 0,4-4-326,16-9 46,5-5 111,5-9 95,1-5 253,-17 2 0,0-2 89,4-6 1,-1-3 173,-5 2 1,-1-1 60,0 1 1,-2 0 169,0-6 77,-11 16-324,-1 4-315,-1 2 46,0 8 190,0 16-112,-1-4 0,2 1-6,0-1 1,2 1 173,0 1 0,1-2-168,8 3-33,1-6 22,0-5 22,2-6 168,2-7-145,-1-5 89,1-6-56,-3-2 45,2-1-90,1 1-10,2 1-12,1 1-23,8 1-10,-8 7-91,4 0 113,-11 8-11,1 4 11,-1 5-90,0 4-34,-1-1-89,4 1 68,-5-8 156,1 0 100,-4-11-10,-1-4 22,0-6 56,2-7 302,2-15-251,-6 15 0,-1-2-169,0 1 1,-1 0 5,-1 0 0,-1 1-45,-1-4-11,0 6-45,0 5-156,-1 7-954,-1 4-1512,-2 16 2667,2 10 0,-1-5 0,3 1 0</inkml:trace>
  <inkml:trace contextRef="#ctx0" brushRef="#br0" timeOffset="24686">11437 9496 13588,'0'-5'3276,"0"0"-2092,0 5-1218,-18-5 34,12 11-56,-13 2-56,16 15-124,1 3-100,3 0-11,4-3-34,4-3-258,10 2 438,-4-9 201,4 2-11,-8-7-12,-4-3-10,-1 1 33,-4-3 0,-1 0 33,-1 1 113,-7 5-617,-4 0-2341,-10 5-465,-2-3 2774,0-2 0,10-3 0,4-3 0</inkml:trace>
  <inkml:trace contextRef="#ctx0" brushRef="#br0" timeOffset="25352">11976 9159 15728,'-6'34'124,"0"1"1,0-1 0,1 1 0,-1-1-1,-1 3 1,1-2 0,0 1 0,0 0-781,2-3 1,0 1-1,0 0 1,0 0 0,0-2 252,0 2 0,0-1 0,0-1 1,0 0 407,0 0 1,0 0-1,0 0 1,1 0-155,0-3 0,0 0 0,1-1 0,1 0 145,-2 4 0,1-1 1,2-1 478,3 5 1,4-3-476,5-8 0,1-5 90,12 1-23,8-22-56,-14-17 17,-10 3 0,-1-2 961,0-3 1,-1-1-945,-1-3 0,-2-1 5,-1 0 1,-1-3 8,-2 1 1,-2-3 0,-2 1-8,-2-1 1,-2 1 0,0-1-39,0 1 1,-1 0 0,-1 1 449,-2 3 0,-1 2 0,-1 3-459,-2 1 1,0 3 11,1 3 0,-1 1-3,-10-7-14,8 9-112,8 5-415,12 5 973,12 1-939,14 0 336,-10 0 1,2 0 188,2 0 0,0 0-55,1-2 1,0 0 5,0 0 0,-2-1 17,-1-1 0,0 0 81,2-2 0,-1 0 424,11-2-247,-3 0-90,-12 7-56,-7 8 44,-2 5-55,0 8 766,-3 15-985,-4-17 1,1 1-824,-1 19-1536,-2-8-800,1-17 2928,-1-7 0,1-3 1,0-3-1</inkml:trace>
  <inkml:trace contextRef="#ctx0" brushRef="#br0" timeOffset="25521">12240 9245 15963,'-23'24'-820,"9"0"1,15-9 0,5-3 0</inkml:trace>
  <inkml:trace contextRef="#ctx0" brushRef="#br0" timeOffset="25887">12435 9406 17174,'21'26'238,"0"0"1,-1-2 0,-2-2-216,2 4-23,0 0-179,0-4-2006,4 0 292,-5-11 54,3-2 417,-7-13 1063,-3-4 359,-2-9 1244,-3-18 33,-6 16 1,-2-1-656,-1 0 0,-1 2 352,-7-13-245,-1 19-214,-2 6-168,0 3-313,-1 6-34,-2 7 0,2 7 0,1 3-17,3-3 0,-1 2-45,-3 8 1,2 1-816,3-6 0,2-1-518,0-1 1,1 1-1883,-4 15 2532,4-7 0,3-14 1,3-6-1</inkml:trace>
  <inkml:trace contextRef="#ctx0" brushRef="#br0" timeOffset="26267">12860 9446 10047,'4'0'2141,"-1"0"-2007,-3 0-44,32 0-34,-15-1-34,4 0 0,1-2 46,-4-3 55,-1-4 336,-2-2 471,-3-1 90,-4 0-68,-4 0 393,-3-4-336,-11 6-729,1 0-258,-7 7-22,4 7-67,0 6 56,0 8-146,0 8-280,5 4-280,4-8 0,2 0-415,8 9-661,8 4-538,10-21-946,6-6 2690,3-7 0,-15 0 1,-3-1-1</inkml:trace>
  <inkml:trace contextRef="#ctx0" brushRef="#br0" timeOffset="26636">13233 9396 16457,'-25'9'-11,"0"1"0,4-4 0,4 4-460,8 10 0,4 2 23,0 0-51,2 4-442,9-18-215,13-9 1156,1-9 134,11-9 471,-10-5-281,1-5-5,-11 13 1,-1-1 16,0 0 0,-1-1 62,-1-2 0,0 0-174,-1-1 0,0 0 50,-1-2 1,-1 0 173,2-10 1,-2 0-253,-2 9 0,0 2 22,0-6 0,0 3 300,-3 3-518,-1 10-11,-1 7-57,-2 10 68,-1 11 22,1 9 1,2 7-322,1-6 1,0 3-1,1 0-487,1 1 1,1 1 0,2 0 392,0 2 1,1 0 0,3-2-628,2-7 1,1-1 0,2-1 1019,3 1 0,1 0 0,-1-3 0,-1 0 0,-1-3 0,2-3 0,-1 0 0</inkml:trace>
  <inkml:trace contextRef="#ctx0" brushRef="#br0" timeOffset="27453">11024 12132 13085,'20'-26'486,"1"1"0,-1 0 0,3-3 1,1 1-1,1 1-360,-5 7 0,0 1 0,1 0 0,4-2-595,-2 2 1,3-1 0,1-1 0,2 0 0,0 0 0,-1 0 0,0 1 166,0 0 1,-1 0 0,0 1 0,1 0 0,0 0 0,3-1 170,-3 0 1,3 0 0,1 0 0,0-1 0,0 0 0,0 0 0,0 1 0,-2 1 130,4-2 0,-2 1 0,0 1 0,0-1 0,0 1 0,0 0-58,-4 2 0,0 0 0,1 1 0,-1-1 1,0 0-1,0 1 0,0 0 61,4-3 1,-1 0 0,0 1 0,1-1 0,0 1 0,2-1-14,-4 2 0,1 0 0,1 0 0,1 0 1,0 0-1,0 0 0,-1 0 0,0 1-86,2-1 0,0 0 0,-1 0 0,0 1 0,0 0 0,1 0 0,-1 0-217,-2 1 1,0 0 0,0 0-1,1 0 1,-1 1 0,-1 0 0,-1 0-1,-2 2-283,5-2 0,-2 0 0,-1 1 0,-2 2 0,-3 0 588,14-5 1,-10 4 0,-16 7 0,-12 3 0</inkml:trace>
  <inkml:trace contextRef="#ctx0" brushRef="#br0" timeOffset="27737">13135 10715 13712,'-5'-6'2890,"2"2"-2330,3 4-190,30-7-68,-2 5-206,0-2 0,1 2-399,-5 3 1,-1 2 352,0 0 1,0 1-12,7 6 1,-1 1-35,-8-2 1,0 1-12,4 3 1,-2 0 195,0 10-291,-8 0 78,-7 3-302,-13 3 67,-2-12 1,-4 1-836,-6 2 1,-3 1 0,-1-1 606,-5 5 0,-1-1 1,0 0-1,2-2 0,0-2 1</inkml:trace>
  <inkml:trace contextRef="#ctx0" brushRef="#br0" timeOffset="28002">14182 10382 6137,'0'0'0</inkml:trace>
  <inkml:trace contextRef="#ctx0" brushRef="#br0" timeOffset="28333">14190 10170 14675,'-18'20'399,"-1"0"0,1 0 0,1 0 0,1 1 0,3 0-321,4 5 0,4 1-749,1 1 1,1 0 698,-1-1 0,4 0-34,7 4 1,5-2-23,5-6 0,3-3 0,2 0 0,1-4-17,4-7 0,-1-4 145,11-4-739,-5-6-156,-5-2-146,-6-4-1020,-3-2 1961,0-5 0,-10 10 0,0-3 0</inkml:trace>
  <inkml:trace contextRef="#ctx0" brushRef="#br0" timeOffset="29283">14333 10289 15123,'-9'30'257,"0"0"1,1-6 0,2-1-264,3 0 1,4-1-40,6 6-347,3-6-437,7-7-258,3-7 11,1-4 584,7-20 503,-9 2 134,-1-15 539,-13 3 313,-4 1-123,-8 1-202,-4 3 90,-10 5-33,-14 6-438,-1 10-291,1 7 0,10 8-45,18 2-145,3-1-371,12-4-156,8-6-56,14-8 459,-11-3 0,2-5-502,1-3 1,2-4 0,-1 0 748,5-5 0,-1-2 67,-3 2 0,1-3 0,-4 2 78,2-6 1,-4 1 184,-1-2 1,-2 0 94,-1-1 0,-2 0-247,-3 2 1,-2-1 599,-1-6 1,-3 2-180,-5 9 0,-2 2-291,1 1 0,-1 3-151,-11 5-90,6 22-34,-2 10 34,3 17-323,3-11 0,2 2 317,-1 3 1,2 2-44,3-1 0,1 3 1,2-2-98,0 4 1,3-1 200,0-6 0,0 1 0,2-3-189,4-3 0,1-4-163,0-3 0,1-2-186,15 4 214,-3-10 247,-2-10 22,-3-8 291,-4-7 841,-1-10-516,-9 8 851,-2-1-1008,-6 12 928,-1 4-1510,0 3 333,0 10-871,9 5-1,0 2 24,9-1 212,-3-11 180,2-3 212,1-7 68,8-14 67,-8 0 246,4-9 90,-12 12 258,-4 3-57,-3 4-313,-3 5-157,0 3-358,0 3 89,0 12-358,0 0-292,4 11 123,1-4-772,6-3-1877,2-5 0,2-5 3198,1-4 0,-7-3 1,-2 0-1</inkml:trace>
  <inkml:trace contextRef="#ctx0" brushRef="#br0" timeOffset="29834">15222 10183 14854,'1'-20'1638,"0"1"0,1-14-723,-3 23-265,-2 4-650,1 4-123,-1 1 33,1 6 90,1 5 34,0 7-1,0 7-10,0 3-23,0-8 0,2 1-102,5 14-66,0-2-22,5-14 100,-3-14 90,1-2 79,0-7-1,4-5-67,3-7 101,-5 1 0,1-3 90,0 0 0,0 0-79,-1 0 1,-1 0 122,6-12 68,-11 17-68,-2 5-134,-2 5-314,-1 3 79,2 11 123,1 2-67,3 10-157,-1-2-134,-1 0-135,-1-2 11,0-4 146,1-5 145,2-3 303,6-9-45,-1-4 135,6-7 100,-3-3 69,0-2-103,0 0 180,2-4-313,-4 8-135,-1 2-146,-5 10 90,-2 4-22,1 6-180,0 3-280,1 7-716,-2 2-2023,0 11 2754,-1-10 0,-2 0 1,1-13-1</inkml:trace>
  <inkml:trace contextRef="#ctx0" brushRef="#br0" timeOffset="30186">15741 10048 19067,'-7'20'179,"2"2"-179,3 1 0,2 1-11,0-4-202,7-2 135,3-9 134,5-4 45,2-11 44,-2-2 136,0-4-23,0-1 22,-2 2-191,-1 2-66,3 2-79,-4 4 0,4 1-124,-5 3-279,0 3-359,-1 4-896,0 5-1563,-2 0 3236,0-1 0,-4-5 1,1-3-1</inkml:trace>
  <inkml:trace contextRef="#ctx0" brushRef="#br0" timeOffset="30501">16144 9948 19168,'-28'-17'-34,"8"7"-10,13 33-1,9 0-11,7 1-191,6 0 68,-1-9 0,1-1 157,11 12-12,-1-3 23,-10-7-45,-11-8 56,-2 0 33,-3-1-33,-7 1-33,-8 1-1606,-5-1 1,-4 0 1239,6-3 0,-1-1 0,0 2 0,1-1 1,2-3-1</inkml:trace>
  <inkml:trace contextRef="#ctx0" brushRef="#br0" timeOffset="31303">17053 9897 15795,'-24'-2'444,"0"0"1,-6 7 0,2 7-412,6 9 1,4 4-936,-3 1 1,3 2 907,2 3 0,4 1-6,5-8 0,3-1 118,0 6 0,5-3-617,9-8 0,3-4 499,13 6 0,-2-24 0,0-7-196,-3-5 0,-1-3 218,2-5 1,-1-1-642,0-3 1,-2-2 702,0-2 0,-2-1 43,-7 10 0,0 0 1,-2-1 252,0-10 1,-3-3 0,0 2-123,-1 8 0,-2 1 0,0 0 3,-2-7 0,-1-2 1,-1 4 186,-2 1 0,0 4-107,-2 4 1,0 2 5,-4-7-347,1 14 568,2 12-607,2 17 0,2 10-114,1-1 0,0 4 0,1 0-128,-1 2 1,0 0-1,2 1-97,1 6 1,1 0 0,2-2-284,-1-9 0,2-3 0,1 0-762,5 8 0,4-1-216,0-5 1,4-2 1309,0-7 0,0-2 1,4 1-1,-4-9 1</inkml:trace>
  <inkml:trace contextRef="#ctx0" brushRef="#br0" timeOffset="31784">17437 9910 18294,'-22'-7'588,"1"0"0,-13 1-588,30 16-67,2 7 22,3 1-145,7-1-213,7-3-12,3-9 0,3-2 370,3-6 1,0-3 44,1 1 0,-1-1-353,0-5 0,-3-1 375,5-7 12,-7 4 34,-6 3-12,-6 5-191,-4 13 135,-6 11 33,-6 18-5,2-11 1,-1 3-710,-3 5 0,1 2 752,3-7 0,0 1 0,0 1 0,-1 2 0,1 1 0,0 1-60,1 1 0,0 1 0,0 1-248,1 0 0,0 1 0,0 2 0,1-3 239,1-5 1,0-1 0,0-1 0,0 1 4,-1 8 1,1-1-1,0-4 43,1-2 1,0-8 711,-1-13-11,-1-7-639,-5-8 134,-3-7 0,-1-4-184,2 1 0,0-1 353,-6-10 0,1-2-415,4 4 0,2 0 0,1-1 0,1-1 233,2-2 0,1 0-423,2 0 0,1-1-326,5-1 1,3 0-497,4 2 0,3 0 0,2-1-81,6 0 1,2 0 0,1 0 682,1 0 0,0 0 1,-1 2-1,-4 8 1,-1 0-1,-2 4 0,9-7 1</inkml:trace>
  <inkml:trace contextRef="#ctx0" brushRef="#br0" timeOffset="32100">17849 9801 12770,'0'-3'3276,"0"0"-2227,0 3-914,-12 28 77,4 3-195,1-3 0,0-1-17,3-7 0,2-2 0,13 11 0,0-20 67,12-2 90,12-20 95,-18 4 1,0 0-136,1-1 1,-2-1 106,7-7-123,-15 12-101,-3 3-79,2 2-548,13 4-1827,13 6 1115,-14-6 0,0 1-300,3 2 1,-1-1 1429,12-2 0,-14-2 1,-4-1-1</inkml:trace>
  <inkml:trace contextRef="#ctx0" brushRef="#br0" timeOffset="32403">18343 9821 18059,'-36'-4'500,"1"-1"1,0 6 0,4 6-529,9 10 0,3 4 22,4-2 0,3 0-101,4-1 1,3 0-96,2 1 23,2-5-56,3-6 67,7-3 302,7-6-89,2-4 0,2-1-11,-6-1-34,-1 2 0,0 2-180,10 2-2296,4 4 837,-7-1 1,1 0 1397,1 1 0,-2-1 0,5 1 0,-6-3 0</inkml:trace>
  <inkml:trace contextRef="#ctx0" brushRef="#br0" timeOffset="33053">18506 9813 14383,'3'-36'3276,"1"8"-2058,-4 25-1117,-1 2-34,-2 4 202,-2 8 67,-5 21-280,2-3-51,3-8 1,0 0-6,2 5 0,1-4 0,4-4-11,8-4 123,6-8-33,3-7-23,4-7-12,-7-5 24,0-3 44,-3 0-12,-2 0 68,-1 3-123,3-2-56,-3 5-11,2 1 10,-4 6-21,-1 1-46,-1 2 68,-1 0 11,0 0 23,5 0-1,3 0 45,2-1-33,1-1-23,-7-1 0,-2 1-11,-2 1 0,-3 0-22,-1 1 78,2 6-45,0 0 0,3 6 12,0 0-23,0-1 0,2-2 0,1-1-45,1-3-56,9-2 90,3-9 11,1-1 0,-1-7 11,-9 1 11,-3 1 68,-1 1 145,-2 2-212,-3 4-91,0 2 35,-1 3-124,2 0-101,1 4-156,1 2-303,0 7-1099,1 2-1461,2 5 2457,0-7 1,-1 0 0,-4-11 0</inkml:trace>
  <inkml:trace contextRef="#ctx0" brushRef="#br0" timeOffset="33251">19178 9706 19336,'-2'24'-314,"-1"-5"-1030,-2 17-505,0-11-1428,1-1 2891,1-6 1,2-7 0,1-6 0</inkml:trace>
  <inkml:trace contextRef="#ctx0" brushRef="#br0" timeOffset="33419">19229 9456 12300,'-1'21'-704,"1"1"1,-5 5 0,13-15 0</inkml:trace>
  <inkml:trace contextRef="#ctx0" brushRef="#br0" timeOffset="33650">19523 9630 15291,'-6'-1'3276,"-24"13"-2664,10 11-573,2-5 1,1 1-29,2 14-22,10-3-34,11-12-314,9-2-1579,17-4 1746,-3-8 0,6-2 0,-4 0 0,-10 1 0,-1-1 0,6-2 0,-1 1 0,1-1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8:01:31.65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8582 8739 15464,'31'-10'130,"1"0"1,-1 1 0,3 2-109,-2 5 0,2 2 1,0 1-888,-4-1 1,0 0 0,2 0 864,0-1 0,2 1 0,2 0 0,1-1-135,-5 1 1,0-1 0,2 0-1,0 0 1,2 0 0,0 0 150,-4 0 1,1 0 0,1-1 0,0 1 0,1 0-1,0 0 1,0 0 0,0-1-172,0 1 0,0 0 0,0 0 0,1 0 0,-1-1 0,1 1 0,0 0 0,-1 0 173,3-1 0,0 1 0,1 0 1,-1-1-1,0 1 0,0 0 0,-2 0 1,-2 0-195,2 0 0,-1-1 0,-2 2 0,0-1 0,0 0 0,-1 0 234,6 0 1,0 0-1,-1-1 1,0 1-1,-1 0-117,-3 1 0,0-1 1,-1 0-1,-1 0 0,0 0 112,4 1 0,-1-1 1,0 0-1,-2 1 16,5-1 0,-1 1 0,-2 0-58,-6-1 1,-1 2-1,-2-1 532,4 0 1,-3 0-533,6-1 1985,-17 0-1582,-9-1 2846,-4-3-3237,-2 2 1616,-2-2-1639,-1 1 316,0 2-966,-1 0-1087,0 1-1266,-1 4-274,0 3 2457,1 4 1,2-3 0,2-1 0</inkml:trace>
  <inkml:trace contextRef="#ctx0" brushRef="#br0" timeOffset="599">12026 8705 18541,'36'-3'259,"0"0"0,0 0 0,0 1 1,0-1-1,1 0 0,-1 0 1,-1 0-1080,-3 0 1,-2 0 0,1-1 0,0 1 396,1 0 0,0 0 1,1 0-1,-1 0 431,1 0 1,0 0-1,-1 0 1,0-1 2,-1 2 0,0-1 1,0 0-1,-1 0 155,7 0 0,0 0 0,0-1-155,-6 1 0,1 1 1,0-1-1,-3 0 239,2 1 0,-1 0 0,-2-1-280,0 1 0,-1 0 1,-4 1-341,8-1-941,-26 2-941,-17 6-1025,-9 3 2695,3 0 0,-1 0 0,-3 1 1,0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8:02:10.85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15002 5025 8624,'2'-3'3276,"0"1"-1655,2-16-1150,-3 10 55,3-14-133,-5 15-181,-3 0-144,-4 0 32,-19-1-55,7 5 0,-2 0-34,-1 1 0,0 0-418,-5 0 0,1 2 412,4 1 1,1 1 5,-2 1 0,1 1-11,-2 0 0,0 2 0,-1 1 0,1 1-11,0-1 0,-1 2 16,-8 3 1,1 2-1,9-4 1,1 1-1,-6 3 1,2 0-351,-1 7 312,3 2 33,5 1-12,3 4 12,1 4 0,4-5 0,1 3 6,1-7 0,1 2-780,-2 8 1,-1 1 773,4-8 0,1-1 0,-1 2 0,1 0-269,1 2 1,0 0 273,0 0 1,1 1 39,1 1 0,0 0-23,1 0 1,0 0 33,1 0 0,1 1 18,0-2 1,0 2 0,1-2-321,-1 6 0,1 1 268,0-5 1,0 1 0,-1-2 16,1 5 0,0-2 0,0 1 0,0 0-11,1-1 0,0 0 22,1 0 1,1-2-12,1 0 1,0 1-7,1-4 1,1 2 0,0 0-12,1 0 1,1 1-1,0 0-11,0 0 0,0 0 1,1-1-5,0-1 1,0-2-1,1-1-210,4 2 1,0-1 218,3 0 1,3-1-11,3 0 0,3-1 16,-6-8 0,1-1 1,1 0 17,3-1 1,1-1-1,4 0-226,-3-3 0,3 0 0,2-1 0,1 0 0,1-1-361,-1-2 1,2 0 0,1-1 0,0-1 0,1 0 0,-1 0 341,-3 0 0,0 0 0,1-1 0,-1 0 1,0 0-1,-1-1 0,-1 0 0,4 1 0,0-2 1,-2 1-1,-1-2 0,-4 0 0,0-1 0,0 0 1,-1 0-1</inkml:trace>
  <inkml:trace contextRef="#ctx0" brushRef="#br0" timeOffset="899">23522 4915 13364,'23'-4'526,"1"1"1,-1 1 0,0 1-258,11 10 67,-5 5 0,3 7-172,-7 0 0,1 3 1,0 2-948,-6-7 0,0 1 0,0 1 0,-1 1 791,2 4 1,0 2-1,-1 0 1,-1 0 28,0 4 0,-2 0 1,-1 3 2,-5-7 0,0 3 1,0 2-1,-2 0 0,-1 0-29,0 0 0,-2 1 1,-1 0-1,-1 1 0,0 2-6,-2-1 1,-1 1 0,0 1 0,-2 0-1,0 0 1,0-2-475,-2-1 0,0 0 0,-1-2 0,-1 1 0,-1-2 477,-1 1 1,-1-1 0,-1-1 0,-1 0 0,0-3-82,-4 8 0,-1-2 1,-1-1 60,3-8 1,0 0 0,0 0 0,-2-1-26,1 1 1,-1-2 0,-2 1-1,-1 0-492,-4 1 0,-3 1 0,-1 0 1,-2 0-1,-1-2 529,4-5 0,-2 0 0,-2-1 0,0 0 0,1 0 0,0-1 0,3 0 0,-2 2 0,1 0 0,2 0 0,-1-1 0,0-2 0,-9 1 0,1-1 0,-1 1 0,1-1 0</inkml:trace>
  <inkml:trace contextRef="#ctx0" brushRef="#br0" timeOffset="3186">1687 10920 12232,'-28'-8'363,"0"-1"0,0 1 0,2 0 0,0 1 1,3 2-331,-13 2-56,8 4 1,0 2 22,5 2 0,0 2-1099,-8 3 0,1 2 1099,5 3 0,3 1 11,-1 3 1,0 1-1,1 2 0,1 1-11,1 3 0,1 0 5,1 0 1,1 3-6,2-2 0,0 3 0,0-1-6,-1 4 1,1 0-3,2-4 1,0 2 0,2-2-5,1 2 1,1 0 11,1 1 0,1 1-6,1 2 1,0 1 8,3-11 1,1 1 0,0 0 3,0 0 1,1 2 0,0 1 98,1 4 0,0 2 1,0 2-1,1 1-590,1-4 1,0 1 0,1 0-1,0 1 1,0 0 516,0 0 1,0 0 0,-1 0-1,1 0 1,1 0-5,0 1 0,1 0 0,0-1 0,1 0 1,-1-3 18,0-1 1,1-3 0,-1 1 0,2 0-25,0 1 1,1 2 0,0 0 0,1-1-1,-1-1-13,1-1 0,-1-1 1,1 0-1,0 0-11,1 0 0,-1 0 0,1 1 0,1-1 0,2 0 0,4 4 0,2-1 0,2-1 0,-1-1-338,-3-7 1,0-1 0,0 0 0,2 0 227,1-1 0,1 2 1,1-1-1,1-1 0,-1-3-353,10 4 0,0-4 0,2-2-190,-7-4 0,2-2 0,1 0 1,0-2 652,4-1 0,0-1 0,0-2 0,-2 1 0,-5-1 0,-2-1 0,0 0 0,9-3 0,-1 0 0</inkml:trace>
  <inkml:trace contextRef="#ctx0" brushRef="#br0" timeOffset="3949">10049 11110 10631,'29'12'517,"0"-1"1,-1 0 0,1 3-1,-1 0 1,-1 3-190,-3 3 1,-1 2 0,-2 2-1422,1 3 1,0 2 0,-2 1 1229,-6-5 1,0 0 0,0 1 0,-2 2-40,-1 1 0,0 1 0,-2 1 0,0 0 0,-1 2 0,-1 0 1,-1 1-1,-1 0-308,-1 1 0,-1 2 0,0-1 0,-1 0 266,0 2 0,0-1 0,-1 1 0,-1-1-193,0-7 0,-2 1 1,1-1-1,-1 0 0,0 0 159,0 7 1,-1 0-1,0-1 1,-1 0-9,-1-1 0,0-1 0,-1 1 0,-1 1-235,0-7 0,-1 2 1,0 0-1,-1 0 1,0-1-1,0-1 221,-2 5 0,0-1 0,0-1 0,-2 2-34,0-2 1,0 2-1,-2 0 1,0-1-1,0-3-114,0-1 0,0-3 1,-2-1-1,1 0-172,-2 0 1,0-1 0,0 0-1,-1-1-313,-1-1 0,0 0 0,0 0 0,-1-2-187,0 0 1,-1-2 0,0 0 0,0-1 735,-9 3 1,0-1 0,2-2-1,3-1 1,1-2 0,5-5-1,-1-1 1</inkml:trace>
  <inkml:trace contextRef="#ctx0" brushRef="#br0" timeOffset="5449">11228 6241 15719,'29'-2'235,"0"0"0,1 0 1,2 0-1,2 0 0,0 0-217,2-1 1,0 0 0,1 0-839,-6 1 1,1 0 0,0 1 0,0-1 255,2 1 0,1 0 0,-1 0 1,0 0 389,0 0 0,-1 1 0,0 0 1,0 1-566,-1 0 0,0 1 1,-1 0-1,-1 1-354,7 1 1,-2 1 0,-1 0 870,-3 2 0,-1 0 0,-4 0 1,-1 0-1,-4-1 0,8 4 1</inkml:trace>
  <inkml:trace contextRef="#ctx0" brushRef="#br0" timeOffset="6118">4245 6920 13375,'28'1'354,"1"0"0,-1-1 0,3 1 1,-1-1-1,2 1-198,1 0 1,0 0 0,1-1-977,-5 1 1,0-1 0,0 0 0,2 0 595,2 1 1,1-1 0,1 0 0,0 0-85,-5-1 1,1 0 0,0 0 0,1 0 0,-1-1 262,4 1 0,-1-1 1,1 1-1,0-1 0,1 0-146,-5 0 1,0-1-1,0 1 1,0-1 0,2 0-1,2-1-174,-5 1 1,2 0 0,2-1 0,0 0 0,0 0 0,1 0 0,-1 0 0,-1 0 0,-1 0 171,3 0 0,-1-1 0,-1 1 1,0-1-1,0 1 0,0-1 0,-1 1 1,5-1-1,1 0 0,0 0 0,-2 0 1,-2 0-1,-4 0 0,2 0 0,-1-1 1,0 1-1</inkml:trace>
  <inkml:trace contextRef="#ctx0" brushRef="#br0" timeOffset="6915">4410 6220 12938,'24'-7'145,"0"0"1,0 1 0,12-3 0,0 2-128,-7 5 1,1 2 0,2 0-839,-3 0 1,2 0 0,0 1 0,0-1 234,2 1 1,0 0-1,0 0 1,1 0 598,3 0 0,1 0 0,0 1 0,-2-1-72,-4 0 1,0 0 0,-1-1 0,0 1 65,2 0 1,1-1-1,0 1 1,0-1 21,0 0 1,-1 1 0,2-1 0,1 0-18,-6-1 0,2 1 0,1-1 0,0 0 0,-1 0 0,1 1-88,-2-1 0,1 1 1,-1-1-1,1 0 1,-1 1-1,0-1-452,5 0 1,1 0 0,-1 0 0,-1 0 0,0 1-294,3-1 1,-1 0 0,-2 0 0,-3 1 580,-3 0 1,-3 0 0,-3 0-1,-1 0 1,-3 0 0,10 0 0</inkml:trace>
  <inkml:trace contextRef="#ctx0" brushRef="#br0" timeOffset="7233">7137 6144 11784,'33'-9'241,"0"0"0,0 2 0,3 1 0,-2 2-230,-8 1 0,-1 2 0,2 0-831,1-1 1,2 1 0,0-1 0,-1 2 368,5-1 1,-2 1 0,2 0-208,1-1 0,1 1 1,0 0 657,-7 0 0,1 0 0,-2 0 0,-2 0 0,8 0 0,-4 0 0,-4 0 0,-1 0 0</inkml:trace>
  <inkml:trace contextRef="#ctx0" brushRef="#br0" timeOffset="7499">8909 6144 12311,'-3'-2'1681,"31"-7"-1245,2 4-1316,2 0 0,2-1 1115,-1 1 1,2 2-996,-8 0 0,2 0 0,1 0 767,3 0 1,2 0 0,0 0-8,-6 0 0,1 1 0,-1 0 0,2 0-229,0 0 0,0 0 1,1 1-1,3-1-318,-5 1 1,3 0 0,0 0 0,1 1 0,-1-1 0,-1 0 456,0 1 1,-1-1 0,-1 1 0,0 0 0,-1-1 0,8 1-1,-1 0 1,-1 0 0,-5-1 0,1 1 0,-1 0 0</inkml:trace>
  <inkml:trace contextRef="#ctx0" brushRef="#br0" timeOffset="9949">5798 5437 11773,'30'-1'546,"-1"1"0,0-1 0,1 1 0,2-1 0,0 0 0,-1 0-219,0 0 0,0-1 1,-1 1-1744,7-2 0,0 0 1419,-10 1 1,0 0 0,1 0-603,2-1 0,0 0 0,0 0 599,3-1 0,-1 1 0,1-1 18,1 0 1,0 0 0,0-1-179,1 1 0,0-1 1,-1 0 159,1 1 0,-1 0 0,3-1-191,-2 0 1,2 1 0,1-1 0,-1 0 172,-7 1 0,0 1 0,0-1 0,0 1 0,0-1-91,6 0 1,0 0 0,0 0 0,-1 0 32,-3 1 1,-1 0-1,0 0 1,-4 1-267,11-1 0,-4 1-128,0 1 0,0 0-477,-2 1 0,0-1-135,0 1 1,-1 0 1081,2 0 0,-2 0 0,4 0 0,-6 0 0</inkml:trace>
  <inkml:trace contextRef="#ctx0" brushRef="#br0" timeOffset="10482">9286 5449 10832,'33'-2'262,"-1"1"1,0-1-1,0 0 1,0 0-1,0 0 1,-1 1-1,-2 0-307,2 0 0,-3 1 1,2-1-1049,2 1 1,1 0 0,0-1-1,2 1 1,1 0 0,0 0 272,-8 0 1,0 0 0,0 0 0,1 0 605,0 0 0,2 0 0,-2-1 0,-2 1 0,7 0 0,-3 0 0,-5 0 0,0 0 0</inkml:trace>
  <inkml:trace contextRef="#ctx0" brushRef="#br0" timeOffset="10716">11686 5539 8947,'37'2'620,"1"0"1,-1-1 0,-6 1 0,0-1 0,0 0-621,1 0 0,-1 0 0,0-1-206,-3 1 1,-1 0 0,3-1 205,5 0 0,4 0 0,0 0 0,-5 1 0,1-1 0,-2 0 0,0 0 0,0 0 0,0 0 0</inkml:trace>
  <inkml:trace contextRef="#ctx0" brushRef="#br0" timeOffset="13050">4868 4787 13532,'31'-2'306,"-1"0"0,0 0 1,3 0-139,-4 2 0,3 1 0,-2-1-1261,-2 1 1,-1-1 0,2 1 1086,0-1 0,2 0 0,1 0 0,-2 1-386,5-1 1,-1 0 0,0 1 398,1-1 1,1 0-1,0 0-7,1 0 0,0 0 0,1 0 8,-10 0 1,1 0-1,0 0 1,-1 0-9,1 0 0,-1 0 0,1 0 0,2 0-66,2 0 1,2 0 0,0 0 0,1 0 0,0 0-251,-5 0 1,0 0-1,1 0 1,-1 0 0,1 0-1,-1 0 253,7 0 0,-1 0 1,1 0-1,-1 0 1,0 0-15,-2 0 1,0 0 0,-1 0 0,-1 0 0,-1 0-301,7 0 1,-3 0-1,1 0 362,-1 0 0,1 0 1,-1 0 6,-1 0 1,0 0-1,1 0 8,-1 0 0,2 0 0,1 0 0,-1 0 11,-1 0 0,0 0 1,1 0-1,-1 0-11,0 0 0,0 0 0,-1 0 0,0 0 14,-4 0 0,0 0 0,-2 0 0,-1 0-3,10 0 0,-1 0 0,-6 0 1,1 0-1,-1 0 0,3 0 0,0 0-7,-7-1 0,1 1 0,0 0 57,10-1 1,-2 0 287,-8 0 0,-1 0-338,7 0 0,-2 0 0,5-1 57,-7 1 33,-5 0 1258,-5 0-1213,-2 0 2675,0-1-2563,0 1 111,14-3-201,-3 1-123,-9 1 0,1-1 1342,13-1-1342,-15 2 0,0-1 16,1 1 1,1-1-34,-1 1 0,1 0-23,0-1 1,1 1 33,6 0 1,1 0 4,0 0 1,0 1-17,-1 0 0,-2 0-22,-2 0 0,-2 0 27,4 0 291,-4 0-268,-4-1-56,-6 0 0,-3 2-3277,-4-2 3225,-3 1 0,-2 1 0,0-1 0</inkml:trace>
  <inkml:trace contextRef="#ctx0" brushRef="#br0" timeOffset="14166">9982 4733 13240,'28'-3'375,"0"0"1,0 0-1,7-1 1,-1 0-337,-2 3 0,0 1-599,-6 0 0,-1 0 566,2 0 0,0 0-593,1 0 1,0 0 636,1 0 1,0 0-7,1 0 1,2 0 48,1 0 1,2-1-1,0 1-52,-7 0 0,-1-1 0,2 1-281,-1-1 0,2 1 1,0 0-1,-1-1 270,2 0-1,-2 1 1,1-1-15,1 1 0,0-1 0,0 0 7,1 1 1,0-1-1,-1 1-7,1-1 0,-1 1 0,1 0-12,-2 0 1,0-1 0,2 1-1,-3 0 0,2 0 0,0 0 0,0 0-550,0 1 0,0 0 0,1 0 0,-1 0 547,0-1 0,-1 1 0,1-1 0,-1 1 3,8 0 1,-1 1 0,-2-1-65,-8 0 1,-3 0-1,1-1 61,12 1 0,-1 0 0,0-1 0,-1 1 0,-2-1 0,1 0 5,-4 0 1,2 0-2,-5 0 0,0-1 0,-1 0 7,2 0 0,0-1 0,6-1 0,-1 0 202,-13 1 0,-2-1-213,15-3 1168,-6 2-1168,-8 0 2714,-7 2-4294,-6 1-1697,-3 1 3272,0 0 1,-1 0 0,0 0 0</inkml:trace>
  <inkml:trace contextRef="#ctx0" brushRef="#br0" timeOffset="17752">4523 10818 13263,'0'-4'2633,"0"0"-1602,0 4-908,3 28-55,0-4-40,0 10 0,1 2-422,-1-14 1,-1 0 225,1 6 0,0 1-482,0-5 0,-1-3-1109,2 10-1518,1 4 2858,-3-21 0,0-3 0,-2-7 0</inkml:trace>
  <inkml:trace contextRef="#ctx0" brushRef="#br0" timeOffset="17935">4406 11154 16535,'-4'8'-45,"4"1"-605,15 3-2627,12 6 391,-5-8 2886,8 1 0,-19-9 0,-1-2 0</inkml:trace>
  <inkml:trace contextRef="#ctx0" brushRef="#br0" timeOffset="18133">4614 11120 14641,'-12'18'59,"0"1"1,0-2 0,3 0-306,2 12-616,2-7-1794,0 5 2656,4-13 0,0-6 0,1-3 0</inkml:trace>
  <inkml:trace contextRef="#ctx0" brushRef="#br0" timeOffset="20937">6938 9043 15066,'13'29'22,"0"-1"1,0-2 0,-3-2-34,-1 4-326,-2-1-761,-3-6 1,-2-1-1940,1 10 3037,-1-10 0,-2-2 0,0-4 0,0-4 0</inkml:trace>
  <inkml:trace contextRef="#ctx0" brushRef="#br0" timeOffset="21150">6877 9326 13330,'33'13'-1804,"-2"-4"1804,3-8 0,-18-1 0,5 0 0</inkml:trace>
  <inkml:trace contextRef="#ctx0" brushRef="#br0" timeOffset="21332">7148 9229 16513,'-22'22'-583,"1"1"-807,11 1-1769,2 0 3159,2 0 0,3-11 0,3-4 0</inkml:trace>
  <inkml:trace contextRef="#ctx0" brushRef="#br0" timeOffset="22033">8302 9057 16804,'14'29'20,"0"-1"0,0 1 0,0-2 1,-2-1-1,-2-2-613,-4-5 0,-1 0-52,0 0 1,-1-1-2325,3 17-308,-1-4 2899,-3-7 0,-1-12 1,-2-5-1</inkml:trace>
  <inkml:trace contextRef="#ctx0" brushRef="#br0" timeOffset="22216">8263 9362 11975,'-3'-2'1153,"0"0"-1108,3 2-907,37 4-2130,-3-2 1353,-6 0 1,0 0 1576,-7-1 1,-3-1-1,-3 0 1,-4 0-1</inkml:trace>
  <inkml:trace contextRef="#ctx0" brushRef="#br0" timeOffset="22350">8516 9350 14887,'-21'16'12,"3"0"-3289,11 9 3020,4-3 1,0-3 0,3-9 0</inkml:trace>
  <inkml:trace contextRef="#ctx0" brushRef="#br0" timeOffset="22699">9464 9018 17398,'0'36'-127,"0"0"0,2 2 0,2-1-182,3-6 1,0-1-1331,1-1 1,0-2-1639,4 8 0,-2-5 3061,-1-6 0,-5-11 0,-1-5 0</inkml:trace>
  <inkml:trace contextRef="#ctx0" brushRef="#br0" timeOffset="22899">9414 9387 11941,'-4'0'1782,"0"-1"-1625,4 1-617,38 1-2083,-6-1 1753,-5-1 0,0-2-1225,10-3 2015,-13-5 0,-11 5 0,-3 1 0</inkml:trace>
  <inkml:trace contextRef="#ctx0" brushRef="#br0" timeOffset="23032">9648 9323 15851,'-5'-12'101,"-5"15"-1524,-1 17 1423,-4 13 0,6-13 0,3-3 0</inkml:trace>
  <inkml:trace contextRef="#ctx0" brushRef="#br0" timeOffset="23453">10688 9070 16288,'7'26'190,"0"0"1,1 0 0,0-1-186,2-5 1,-1 0-380,1 1 0,-1 0 178,-1-1 0,0-1-191,-1 0 0,0 0-1842,5 15-1048,-2-4 2617,-3-7 0,-3-10 0,-2-6 0</inkml:trace>
  <inkml:trace contextRef="#ctx0" brushRef="#br0" timeOffset="23752">10675 9393 14742,'19'-2'-34,"13"0"-173,-12 2 0,-1 0 195,1-1 1,-1-1 11,12-2 34,-15-2 224,-4-1 258,-5 2 55,-3 1 258,-4 3-818,0 1-11,-3 0-11,-2 4-79,-3 2-896,-3 7-627,1 3-1664,0 3 3194,5 0 0,3-9 0,2-2 0</inkml:trace>
  <inkml:trace contextRef="#ctx0" brushRef="#br0" timeOffset="24069">11778 9051 18059,'-6'24'-101,"0"1"0,1-1 0,2-1-218,4-3 0,1-1-584,0 0 1,0 0-1732,5 17 2667,-3-15 0,1-1 0,-1 0 1,2 1-1</inkml:trace>
  <inkml:trace contextRef="#ctx0" brushRef="#br0" timeOffset="24283">11749 9303 15291,'-12'5'180,"6"0"-404,24 4-841,-1-4-694,1-1 89,0-3-178,-1 0-1323,0-1 3171,0-3 0,-8 2 0,-1-2 0</inkml:trace>
  <inkml:trace contextRef="#ctx0" brushRef="#br0" timeOffset="24421">11897 9305 15448,'-19'-10'549,"3"4"-549,7 11-246,-2 3-1290,0 5-1741,-1 1 3034,1 0 1,5-6 0,2-2 0</inkml:trace>
  <inkml:trace contextRef="#ctx0" brushRef="#br0" timeOffset="25400">4132 10355 15157,'3'-6'722,"15"1"1,6 1-566,-6 1 0,2 1-1250,5-1 1,4 0 0,0 0 1052,-2 0 1,0 1 0,1-1 84,4 1 0,0-1 0,1 0-27,2 0 1,1 0 0,2 0-430,-7 1 0,1 0 0,2 0 0,0-1 0,-3 1 411,1 0 0,-2 0 0,0 0 0,2 0-3,-2 0 1,2 1 0,0-1 0,-1 0 0,-2 1 169,4-1 1,-1 0 0,-2 1-168,-3-1 0,-1 1 0,0-1-6,6 0 1,-2 0-79,-6 0 0,-3 1 252,0-2 1757,-7 1-1343,-20-6 2377,-4 1-3048,-9-1-1390,-8 4 1479,2 8 0,1 2 0,0-3 0,-10 8 0</inkml:trace>
  <inkml:trace contextRef="#ctx0" brushRef="#br0" timeOffset="31471">8735 12896 13544,'27'-8'819,"0"1"0,-1 0 0,-3 0 0,1 1-706,1 0 1,6 1 0,0-1-1,-1 1-1206,1 1 1,0 0 0,-2 0 890,5 1 0,0 0-131,-5 0 1,1 0-1,-2 2-1306,-1-1 1,-2 2 1463,-2 1 1,-2 0 0,2-1 0,-8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8:02:59.55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15035 5511 12042,'-32'4'364,"0"1"0,0-1 0,0 1 0,0-1 0,0 1 0,0-4 0,2-1 0,1 2 0,-1 3-2,-2 7 0,-1 5 0,0 3 1,2-1-1,4-2-1403,3-1 0,3-1 1,1 0 1040,-9 8 0,1 0 0,3 2 0,2 0-12,2 0 1,2 1-91,3 2 1,1 0 101,2 3 0,2 0 0,1 3 0,2 0 0,3-9 0,1 0 0,1 1 7,0 1 1,0 0 0,2 1-376,-1 0 0,2 1 0,-1 0 368,1 0 0,-1 1 0,1 0 0,0-1 0,0 1 0,0 1-483,0 2 0,0 1 0,0 0 0,0-1 486,0 3 1,0-2 0,0 1-4,0-1 0,0 2 0,0 0 0,0-3-23,0 1 0,-1-1 0,1-1 15,1 2 1,-1 1-1,1-1 4,1 0 1,0 0-1,1 2 4,-1-7 0,1 1 0,0 1 0,1 1 0,-1-1 0,1 2 0,0 0 0,0 0 0,1 0 0,-1 0-124,0 1 1,0-1 0,0 1 0,0-1 0,0 0 125,-1-2 0,1 1 0,0-1 0,-1 0 1,0-2-3,0 9 0,0-2 0,-1 0 3,1 1 1,-1 0 0,-1 1 18,0-10 1,0 0-1,0 1 1,-1-1-9,1 2 0,-1-1 0,0 0 0,0 1-3,-1-1 0,-1-1 0,1 2 0,-1 1-7,0 2 1,-1 2-1,0 0 1,0 0 0,1-2-5,-1 0 0,1-3 0,0 1 0,-1 0-25,1 0 0,-2 1 1,1 0-1,1-1 1,2-3-249,2 2 0,1-3 0,3-2-1055,4 8 1,6-5 1508,8-9 1,2-4 0,4 2-1,3-15 1</inkml:trace>
  <inkml:trace contextRef="#ctx0" brushRef="#br0" timeOffset="1817">10577 11776 13128,'-26'-11'418,"-1"0"1,2 0-1,1 3-238,-2 5-80,-1 1-44,-2 1-22,-1 4 11,-1 3-34,-4 6-11,17-4 0,0 1-933,-1 2 1,0 0 926,-1 1 1,0 0 10,1 1 1,0 1-42,-1 0 1,2 1 35,0 0 0,2 1 0,0 0 0,1 1 0,1 0 0,1 1 5,1 1 1,1 1-6,2 0 0,0 1 0,1 0 0,0 1 0,2-1 0,0 2 22,-3 13 1,1 0 16,2-7 1,1 1-433,0-2 1,-1 0 0,1 0 448,0 6 0,-1-1 44,0 3 1,-1 1-56,2-11 0,0 0 0,0 1 29,-1 1 1,0 1 0,0 1-12,1-1 1,-1 2-1,0 1-21,0 1 0,0 2 0,1 0 0,0-2-1,0 1 0,1-2 0,0 1-16,1-2 0,-1 1 1,1 0-1,1-4-461,1 9 0,0-3 486,1-1 1,0-1 104,2-2 0,1 0-122,1-1 1,0-1-1,3-1 1,3 0-16,1-2 1,2 0 0,1-1-19,4 3 0,1-2-378,0-3 0,1 0 0,1-4 294,7 0 0,1-5-230,5-1 0,1-3 45,-9-5 1,0-1-1,1 0-743,2-1 0,0 0 0,0-2 1012,2-2 0,0-1 0,-3 0 0,-1 3 0,-3-2 0,-4-2 0,-1 0 0</inkml:trace>
  <inkml:trace contextRef="#ctx0" brushRef="#br0" timeOffset="5156">3636 8207 15235,'31'1'135,"1"-1"-124,-6 1-11,6 0 11,2 0-6,-15-1 1,0 1 5,0 0 1,1 0-12,8 0 0,2 1-553,-8-1 1,0 0 546,8 1 0,-1-1 12,-8 0 0,-2 0-6,2 1 0,-1-1 5,-1 0 1,1 1-12,-1 0 1,0 0 10,0 0 1,1 0 138,8 1 1,2 0-157,3 0 1,0-1 11,1 1 0,-1-1-247,-1-1 1,-1 1 251,-8-1 1,-2 0-6,-1 0 0,0 0 0,0 1 0,-1-1 0,17 3-11,-2 0 11,-11-1 0,0 0 308,11 1-302,-12-1 0,-1 0-51,6-1 45,-2 1-11,-1-1 11,-1-2-11,0 1-67,8-1 66,-7 0-10,9 0 741,-8 0-719,2 0 0,0 0 0,-1 0-22,0 0 22,0 0 201,0 0-201,-6 0 0,1 1 34,13-1-286,-12 0 0,1 1 252,12-1 0,-15 0 0,-1 0 11,1 0 0,1 0-11,1 0 0,0 0 0,0 0 0,1 0-11,0 0 0,1 0 11,-1 0 0,1 0-11,0 0 0,1 0 22,-1 0 0,1 0-11,1 0 0,-1 0 11,1 0 0,1-1-5,-1 0 0,1 1 1,-1-2 1,2 1-1,-1 0-7,4-1 0,0 1-4,-5 0 0,1-1 1,0 0-435,-1 0 1,-1 0 0,-1 0 437,5-1 0,0 0 11,8-2 1,-1 1-271,-11 2 1,-1-1 263,-1 1 1,0 0-6,-1-1 0,0 1 11,-2 1 0,-1-1 1,16-1 4,-15 2 1,-1 0-6,6-1 405,-1 0-404,-14 1 1244,-5 0-1189,-1 1 673,-2 0-796,-1-1-3221,-5 1 3079,-8 2 0,5-1 1,-4 1-1</inkml:trace>
  <inkml:trace contextRef="#ctx0" brushRef="#br0" timeOffset="6835">5346 4840 12479,'-6'23'732,"1"1"0,0-1 0,2-2-362,3 11-168,3-1 33,2 0 11,6-4 23,3-4 0,3-5 34,3-4-34,3-7 67,1-3 67,2-8 34,3-5-612,2-8 326,-13 5 0,-1-1-17,2-2 1,0 0-556,2-2 0,0 0 465,2-2 1,-1 1-23,1-1 1,1-1 10,0 0 1,0 0-34,0 0 0,1-2 22,-1 2 1,2-2 0,0 0-27,2-1 0,0 1 0,0 0 4,0-1 0,-1 1 0,0 1 0,-2 2 0,-1 1 0,-2 2-11,-3 1 0,-3 3-34,11-7 45,-10 8-45,-5 4-33,-5 3 117,-3 3-330,-2 0-1677,-2 1-1309,0 3 3250,0 3 0,0-2 0,0 1 1</inkml:trace>
  <inkml:trace contextRef="#ctx0" brushRef="#br0" timeOffset="12784">9302 8215 16277,'35'1'56,"0"1"1,0-1 0,0 1 0,0-1 0,0 1 0,0-1 0,-2 1 0,1-1 0,0 1 0,-1-1 0,-1 0 0,-1 0 0,-2 0-877,6-1 1,-3 0 0,-1 0 0,1 0 620,3 0 1,0 0 0,1 0 0,0 0-166,-6 0 1,0-1 0,0 1-1,1-1 1,-1 1 365,1 0 0,0-1 1,0 1-1,0-1 0,1 1-110,-1-1 1,0 0 0,1 0 0,-1 0 0,1 0 116,0 0 0,0 0 0,0 1 0,0-1 0,0 0-9,0 0 0,1 0 0,-1 0 0,1 0 0,-1 0-5,1 0 1,0 0-1,0-1 1,0 1-1,-1 0 2,1 0 1,0 0 0,-1 0 0,1-1 0,0 1-1,-1 0 1,1-1 0,-1 1 0,0 0 0,1-1-1,-2 1 1,0 0 0,0 0 0,1-1 0,1 1-299,2-1 0,1 1 1,2-1-1,0 0 0,-2 0 1,-1 1-356,-2-1 1,-2 1-1,0-1 1,0 1 0,1-1 604,0 0 1,3 0-1,-1 0 1,0 0-1,-3 1 1,-5-1-1,12 0 1,-7 0-1,-7-1 1,0 1-1</inkml:trace>
  <inkml:trace contextRef="#ctx0" brushRef="#br0" timeOffset="14434">2192 9491 16395,'36'-4'24,"0"0"0,-1 0 1,2 0-1,1 1 1,1 0-1,-4 1-28,0 1 0,-2 0 1,1 1-817,0-1 1,1 1 0,0-1 0,-2 1 493,-1-1 1,-1 1 0,-1 1-97,0-1 0,0 0 1,0 1-375,-1 0 0,-1 1 1,0 0-76,-1-1 1,0 2 0,-1-1 772,12 3 1,-3 0 0,-14-2 0,-2 0 0,9 1 0</inkml:trace>
  <inkml:trace contextRef="#ctx0" brushRef="#br0" timeOffset="14754">2842 9494 14451,'-9'34'201,"-1"0"1,1 0 0,3-1-12,6-6 1,2-1-1154,-1 4 0,0 1 1036,1 3 0,0 1-40,-1-11 1,0 1-1,0 2-22,1 1 0,-1 2 1,1 1-1,-1-3-19,1 3 1,0-2 0,1 1-544,-1-1 0,0 1 0,1 0 1,0-3 404,1 0 0,0-3 1,0 0-449,4 10 0,0 0-240,1-3 0,2-2 834,7 3 0,1-4 0,-2 2 0,8-3 0</inkml:trace>
  <inkml:trace contextRef="#ctx0" brushRef="#br0" timeOffset="15267">3235 10420 13420,'14'-27'298,"1"0"1,-1 1 0,0 1-193,-2 6 1,-1 0-6,0 0 0,0 0-292,-1 0 1,-1 0 252,-1 1 0,-1-1 521,2-15-169,-4 4 79,-3 4 360,-14-1-427,-7 9-314,-3 3-112,1 10 0,10 5-90,4 1 279,4 5-268,1 5-22,3 5-123,7 3-89,4 0 78,9 0-80,2-1 74,-5-5 1,0 1-40,7 7 274,-9-7 1,-1 1 16,2 8-28,-8-6 0,-1 0 6,5 10-298,-6-9 1,1 0-392,2 2 0,0-2-566,10 11 519,-6-11 1,2-2 51,14 2-2319,3-6 3014,3-6 0,-15-4 0,-5-2 0</inkml:trace>
  <inkml:trace contextRef="#ctx0" brushRef="#br0" timeOffset="15667">3911 10142 14350,'-16'-17'877,"0"0"1,0 2 0,1 4-564,-6 7-45,-2 6-68,-2 6-44,0 8-55,1 10-396,14-10 0,0 0 294,1 2 0,2 0-12,1 1 1,2 0-34,-1 17 22,3-4-78,6-6-33,3-7 22,7-9 245,3-5-133,3-7 100,2-5-55,1-7-11,-1-6-23,-1 0 11,-3 0 57,-4 6-79,-5 5 33,-4 4-33,-3 4 333,0 1-333,2 2-45,2 3 0,7 5-280,0 5-190,4 4-936,-4-2 0,2 0-188,1-3 1,1-1 1504,0 0 1,-1-1-1,8-2 1,-14-10-1</inkml:trace>
  <inkml:trace contextRef="#ctx0" brushRef="#br0" timeOffset="16033">4173 10182 12938,'-4'-23'1638,"-1"0"0,-2-13 991,1 28-2394,1 5-324,2 2-90,0 5 179,2 6 33,8 9 90,5 8-106,-3-10 0,3 0-171,1 1 1,1 0 153,1-1 0,0 0 22,-1-2 0,2-1-22,3 0 0,0-2-11,6 1 11,1-3 67,-16-10 79,-5-3-12,2-6 207,-1-7-206,2-8 22,-2-4-78,-1-4-63,-1 7 1,-1 0-23,0 6 1,0 0-1,0-5 1,1 2-62,1-1-248,-1 9-849,0 8-181,1 3-145,3 7-1222,5 3-565,2 5 3068,3 2 0,-8-5 0,-2-3 0</inkml:trace>
  <inkml:trace contextRef="#ctx0" brushRef="#br0" timeOffset="16452">4664 10098 13352,'-3'2'763,"1"0"-696,2-2-146,7 20 79,0-16 23,8 16 33,-1-23-56,9-13 22,-7 1 124,3-12 167,-11 7 181,-2 0 77,-3-2-33,-2 3 22,-2 1-22,-4 3-34,-3 4-78,-5 5-358,0 2-35,-2 3-33,-1 7 0,-7 19-22,5 2-258,8-7 0,0 2 280,1 13-157,4-10 1,5 1-35,7-1 0,4-1-240,-1 0 0,2-1-451,9-4 1,3-4 141,-1-7 1,1-3-769,2 0 1,0-3 1507,5 0 0,-2-1 0,5-1 0,-5 0 0</inkml:trace>
  <inkml:trace contextRef="#ctx0" brushRef="#br0" timeOffset="17073">4952 10221 11179,'13'-22'754,"0"0"1,-1 0 0,-1 2-274,7-12-3382,-4 1 3630,-2 1 21,-4 4 897,-4 4-975,-3 6 507,-1 6-731,0 5-448,-1 3-44,0 2 1811,1 11-1644,1 3-95,5 6 0,1 2-61,6 10-496,-3-10 0,2 0-188,5 8-751,3-5-171,-3-14 1,2-3 818,13 3 1,-2-6 0,-15-5 0</inkml:trace>
  <inkml:trace contextRef="#ctx0" brushRef="#br0" timeOffset="17428">5447 9921 15247,'-22'-5'586,"0"0"0,1 1 1,3 1-487,1 7-100,3 4-44,3 8 44,6 6-12,3 4-55,10 1-11,5 0-180,10-2-338,5-2 584,1-2-159,0-1-75,-2-2 145,-3-2 56,-6-2-78,-5-2 56,-8 3 157,-3-4 430,-10 3-285,-4-5-55,-7-2-34,-4 0-113,-3-2 1,1-2-34,1-1 0,4-1-213,5-1-1053,7-1-1804,4-4-207,12-5 3267,7-6 0,-3 6 0,2 0 0</inkml:trace>
  <inkml:trace contextRef="#ctx0" brushRef="#br0" timeOffset="18071">5914 9914 17286,'-35'-4'452,"0"0"0,7 2 0,2 4-430,7 3 0,2 5-28,3 8 1,2 2-40,-3 14-662,8-10 0,1 1 707,4-6 0,1 0 0,6 17 79,3-3-169,6-6 79,3-9 11,2-8 310,-2-6-220,1-7-46,1-5 35,1-6-34,1-6-23,0-1 34,0-1-56,-2 1 0,3 1-34,-7 8 12,1 3-34,-9 7 665,1 2-642,2 3 247,5 2-326,4 3-280,14 3 0,-5-6 11,8 0 370,-13-9 11,0-7 0,-1-7 33,0-8-124,-12 10 1,1-1 163,4-14 0,0-3-755,-4 6 1,0-1 722,-1 4 0,-1-3 0,-1 0 75,-1-4 0,-2 0 0,-1 1 7,0-4 0,0 0-22,-2 6 0,0-2 0,-2 4 145,-3 3 0,-1 2 253,-3 3 0,-3 2-499,-9 0-67,-2 17 67,6 24 22,10-3 0,2 4-804,0 5 0,0 4 782,2-9 0,0 2 0,1 0-4,0 3 1,1 1-1,1 0-19,0 1 1,1 0 0,2 3-256,1-7 0,0 2 0,2 1 0,2 0 0,2-2-378,2-1 1,3-1-1,1-1 1,1 1 0,0-2 357,0 2 0,1-1 0,0 0 0,0-2 0,0-2 0,8 5 0,-1-4 0,-1-5 1,-3-10-1,0 0 0</inkml:trace>
  <inkml:trace contextRef="#ctx0" brushRef="#br0" timeOffset="20012">7009 9792 14462,'-20'27'97,"1"0"0,2 1 0,4 0-97,8-4 0,4 1-664,1 1 0,2-2 658,2 0 1,4-2-23,1-2 0,2-3 28,3-2 0,3-3 0,0-3 0,1-2 169,18 0-449,0-13 146,-2-8 134,-18 3 0,-2-3 171,0-1 1,-2-2-105,0-7 0,-3-3 381,-4-1 1,-3-1-186,-2 1 0,-4 1-166,-4 2 0,-3 3 116,-3 8 1,-1 2-18,-1 2 0,-2 1-79,0 3 1,-1 1 10,-1 1 1,0 2-79,0 1 1,1 1-51,0 3 0,0 1-11,-12 6-11,6 5 586,10 2-620,8-1-154,11-3-2,12-6 21,13-3 79,-9-8 0,1-3-218,2-3 1,2-3-1,0-2 124,2-4 1,0-2 0,-1-1-137,0-1 0,1 1 1,-3-2 341,-1 1 0,-1-1 0,-3 1 11,-3-1 0,-2 1-423,-3 3 0,-2 1 636,1-13 156,-6 10-144,-3 8-87,-1 8-149,1 32 33,5 9-486,-2-1 1,1 4 478,-1-11 0,1 0 1,0 2 36,1 2 1,-1 2-1,0 1-154,-1 1 0,1 2 1,-2 2 92,0-7 0,-1 3 0,-1 0 1,1 0-1,-1-1-11,0-2 1,1 0 0,-2-1-1,1 1-23,0-1 1,-1 1 0,0 0 0,0-1-1,0-2-428,0 5 1,0-2 0,0-4 415,0-2 1,0-2 88,0-1 0,0-6 347,0-14-258,-2-27 23,-2-3-45,0 3 0,1-4 249,-1 1 0,0-1 0,0 0-316,0-6 0,-1 0-45,1 3 0,0-2 0,1 2 28,-1-3 0,1 2 162,1 1 1,0 0-180,1 3 1,0 1-125,0 3 1,1 2 112,5-14-117,2 10 117,6 9-11,6 8 1158,2 5-1158,5 2-23,0 6-56,1 3 68,-3 5-91,-4 6 46,-6 10 101,-6-6 1256,-9 7-1290,-9-10 34,-4-6 0,-2-1-247,-12 4 168,9-7 0,0-1-3232,-11-2 549,14-5 2728,2-9 0,14 3 0,0-3 0</inkml:trace>
  <inkml:trace contextRef="#ctx0" brushRef="#br0" timeOffset="20555">7738 9828 12328,'20'-13'444,"0"0"1,-1 0 0,-3 1-31,-1-4 35,-4-2 292,-2-1-416,-5 0 249,-2 1-214,-3 1 79,-6 3-47,-5 3-381,-7 5 11,-4 4-22,-3 13-11,-2 9-274,14-3 1,1 3 290,0 2 0,1 1-6,1 2 0,3 1-6,1-2 0,3 2-39,3 3 1,5 0 32,3-10 1,3-1-11,4 2 0,3-4-6,1-9 0,3-3 5,1 0 1,0-3-232,2-1 1,0-2 253,-1-1 0,1-2-12,-2-2 1,0-1 11,-1-2 0,-1-2 28,-2 0 0,0-1 5,3-8 1,-2-1 28,-5 5 0,-1 0 66,2-5 1,-2 1 544,-2-5 21,-6 6-88,-2 7-169,-3 6-247,0 4 403,0 2-750,-1 12 738,1 3-581,1 12-67,5-1-370,5 2-90,6-2-190,6-2-236,4-5-32,3-5-663,3-6-1321,-1-3 179,-1-8 2790,-2-4 0,-13 2 0,-4-2 0</inkml:trace>
  <inkml:trace contextRef="#ctx0" brushRef="#br0" timeOffset="21100">8474 9754 13779,'0'-21'1551,"0"0"1,-4-12-1160,-3 28-280,-7 4-11,-3 9 45,-3 7-68,0 11 12,2 5-532,3 2 476,5 1-57,3-2 23,5-3 81,0-4-171,2-5-78,2-7 224,5-7 34,2-6-1,5-6 306,0-5-350,2-4 11,-1-1-22,1 2-22,-2 2-12,0 5-57,0 3-22,4 2 12,-5 7-258,6 0-818,3 10 247,-2-6 212,9 1-379,-6-7-854,7-10 2041,-3-17 290,-14 10 1,-2-1 32,-1-6 0,-2-1 23,-3 2 1,-1 0 44,1-2 1,0-2-531,-1-3 0,0 0 261,1-3 1,-1-1-1,1-1 1,-1-1 40,0 5 1,1-1 0,-2 2 70,0-1 1,0 1-90,1-3 0,-2 4 213,-2 8-482,-1 11-56,-3 7 56,-3 14 11,-5 13 0,5-4 0,0 3-242,-1 5 0,1 2 21,2-6 0,0 2 0,0 1 0,1-2-517,1 1 0,-1-1 0,2 1 294,-2 8 0,0 1 0,3-3-341,3-2 1,4-4-866,-1-5 1,2-2 1111,13 9 1,-7-16 0,-4-8 0</inkml:trace>
  <inkml:trace contextRef="#ctx0" brushRef="#br0" timeOffset="21386">8645 9696 12232,'31'-12'655,"-1"1"0,0-1 1,-1 1-1,-2 0 0,-2 4 820,11 8-2000,-2 6 570,-5 5 56,-8 9 0,-1 3-90,-9-8 0,0 0-316,4 10 0,-1 1 305,-6 2 202,-2-3-1144,-1-4-2335,-3-6 2981,0-8 1,-2-3-1,0-5 1</inkml:trace>
  <inkml:trace contextRef="#ctx0" brushRef="#br0" timeOffset="21559">9062 9286 10697,'0'0'0</inkml:trace>
  <inkml:trace contextRef="#ctx0" brushRef="#br0" timeOffset="22493">9209 9624 12938,'-10'28'459,"1"0"1,1-1-1,1-2-313,5 7-68,1-2-33,7-5-45,3-6 78,7-9 1,2-5 101,3-10-68,1-8 0,-1-11 128,-10 2 1,-2-3 11,-2 6 0,-3 0-161,-1-7 1,-3 1 412,-13-10-325,3 19 1,-2 2 16,-3 0 0,-2 2-39,1 2 0,-2 1-57,0 3 1,0 1-83,-6 1 1,2 3-42,-9 6-89,0 6-33,22 9-181,7 2-111,16-1 79,12-1-625,-5-13 1,2-3 483,3 1 0,2-3-123,1-1 1,0-3 21,1-1 0,-1-2 320,-3 0 0,-1-1 280,-3-2 0,-2 0 337,10-4-147,-12 2 941,-9 6-257,-6 2-34,-3 2-526,-1 9 1344,0 1-1613,0 12-12,-1-1-22,1 3-11,-1 1 0,2-1-11,-2-3 11,2-4-22,0-5 22,1-5 11,1-4 224,0-2 527,2-2 404,8-11-796,0 1-102,6-10-100,-3 5 68,5-2-225,-5 7-11,2 1-56,2 9 22,-3 8-22,7 4-123,-5 7-381,2 4-415,2 2-664,-6-9 1,0-1-1639,11 4 2621,-9-9 1,-2-2-1,-2-4 1,-4-3 0</inkml:trace>
  <inkml:trace contextRef="#ctx0" brushRef="#br0" timeOffset="22805">9955 9468 17118,'-15'20'37,"0"-1"0,1-3 1,4 1-38,12 13 0,6 1 11,2 4-242,-2-13 1,3-2 219,3 2 11,-1-6 151,-3-4-140,-3-4 122,-3-3 124,-6 0-257,-10-1-145,-10 3-841,-13-1-653,13-2 1,-1-1-1,-3 0 1,0 0 1063,-3-1 0,2-1 0,-5 1 0,7-2 0</inkml:trace>
  <inkml:trace contextRef="#ctx0" brushRef="#br0" timeOffset="23323">9015 9324 16031,'12'-9'-366,"-3"1"0,-7 8 0</inkml:trace>
  <inkml:trace contextRef="#ctx0" brushRef="#br0" timeOffset="36933">9932 4740 12423,'-2'26'1092,"1"0"0,0-1 0,-2 11-668,3-7 1,1 3-1,2-4-636,6 0 414,10-3 168,6-2-85,1-11 1,4-2-118,-5-4 0,1-1-629,0-2 1,1-1 0,0-3 545,-2-3 1,-1-3 0,1-1-817,4-2 1,2-1-1,0-2 756,-5 0 1,2 0-1,0-1 1,0-1-26,4-2 0,1 0 0,1-1 0,0 0-384,-4 3 1,0-1 0,1-1 0,1 1 0,-1-1 168,-3 2 0,0 1 0,1-2 1,0 1-1,-1 0 0,1-1-332,0 0 1,1 0 0,-1-1 0,0 1 0,1-1 0,-1 0 347,1-1 0,1 0 0,0-1 1,0 1-1,-3 0 0,-1 2 0,-1 0 1,-1 1-1,-2 0 0,0 1 0,2-3 1,1 0-1,-1 0 0</inkml:trace>
  <inkml:trace contextRef="#ctx0" brushRef="#br0" timeOffset="43703">14243 4284 14137,'32'1'1092,"0"-1"0,-10-8 0,2-3-858,1 6 0,4 1 1,1-1-1,-2-2-1327,1-7 1,-2-2 0,3-3 545,-5 5 1,1-1 0,3-1 0,0 0 0,-1-1 0,0 2 370,0-2 1,1 1-1,-2 1 1,1-1-1,-1 0 1,1 1-1,0-1 1,-1 1-1,-1 0 1,-3 2-1,9-6 1,1 1-1</inkml:trace>
  <inkml:trace contextRef="#ctx0" brushRef="#br0" timeOffset="45139">11630 10411 12255,'-11'26'761,"1"-1"1,1 0 0,2-2-246,3 11 94,16-20 1,6-3-443,-1-4 1,4-5-1207,2-2 0,3-3 0,0-2 1120,1-2 0,-1-2 0,1-1-19,2-2 1,1-1 0,0-1-42,1-1 1,0 0-1,0-1-11,0-1 0,1 0 1,0-1-403,0-1 0,1 1 0,-1-1 351,-7 4 1,-1 0 0,1 0 0,0 0-781,1 0 1,1 0 0,-1 0 0,1-1 784,1-1 1,1-1 0,0 1 0,-3 2 0,7-4 0,-3 1 0,-3 2 0,0-1 0</inkml:trace>
  <inkml:trace contextRef="#ctx0" brushRef="#br0" timeOffset="47690">19684 10598 12423,'33'0'364,"-1"0"0,1 0 0,0 0 0,-4 0 0,3 0 0,1 0 0,-1 0 0,0 0 0,-3 0-1107,4 0 0,-2 0 0,0 0 0,4 0 748,-6 0 1,3 0 0,2 0-1,1 0 1,1 0 0,-1 0-1,-2 0 1,-2 0-414,6 0 1,-3 0-1,-1 0 1,1 0-1,2 0 411,-5 0 0,3 0 0,0 0 1,0 0-1,0 0 0,-1 0 1,-2 0-138,2 0 1,-2 0 0,-1 1-1,-1-1 1,1 0 133,6 0 0,0 0 0,-1 1 0,0-1-208,-2 0 1,-1 0 0,0 1 0,0-1 132,6 0 0,0 0 0,-2 0-119,-5 0 0,0 0 0,-2 0-580,6 0 1,-2 0-661,-10 1 0,-3-2 1635,-3-1 0,-10 1 0,-10-1 0</inkml:trace>
  <inkml:trace contextRef="#ctx0" brushRef="#br0" timeOffset="48016">19830 10803 16019,'33'-5'213,"0"-1"0,0 0 0,2 0 0,1 1 0,1 0-202,-8 2 0,-1 0 1,2 1-1,-1 0-831,4-1 1,0 1 0,1-1 0,0 1 364,1 0 0,1-1 0,0 1 0,0-1 457,1 1 1,0 0 0,-1 0 0,1-1-340,-1 2 0,-1-1 0,1 0 0,-1 0 320,-2 0 0,0 0 1,0 1-1,-1-1-73,-4 1 1,1 0-1,-1 0 1,0 0-561,2 0 1,0 0-1,-1 1 1,-2-1-881,8 1 1,-2-1-110,-1 1 1,-5 0 1433,-14 2 1,-11-2 0,-2 1 0</inkml:trace>
  <inkml:trace contextRef="#ctx0" brushRef="#br0" timeOffset="48283">19877 10865 12521,'37'-3'351,"0"-1"0,0 1 0,-8 1 0,1-1 0,-1 0 0,1 1-1171,0-1 1,0-1 0,1 1 0,0 0 736,3 0 0,0 0 0,1 0 0,0 0 98,-5 1 1,0 0 0,0-1 0,0 1 0,0 0-1,1 0 1,0 0 0,1 1-1,-1-1 1,0 0-14,0 1 0,0-1 0,-1 1 1,1-1-1,-1 1-330,8 0 0,-2-1 1,1 1-1,-1 0 328,-2 0 0,0 0 0,-1 1 0,0-1-59,-2 0 0,-1 1 0,0-1 1,-1 1-120,7-1 0,-2 0 1,-1 1-656,-3-1 0,-2 1 0,0-1-806,6 0 1,-2 0 1419,-9-1 0,-2 0 1,2 0-1,-14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8:04:14.08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14975 5367 13600,'38'0'329,"-1"-1"0,1 1 1,-3 0-1,0 0 1,-4 0-706,0 0 0,-2 0-1263,-1 0 1,0 0 1389,-1 0 0,-2 1 0,3-1 0,-8 2 0</inkml:trace>
  <inkml:trace contextRef="#ctx0" brushRef="#br0" timeOffset="435">14775 6131 15269,'32'-4'150,"-1"-1"0,1 1 0,-5 1 0,-2-1 0,2 1-505,6 0 1,1-1-1,-1 1-738,-4 2 1,-1 0 0,0 0 682,5 0 0,1 0 1,-3 1-1,-3 0 1,-1 0-1,-3 0 0,0 0 1</inkml:trace>
  <inkml:trace contextRef="#ctx0" brushRef="#br0" timeOffset="1468">16497 5395 16031,'34'1'73,"1"0"1,-1 0 0,1 0 0,0 0 0,0 0-932,-6 0 1,0 0 0,3-1 872,-1 1 1,2-1 0,1 0 0,2 0 0,0 0-464,-1 1 1,1-1 0,0 0 0,1 0 0,1 0 0,-1 0 451,-5 0 1,-1 0 0,1 0 0,0 0 0,1 0 0,0 0-1,1 0-4,2 0 0,2-1 0,0 1 0,2 0 0,-1-1 0,-2 1 0,-1 0 0,-2 0-183,2-1 0,-3 1 0,-2 0 0,1 0 0,1 0 183,0 0 0,1-1 0,1 1 0,0-1 0,-2 1 0,-4 0-193,10-1 1,-5 2 0,-1-1 192,-3-1 0,-2 1 0,-1 1 1,12 0 0,-3 1-1640,-14 1 1,-3 0-1639,12 5 3633,-26 2 1,-5-5 0,-1 0 0</inkml:trace>
  <inkml:trace contextRef="#ctx0" brushRef="#br0" timeOffset="1922">17097 6289 13117,'36'-6'568,"1"1"1,-11 1 0,0 0 0,0 1-457,-1 0 0,0 1 0,0 0-1205,4 0 1,0 0 0,1 0 811,2 0 0,0 0 0,1 0 284,3 1 1,-1-1 0,1 0-4,-9 1 0,1 0 0,0-1 0,1 1 9,2 0 0,2 0 0,0 0 0,1 0 0,0 0-199,-1 0 1,0 0-1,0 1 1,1 0-1,0-1-357,-1 1 1,0-1 0,1 0 0,0 1 0,-1 0 0,-2-1-274,6 1 1,-2 0 0,-1 0 0,-2 0 553,7 0 1,-2-1 0,-6 1 0,4-1 0,-10 0-1</inkml:trace>
  <inkml:trace contextRef="#ctx0" brushRef="#br0" timeOffset="3455">18326 4152 12501,'-28'-3'373,"1"0"1,2 1 0,2 0-206,-1 1 358,-10 1-235,-2 5-223,-1-1-459,4 5 469,9-1 111,2 0-100,1 1-44,1 1 22,2-1-56,-4 7 12,6-3-1,-5 5 101,1 2-55,5-4-35,-4 6 57,8-5 393,-2 11-438,5-5 56,-2 7 145,5 1-78,3-13 0,1 2 0,0-1 1,0 1-57,2 15 11,2-11 78,7-2-111,0-5 44,7 5-44,-3-7-56,4-1 22,0 0-12,13 5-22,-14-11 1,0 1-12,0-1 1,0 0-1,16 4-11,-10-6 0,-1 0 33,0-2-33,-2 0 23,0-3-23,-1 1 11,1-2 34,2 0-45,0 0 11,14-5 0,-10 1-11,9-3 0,-12 0 23,6-3-12,-9 1-11,5-3 22,-10 2 1,-2-1 33,0-1 12,0-2 189,0-1-10,-2-2-12,0-3 112,2-14-185,-8 13 1,-1-1-68,1 0 1,-2 0-278,-1-2 1,-1 1 438,-1-11-228,-3 1 105,-3 0-28,-3 12 1,-3 0-57,-8-3 1,-2 1-40,5 3 0,-2 2-11,-4 0 0,-2 3-773,3 9 0,1 2-1524,-12 0 658,11 3 1,1 2 981,-5 5 0,11-3 0,6 3 0</inkml:trace>
  <inkml:trace contextRef="#ctx0" brushRef="#br0" timeOffset="6135">15968 6781 13656,'4'-3'795,"-1"1"-695,30-3-100,-2 3-870,0-1 1,3-1-296,-6 3 0,1 0-474,3-1 1,1 0 1210,2 0 0,-2 0 1,-12 1-1,-3 0 0,14-1 1</inkml:trace>
  <inkml:trace contextRef="#ctx0" brushRef="#br0" timeOffset="6635">17672 6804 15888,'37'0'185,"1"-1"0,-4 0 0,3-1 0,-1 1-185,0-2 0,0 1 0,2-1-656,-9 0 1,2 1-1,0-1 1,0 0 0,-2 0 290,2 0 1,0-1 0,-2 1 0,-2-1 0,2 1 0,-1 0 0,-5 0 0,11-3 0</inkml:trace>
  <inkml:trace contextRef="#ctx0" brushRef="#br0" timeOffset="9371">15862 7443 16042,'31'-1'339,"0"0"0,0 0 0,6 0 0,-2 0-283,-10-1 0,-2 0 11,5 0-34,-2-1-33,-4 0-481,7 0-2265,-8 1 2746,6-1 0,-17 3 0,-1-1 0</inkml:trace>
  <inkml:trace contextRef="#ctx0" brushRef="#br0" timeOffset="10036">17472 7416 17343,'34'1'29,"0"0"1,-2 0 0,1 0-854,1-2 1,1 0 631,-9-1 0,0 0 0,-2 0 0,5 0 0,-1 0 0,-6 0 0,0-1 0</inkml:trace>
  <inkml:trace contextRef="#ctx0" brushRef="#br0" timeOffset="12401">16005 8098 13330,'-4'3'3276,"0"-1"-2540,4-2-736,31-8-493,-3 5-940,0-1 0,4 0-181,-5 3 1,0 0 1613,6 1 0,-2-1 0,5 0 0,-4 0 0</inkml:trace>
  <inkml:trace contextRef="#ctx0" brushRef="#br0" timeOffset="12984">17434 8107 14271,'0'-5'1300,"-1"1"-672,1 4-516,38-4-34,-15 0-56,10 0 1,3-1-1,-12 1 1,-1 0-6,6 0 0,-1-1-17,-7 2 0,-1-1 33,12-1 1,-16 2 112,-3 0 100,-4 2 359,-3 0 79,-4 0 514,-1 1-4475,0-1 2457,-10 0 1,7 0 0,-7 0 0</inkml:trace>
  <inkml:trace contextRef="#ctx0" brushRef="#br0" timeOffset="14685">17204 8730 14350,'0'-4'684,"26"-4"-684,-3 5-146,1-1 0,1 0-1488,-5 1 0,-1 2 1634,3-1 0,-2 0 0,3 1 0,-5 0 0</inkml:trace>
  <inkml:trace contextRef="#ctx0" brushRef="#br0" timeOffset="15102">16045 8783 14820,'0'-5'516,"33"-5"-527,-5 7-1399,1-1 1,3 0-230,-6 2 1,-1 0 1468,3 1 1,-1 0 0,4-1 0,-5 1 0</inkml:trace>
  <inkml:trace contextRef="#ctx0" brushRef="#br0" timeOffset="16453">16017 9485 13274,'-1'-4'774,"27"0"-584,2 1-194,-3 1 0,7-2 1,-2 1-1378,4 0 1,0-1 287,-3 1 1,3-1 0,-3 1 967,8-1 1,-4 0 0,-13 2-1,-3 0 1,14-1 0</inkml:trace>
  <inkml:trace contextRef="#ctx0" brushRef="#br0" timeOffset="28165">19093 4821 9476,'32'0'0,"0"0"0,-1 0 0,-6 0 0,1 0 0,-1 0 0</inkml:trace>
  <inkml:trace contextRef="#ctx0" brushRef="#br0" timeOffset="28456">19940 4801 15840,'28'-5'-820,"-1"0"1,-2 2 0,1 0 0,0 1 752,-1 1 1,1 1-1,-2 1 1,3-1-1,-1 0 1,-2 0-1,0 0 1</inkml:trace>
  <inkml:trace contextRef="#ctx0" brushRef="#br0" timeOffset="28718">20916 4840 16524,'27'-11'-546,"-1"1"1,1 1-1,0 2-1093,-4 4 1,1 3-1,1-1 1,0 0 1111,2 0 0,-1 0 0,3 1 0,-7-1 0</inkml:trace>
  <inkml:trace contextRef="#ctx0" brushRef="#br0" timeOffset="28968">21429 4801 14227,'25'-6'14,"0"1"1,1 0 0,-1 1-542,-5 3 1,1 0 315,4 1 0,3 0 0,-3-1 1,11 1-1,-8 0 0,-1 0 1</inkml:trace>
  <inkml:trace contextRef="#ctx0" brushRef="#br0" timeOffset="29221">22273 4807 13969,'-3'-2'2185,"0"0"-2947,3 2-784,19-3-1731,-1 2 3166,19-2 0,-19 3 0,-4 0 0</inkml:trace>
  <inkml:trace contextRef="#ctx0" brushRef="#br0" timeOffset="29784">23382 4969 18126,'-10'32'105,"1"-1"0,-1 1 1,-1 1-1,-1 0 1,1-1-106,1-5 0,1-1 0,-1 0-518,0-2 1,0 0 0,2-2 332,0-2 0,2-1-745,-2 12-301,3-7 1231,4-5 0,1-10 0,0-3 0</inkml:trace>
  <inkml:trace contextRef="#ctx0" brushRef="#br0" timeOffset="30168">23146 5099 16882,'17'-20'512,"0"0"0,4-2 0,0 2-76,-4 7 1,0 2-562,-1-1 1,0 0 460,11-9 183,-12 8-172,-4 4 72,-3 2-206,-4 4-291,3 2 78,6 15 320,3 1-331,6 13-147,-3-4-525,0 2-605,3 0-351,-3-9 1,3 0 1091,-5-6 1,1-1 0,-1 2 0,-1-3 0,1-3 0</inkml:trace>
  <inkml:trace contextRef="#ctx0" brushRef="#br0" timeOffset="30584">23010 4748 17050,'37'-3'-130,"-1"0"0,0 0 0,-1 0 0,0 1 0,-3 0-1108,2 1 0,-2 2-401,3 0 1,-1 1 982,-1-1 1,-1 1-1,5 1 1,-11-1 0</inkml:trace>
  <inkml:trace contextRef="#ctx0" brushRef="#br0" timeOffset="35318">13359 10111 12434,'-23'0'577,"1"-1"0,-15 2-341,26 1-12,3 3-79,1 1-33,3 1 11,0 3 12,1 7 10,-2 7 34,-1 12 118,2-13 1,1 1-192,0-4 1,1 0-35,1 2 1,0 1 190,1 7 1,1 2-91,0-4 1,1 2-216,-1-2 1,0 2 0,0-1 91,0 8 1,1-1-517,-2-7 0,1-1 472,-1-2 0,0-2 16,2 7 0,-1-2-22,1 0 11,-1-10 1,1 1-1,-1 10 11,-1-5 1,1 2-12,-1-5 0,0 0 11,0 0 1,0 0 44,0 1 0,-1-2 90,-2 10-34,-1 2 23,0-1-12,0 0-32,1 0-69,1-2 46,1-1 227,1-1-239,5-1-11,4-7 0,3-1-33,13 8-23,-7-10 0,5-1-28,8-3 0,3-3-359,-3-2 0,1-2-330,-2-2 0,3 0 0,-1-1-376,-2-1 1,0-1 0,0-1 682,5-1 0,1-1 1,-4 0-1,-1 2 1,-2-1-1,-3-1 0,0-1 1</inkml:trace>
  <inkml:trace contextRef="#ctx0" brushRef="#br0" timeOffset="37851">18939 10756 15023,'31'-3'306,"-1"0"0,0 1 0,2-2-280,-4 0 0,1-1 0,2 1-1119,3-1 1,1 1 0,1 0 888,0-1 1,0 1 0,0-1-890,0 1 1,0 0 0,-3 0-547,5-1 1,-3 0 1108,3 1 0,-4-1 0,-12 2 0,-3 1 0,12-2 0</inkml:trace>
  <inkml:trace contextRef="#ctx0" brushRef="#br0" timeOffset="38702">19008 11497 16019,'30'-5'118,"0"1"1,1-1-1,-1 1 1,2-1 0,0 0-1,0 0 1,0 0-939,-2 0 1,0 0 0,0 0 0,0 0-1,4 0 1,1-1 0,0 0 0,0 0 521,-5 1 0,2 0 0,-1 1 0,-1-1 0,-2 0 0,2 0 0,-2 1 0,-1-1 1,8 0-1,-1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8:05:05.97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13808 9452 12501,'25'-7'745,"-1"-1"1,8 0-821,-9 3 0,4 0 1,-2 1-961,-1 2 0,-1 0-596,1 0 1,0 1 1630,3-1 0,-2 1 0,3 0 0,-4-1 0</inkml:trace>
  <inkml:trace contextRef="#ctx0" brushRef="#br0" timeOffset="502">14599 9474 17252,'26'-7'142,"0"0"0,-1 0 0,0 1-142,-3 1 0,0 1-944,0 0 1,1 1-696,1-1 1,0 0 1509,1 0 0,-2 1 0,4-1 0,-6 2 0</inkml:trace>
  <inkml:trace contextRef="#ctx0" brushRef="#br0" timeOffset="11886">14875 8345 16053,'-1'23'48,"0"-1"1,0 5 0,0-1-357,1-6 0,0-1-1331,2 5 1,-1 0-1416,0 8 3054,2-6 0,-3-18 0,0-2 0</inkml:trace>
  <inkml:trace contextRef="#ctx0" brushRef="#br0" timeOffset="12102">14785 8515 10877,'-4'-2'2050,"1"0"-1377,3 2-640,4 10-33,3-2-393,13 12-570,-3-8-628,6 1-1479,-9-7 3070,0-2 0,-7-2 0,0-1 0</inkml:trace>
  <inkml:trace contextRef="#ctx0" brushRef="#br0" timeOffset="12319">15067 8506 15762,'-19'6'33,"2"1"-458,1 13-2852,1 2 2922,0-1 1,6-7-1,5-8 1</inkml:trace>
  <inkml:trace contextRef="#ctx0" brushRef="#br0" timeOffset="16254">16232 8644 15101,'18'-22'463,"1"-1"0,-1 1 0,2 2-413,-1 7 1,0 0-810,4 0 0,1-1 831,2 0 1,3 0-10,-1 0 1,4 1 0,-2 0-53,-7 3 0,0 0 0,1 1-588,7-3 1,2 0-1,-3 2 571,2 0 1,-2 2 5,-1 1 0,1 1 0,-3 1 0,1 2 239,7-1 1,1 2-268,-5 2 0,0 2-40,-1 0 1,-2 2 0,-7 1 0,-3 2-11,-1 9-315,-6 2 79,-4 3-212,-4 1-830,-2 0-1921,-7 8 3202,-7-4 1,4-6 0,-3-8 0</inkml:trace>
  <inkml:trace contextRef="#ctx0" brushRef="#br0" timeOffset="16467">16914 8581 15751,'26'-3'-355,"-1"0"0,0 0 0,-2 1-2222,10 0-700,-1 1 3073,-2-1 1,-13 1 0,-5 0 0</inkml:trace>
  <inkml:trace contextRef="#ctx0" brushRef="#br0" timeOffset="16684">17248 8408 18429,'-11'-15'-202,"2"17"-314,9 12-525,0 15-1581,0-2-655,0 0 2457,1-2 1,-1-11 0,1-3 0</inkml:trace>
  <inkml:trace contextRef="#ctx0" brushRef="#br0" timeOffset="18034">17721 9523 15672,'-1'-4'2185,"0"0"-1804,29-7-347,-1 8 0,5 1 16,-6 0 0,3-2 1,2 0-1,0 1-706,-2 1 1,2 1-1,1 0 1,-1 0 0,-1 0 436,4 0 0,-1 0 1,0 0-1,-1-1-213,0 1 1,0-1 0,-2 0 0,-3-1-1208,8 1 1,-4-1 982,-6 0 1,-2 0-1,2-1 1,-13 2 0</inkml:trace>
  <inkml:trace contextRef="#ctx0" brushRef="#br0" timeOffset="19933">16496 10267 15751,'32'-3'216,"0"0"1,1 1-1,-4-1 1,2 1 0,0-1-1,1 1-194,-2-1 1,1 1-1,0-1 1,0 1-1,-1-1-621,3 0 0,-2 1 0,0-1 0,0 1 670,6-1 0,-1 0 0,-4 0 434,-5 0 0,-3 0-85,-1 0 1,-3 0 879,5 0-751,-7 0-370,-14 1-3456,-4 2 3089,-2 6 1,1-4 0,-1 4-1</inkml:trace>
  <inkml:trace contextRef="#ctx0" brushRef="#br0" timeOffset="20701">17674 10296 11582,'4'-2'2622,"-1"0"-1378,-3 2-505,32 34-576,-5-24 0,4-1-646,-7 4 1,1 1-1,1-2 501,4-6 1,2-3 0,-2-1-2,6 0 0,1-2 12,-4-1 1,1-1 0,-1-2-10,-1 1 1,-1-2 0,0 0 177,3-2 0,0-1 0,-2 0-53,1-2 1,-4-1-39,-8 1 0,-4 0 16,-2-2-101,-3-3-986,-3 1-1164,-4 0-1101,-2 4 3229,-3 4 0,0 3 0,0 1 0</inkml:trace>
  <inkml:trace contextRef="#ctx0" brushRef="#br0" timeOffset="21037">18334 10211 16019,'23'-3'364,"0"-1"1,13-1-96,-3 5-68,-16 0 1,-10 0-23,-2 1 68,-2 1 33,1 9-145,-3 8-135,1 3 0,-2 4 0,0-5 0,-1-1-471,0 1-1132,-1-2-1674,-1-2 2793,1-1 1,0-7 0,1-3 0</inkml:trace>
  <inkml:trace contextRef="#ctx0" brushRef="#br0" timeOffset="26137">19923 11141 16894,'-4'-1'649,"0"1"-458,4 0-191,27 0-325,6 0-495,-9 0 1,6 0 0,1 0 0,-1 0-274,3 0 1,0 0 0,3 0 764,-5 0 0,3 0 0,0 0 1,-1 0-1,-4 0 0,9 0 1,-4 0-1,-1 0 0,-1 0 1</inkml:trace>
  <inkml:trace contextRef="#ctx0" brushRef="#br0" timeOffset="26520">22645 11270 17510,'32'-4'-410,"0"0"0,0 0 1,1 0-1,-1 0 1,0 0-1,-1-1 0,-1 1 1,0 1-60,10 1 1,-1 1 0,-6 1 0,-10-1 0,-4 1 0,13 0 0</inkml:trace>
  <inkml:trace contextRef="#ctx0" brushRef="#br0" timeOffset="28051">12446 5846 16748,'35'1'33,"1"-1"1,-5 1 0,2-1-1,-1 1-769,-2-1 0,0 0 1,0 0-358,0 0 1,1 0 0,-1 0 762,-1 0 0,-1 0 1,-4 0-1,7 0 1,-9 0-1</inkml:trace>
  <inkml:trace contextRef="#ctx0" brushRef="#br0" timeOffset="28321">13000 5745 18138,'32'6'1041,"-4"5"-895,-2 9-113,-12-3-33,-8 0 23,-6-3-23,-10 2-683,-8 4-956,-9-2 1,-5 1 1091,8-4 1,0-1 0,-3 1 0,3-1 0,2-2 0</inkml:trace>
  <inkml:trace contextRef="#ctx0" brushRef="#br0" timeOffset="29933">13533 6111 15739,'31'-6'-546,"0"-1"0,0 2 0,4-1 0,0 1 546,2 0 0,1 0 0,-2 0 0,-8 1 0,-1 0 0,0 1 0,7-1 0,1 0 0</inkml:trace>
  <inkml:trace contextRef="#ctx0" brushRef="#br0" timeOffset="30238">14616 6164 14540,'30'-6'-150,"1"1"0,-3-1 0,1 0 0,-4 1 1,5 0-1,-8 1 0,0-1 0</inkml:trace>
  <inkml:trace contextRef="#ctx0" brushRef="#br0" timeOffset="30453">15574 6208 14742,'2'4'841,"32"-10"-841,-7-1-1591,2-1 0,3 0 112,-7 3 0,0-1 1479,4 0 0,-1 1 0,4-2 0,-5 2 0</inkml:trace>
  <inkml:trace contextRef="#ctx0" brushRef="#br0" timeOffset="31284">16423 5759 17185,'32'0'149,"0"0"0,2 0 1,0 0-156,0-1 1,1 0-1088,-10 0 1,1 0 0,0 0 888,1 0 1,1 0 0,0 0 24,0 1 0,0-1 0,2 0-641,-1 1 1,1-1 0,1 0 0,-3 0 592,1 0 1,-2 0-1,-1 1 1,1-1-1,0 0 1,-4 0-1,3-1 1</inkml:trace>
  <inkml:trace contextRef="#ctx0" brushRef="#br0" timeOffset="31517">17130 5626 18608,'19'18'37,"1"-1"0,-2 0 1,-2-1-16,3 11-380,-9 2-1558,-11 8 1916,-10-18 0,-2-1 0,-2 2 0,-8-4 0</inkml:trace>
  <inkml:trace contextRef="#ctx0" brushRef="#br0" timeOffset="32868">17848 5674 11000,'0'-4'3276,"0"0"-2440,0 4-567,-27-11 78,6 13-246,-4 1 0,0 3 16,6 11 1,4 4-85,1-1 1,2 1-220,2 3 1,3 1 274,3 10-66,3-13 0,2 0 122,12 10 12,0-5 67,11-16-45,-5-12 68,1-7-68,0-6 22,-1-6-9,-1-4 285,-7 6 0,0-2-225,-4 1 0,0 0 78,0-2 1,-2 0-51,0-4-112,-5 11-134,0 12-180,0 5 191,0 19-40,-1-4 1,3 2-45,2 6 0,3 1-34,-2-5 0,2-1-11,2-3 0,2-3-28,7-5-1,13-8 124,-13-9 1,0-4 33,6-5 0,-1-1-28,-5-1 0,-2-2-71,-1-1 0,-2 0 267,3-9 28,-9 11 0,-1 0 386,1-8-369,-1 4-258,-6 14-156,0 12 156,0 7 230,0 8-219,1 9-11,1-5 0,1 2-22,2 11-174,0-13 1,1 0-40,4 1-112,2-6 168,2-6 44,0-7 113,4-3 22,14-18 22,-14 5 1,0-5 369,4-8 0,0-7 1,-1 3-186,-2 3 0,-1 1-121,-4 1 0,0-1 0,-3 5-86,-4 7 199,-3 14-211,0 7-10,3 5 11,1 7-23,0 5-44,-2 1-371,-2-5 1,0 0-566,1 1 0,1-1 174,-1 0 0,2-1-2219,9 10-218,-2-21 2608,5-4 1,-9-4 0,0-1 0</inkml:trace>
  <inkml:trace contextRef="#ctx0" brushRef="#br0" timeOffset="33250">18742 5718 17050,'-5'-36'2443,"-2"9"-1883,-14 25-392,2 11 0,-10 10-78,6 5-843,2 4 753,3-1 0,6-3 174,6-3-230,3-2 56,19-10 0,-1-2 0,15-12 0,-4-4 12,-1-4 10,-2 1 0,1-2-10,-8 5 555,-1 2-589,-9 5 22,-4 4 0,0 4-12,0 2-402,0 3-460,-1 0-1939,3 0-464,7-5 0,1-1 2457,6-10 1,-10 2 0,0-2 0</inkml:trace>
  <inkml:trace contextRef="#ctx0" brushRef="#br0" timeOffset="33753">18936 5701 19941,'-23'27'191,"4"-1"-191,15 2-11,7-9 11,8 5-213,7-14-449,19-4 522,-16-10 0,1-2 123,6-3 1,-1-2 21,-5-1 1,-2-1 5,-2-1 0,-1 1 12,1-5 111,-4 1 57,-5 5 56,-4 2-12,-3 3-67,-2 4-213,-4 5 23,-3 20 22,2 5 56,1-4 0,2 2-284,5 0 1,3 1 331,1 2 1,2 2 0,0 1-61,1 2 1,1 2 0,0-1-468,0 0 1,0-1 0,-2 0 422,-1-3 0,-1 0 0,-1-4 0,-2-3 0,-2-3-287,-4 8 309,-8-10 12,-7-11 78,-8-3 517,5-6 1,-2-4-406,-2-5 0,0-5-168,-5-6 0,2-4 328,7 3 1,4-2-424,2-1 0,6 0-73,13-6-600,12 11 1,8 2-382,-2 5 1,4 1 0,0 1-1,1-1 1,1 0 0,1 1 740,4 0 1,1 1-1,-5 1 1,-9 3 0,-2 1-1,12-3 1</inkml:trace>
  <inkml:trace contextRef="#ctx0" brushRef="#br0" timeOffset="34434">19617 5606 13588,'-4'0'2958,"1"0"-2308,3 0 224,29-28-510,-12 12 0,1 0-185,6-7 1,0-1-291,-3 3 1,-2 1 401,2-6 126,-5 1 98,-6 5 202,-5 3-605,-3 8-257,-1 9 145,-2 14 0,-3 14-34,-2 4 0,-1 3-416,0-5 0,1 0 147,-1-3 0,1 3 1,0-1-729,-1-1 0,1 0 0,1 0-62,0-2 1,1-1 0,0 0 545,-2 12 1,1-4 0,2-11 0,2-5 0,0-5 0</inkml:trace>
  <inkml:trace contextRef="#ctx0" brushRef="#br0" timeOffset="34617">19630 5931 20468,'12'-4'78,"10"1"-106,-1 2 0,2 0-1244,2-1 0,0 0 465,0-1 1,1-1-545,0 1 1,-1-1-289,0 0 1,0-1 1301,0-1 1,-3 1-1,4-1 1,-6 0 0</inkml:trace>
  <inkml:trace contextRef="#ctx0" brushRef="#br0" timeOffset="34820">20274 5584 21028,'-16'33'-656,"0"0"1,0 0-1,1-3 1,0 0 0,4-3-984,5-3 1,1-3 818,-1 10 1,4-22 0,2-5 0</inkml:trace>
  <inkml:trace contextRef="#ctx0" brushRef="#br0" timeOffset="35118">20194 5501 19799,'36'-2'26,"-1"-1"0,-1 2 0,-2 6-32,-3 17 1,-2 6-925,-10-10 1,0 2 0,-1-1 856,8 10 0,-2 0 45,-5-3 0,-4 0 834,-3 5-1076,-4-3 114,-11-4 182,-9-11 1,-5-1-559,-9-2 0,-3-2 0,-3 0 0,-1-2-423,9-2 0,-1-2 1,0-1 954,-4-3 0,-1-3 0,4 1 0,6 3 0,1-1 0,-7-4 0,-1 1 0</inkml:trace>
  <inkml:trace contextRef="#ctx0" brushRef="#br0" timeOffset="35653">20045 5098 14933,'-31'2'929,"0"0"1,0 2 0,1 2-1763,3 2 1,2 3 966,-2 2 1,0 5-20,1 4 1,0 4 0,2 0-86,5-5 0,1 0 0,0 4 8,2-1 0,-1 4 0,0 1 0,1 2 0,2-2-758,0 5 0,1 1 1,2-1-1,0 1 725,0 0 1,-1 1 0,2-1-1,0 0-5,2 0 0,2 0 0,0 0 0,2-3 50,0 0 0,1-1 0,3-1-50,2-1 0,2 0 0,2-1 0,0-2 0,2 0 0,2-1-49,2-2 1,3-1-1,2-1-71,1-2 1,2-2 0,3-1-120,2-3 1,3-2 0,3-1 0,0-1 128,3-2 1,2-1 0,0-2 0,1 0-43,0 1 1,0-1 0,0-1 0,0-1-261,0-3 1,1-1-1,-2-1 1,-1 0 220,0-2 1,-2-1-1,0-1 8,-1-2 0,-1-1 0,0-2 166,-2 1 0,0-2 1,0-2 234,-2 0 0,1-3 1,-1-2-1,0 0 188,-1-1 0,0-1 1,-1-2-1,1-1-72,-3 1 0,0-2 0,0 0 0,0-1 0,-3 1 32,0-1 0,-1 0 0,-1 0 0,-3 0-229,-2 0 0,-1-1 1,-2 1-1,-2 0 1,-2 1 0,-3 0 1,-2 0-24,-2-1 1,-2 0 0,-2 1-60,-1-1 0,-2 0 0,-3-1-54,-6-1 1,-3-1 0,-4 0 0,-2 1-53,0 4 1,-2 1 0,-2 1 0,0 0 0,0 0-178,4 4 1,1 0 0,-1 0 0,0 0 0,-1 2 0,0 0-133,-2 1 1,-1 1-1,-1 1 1,0 0 0,1 3-1,1 0-461,-5 1 1,1 2 0,1 2 0,0 0 642,2 1 1,-1 1-1,1 1 1,3 0 0,-8 0-1,4 1 1,8 2-1,1 0 1</inkml:trace>
  <inkml:trace contextRef="#ctx0" brushRef="#br0" timeOffset="37266">16788 6644 14922,'-6'-2'1109,"2"1"-538,4 1-571,43 0-100,-12 3-675,3-1 1,1 1 79,-11 0 1,0 1-945,9 1 1,1-1 1091,-10-2 1,0 0 0,-1 0 0,-2 0 0,-4-2 0</inkml:trace>
  <inkml:trace contextRef="#ctx0" brushRef="#br0" timeOffset="37516">17210 6605 18037,'-2'-9'313,"16"12"-313,11 16 0,-9-6 0,0-1 12,0 6-12,-4 0-34,-6-1 23,-5 6-180,-18-1-1041,-8 5-651,-3-9-1394,4-3 3015,16-9 0,3-2 0,4-3 0</inkml:trace>
  <inkml:trace contextRef="#ctx0" brushRef="#br0" timeOffset="37867">17774 6570 16389,'21'-25'795,"0"0"1,-2 2 0,-2 2-281,-2 3-55,-2 2-23,-5 4 56,-3 3-561,-2 5 24,2 21 44,-1 3 0,-1-1 0,0 2-34,-1-3 0,-1 2-510,0 8 1,0 2-953,-1 0 1,-2 0-144,-1 5 1,-1-2 982,1-8 1,0-3-1,-4 3 1,5-17 0</inkml:trace>
  <inkml:trace contextRef="#ctx0" brushRef="#br0" timeOffset="38034">17778 6807 18630,'13'-2'-436,"23"-1"-237,-9 4 1,3 0-967,3-3 1,-1-1-1,-10 0 1,-2-2 1384,1-2 0,-1 0 0,2-1 1,-6 1-1</inkml:trace>
  <inkml:trace contextRef="#ctx0" brushRef="#br0" timeOffset="38233">18260 6489 18272,'-10'23'56,"-1"1"0,2-1 0,2-1-56,4 9-544,2 2-521,1-3-235,0-2 1300,0-1 0,0-14 0,0-1 0</inkml:trace>
  <inkml:trace contextRef="#ctx0" brushRef="#br0" timeOffset="38536">18259 6434 19695,'28'12'11,"0"1"0,0 0 0,-3-1 1,0 1-1,-4 0-6,-5 2 1,-3 1-62,1 5 0,-3 1-22,1 9-18,-10-7 1,-3-1 28,-14 1-45,2-9 0,-2-1-904,-4-5 0,-1 0 579,-4 0 0,-1-1-454,-3 0 0,-2 0-241,-1 1 0,-3-1 1132,0-1 0,-2 1 0,4-2 0,7 0 0,2-1 0,-10 1 0,1 0 0</inkml:trace>
  <inkml:trace contextRef="#ctx0" brushRef="#br0" timeOffset="38819">16452 7427 17369,'35'1'49,"-1"-1"0,1 1 0,0-1 1,-1 0-1,1 1 0,-1-1 0,-1 1 1,-1-1-1,0 1 0,0-1-705,-1 0 1,0 0-1,0 0 1,-1 0 0,-2 0 298,6 0 0,-2 0 0,0 0-364,-4 0 0,1 0 0,-2 0-918,8 0 1,-1 0 1512,-4 0 1,-4 0-1,3 0 1,-9 0-1</inkml:trace>
  <inkml:trace contextRef="#ctx0" brushRef="#br0" timeOffset="39070">17347 7309 13218,'-21'-11'1638,"0"1"0,-12-6 162,26 14-1744,4 2-44,4 5 44,8 4-34,4 7-22,1-3 0,0 2-22,5 7-12,1 6-22,-14-11-22,-4-2 44,-10-1-134,-4-2-314,-8 1-824,2-6 1,0 0 1305,-17 6 0,8-3 0,9-4 0</inkml:trace>
  <inkml:trace contextRef="#ctx0" brushRef="#br0" timeOffset="39400">17739 7327 16927,'23'-27'665,"0"1"0,-3 2 0,-1 2-318,-5 5 1,-1 1 156,4-8-303,-2 3-201,-10 12-134,-5 17 111,0 25-123,-1-5 1,-1 3-412,-1-5 1,-1 2 0,0-1-222,0 8 1,-2-1-758,-1-4 0,-1-3-1742,-1 4 2488,3-8 0,2-10 1,2-5-1</inkml:trace>
  <inkml:trace contextRef="#ctx0" brushRef="#br0" timeOffset="39599">17728 7516 19123,'29'-8'61,"-4"3"1,3 0-1026,3 1 1,3 1-130,-6-1 1,1-1 0,-2 0 607,6-2 0,-4 0 0,-7 2 0,-4 1 0,-3-1 0</inkml:trace>
  <inkml:trace contextRef="#ctx0" brushRef="#br0" timeOffset="39818">18261 7199 20378,'-12'22'56,"0"1"0,2-5 0,1 0-325,8 4 1,1 0-304,0 8-2705,0 6 3104,3-13 1,-2-2 0,1-14 0</inkml:trace>
  <inkml:trace contextRef="#ctx0" brushRef="#br0" timeOffset="40116">18277 7118 19414,'22'4'93,"1"1"1,-2 0 0,0 2-83,4 12 0,-2 3-393,-6-6 0,0 0 382,2 4 0,-1 2-6,-5-3 1,-2 0 183,2 13-189,-1-1 11,-15-9 166,-8-12-144,-6-2 1,-5 0-679,-7 0 1,-3 0 655,3-1 0,-1-1 0,2 0 0,-1 0 0,3-1 0,4-1 0,0 0 0</inkml:trace>
  <inkml:trace contextRef="#ctx0" brushRef="#br0" timeOffset="50600">12150 8546 10731,'-34'6'336,"0"-1"0,1 1 0,-1-1 0,-3 1 0,2 0 1,1 2-244,7 2 0,1 2 1,1 1-1471,-2 1 0,2 0 1394,1 0 0,0 1 5,-4 6 1,0 3 187,3 2 0,1 4-195,5-6 0,-1 2 0,2 2 22,-1 2 1,2 1 0,0 0-16,3-4 1,1-1 0,0 0 3,-1 2 0,1 1 1,0-2-990,-3 7 0,1 0 985,5-9 1,-1 1-1,1 0 4,-1 1 0,0 1 1,0 2-272,-1 3 0,0 2 1,1 1-1,0-2 275,2-7 1,0-1 0,1 0 0,-1 2 5,-2 7 1,0 1-1,0 1 1,0-3-232,2-1 1,-1-2-1,1 1 247,0-1 0,0 1 1,-1 0-9,1-1 1,0-1 0,-1 3 0,2-6 0,-1 1 0,0 1 0,0 1 0,0 0-23,-1 1 1,0 1-1,0 0 1,0 0-1,-1 2-181,1 0 1,-2 2-1,1 0 1,-1 0 0,0 0-1,1-2 172,0 1 1,0-1-1,0-1 1,1 0 0,-1 0-14,1-1 0,-1 0 1,1-1-1,0-1 0,0-1 22,-1 7 1,0-2 0,0 2 118,3-7 1,0 1 0,0 1 0,-1 0 0,1 1-71,0 0 1,0 1 0,0 0 0,0 1 0,-1 1-105,1-1 0,-1 2 1,0 1-1,0 0 0,0-1 1,0-2 56,1 2 1,0-2 0,0-1 0,0 0-1,0 1 3,0-2 0,0 1 0,0 0 0,0-1 0,1-2 76,0 0 0,0-2 1,0 0-1,1 0-61,-1 2 0,0-1 0,0 1 0,1-1 5,-1 2 1,1-1 0,-1 0 0,1 0-15,-1 0 1,1 0 0,0 0-1,-1 0-11,1 0 1,0-1-1,1 1 1,-1 1-7,1 1 0,0 2 1,0 0-1,1 0 0,0-2 15,0 0 0,1-2 0,-1 0 0,2 1-25,-1-1 1,0 1 0,0 0-1,1 0 1,2-2 23,2 4 0,1-2 0,2 0 0,0-3-23,0 2 1,0-2 0,3 0 214,2 6 1,2 1 0,2-4-212,4 0 0,5-3 168,-5-10 0,4 1 1,1-1-1,3-2-182,-2-2 1,3-2 0,1-1 0,1 0 0,2-1-37,-1-1 1,1-1-1,1 0 1,1-1-1,1-1 1,1 0 0,1-1-327,-4-1 1,1-1 0,2 0 0,-1-1 0,2-1 0,-1 1 0,0-2 0,-1 1 0,0-1 273,1 0 0,1 0 1,-1-1-1,0-1 1,-1 1-1,0-1 0,-1 1 1,-1-1-1,3 0 1,0 1-1,-1-1 0,-1 0 1,-2 0-1,-3-1 1,2-1-1,1 1 1,-1-1-1</inkml:trace>
  <inkml:trace contextRef="#ctx0" brushRef="#br0" timeOffset="58383">3531 8318 17543,'-34'13'230,"17"-3"0,4 6-163,5 11 0,4 7 1,1 0-601,-2-7 0,2-1 1,-2 3 543,1 5 0,-2 4 0,1 0 0,1-2-11,1-2 0,0-3 0,2 0-217,2 1 1,2 0-1,1-4-119,2-2 0,4-7-628,22-10-192,1-23 63,-14 1 1,1-4 0,0-1 421,1-5 1,0-2-1,1-1 570,-4 3 1,1-2 0,-1 0 0,-1 0 525,3-5 1,-2 1-1,-2 1 202,-1-2 1,-3 4 784,-2-1-1020,-9 23 315,-15 27-315,3-3 0,-1 3-247,-2 2 1,-1 1-115,-1 4 1,1-1 63,6-10 0,0-1-27,-5 11 768,7-9-220,16-29-538,6-10 1,2-4-62,2-1 0,0-2-110,-2 5 1,0-1 0,-1 2 137,1 0 0,0 2-23,-2 4 1,-1 1-12,8-3-11,-4 8 922,-6 6-911,-1 9-11,-1 6 0,-1 12-11,-2 7-729,-4-3 1,-2 2-359,1-8 0,-2 1 1098,-3 14 0,-2-4 0,3-8 0,-6 0 0</inkml:trace>
  <inkml:trace contextRef="#ctx0" brushRef="#br0" timeOffset="58583">3595 8027 13521,'31'12'-447,"-1"0"1,1-1 0,-4-3-1,-5-3 1,-4-3 0</inkml:trace>
  <inkml:trace contextRef="#ctx0" brushRef="#br0" timeOffset="58850">4239 7964 14260,'0'26'396,"-1"-1"1,0 1 0,1 0 0,-1 1-1,1-1-1574,0 9 0,0 0 1211,0-8 1,0 0 0,0 0-16,-1 3 1,1-1 0,-1 1-8,-1 1 0,0 0 1,0-1-9,0 1 1,0 0 0,0 0-4,0-3 0,-1 1 0,1-2-17,0 11 0,1-1-857,3-2 0,1-2-765,2-14 1,0-2 818,7 7 1,-3-22 0,-6-7 0</inkml:trace>
  <inkml:trace contextRef="#ctx0" brushRef="#br0" timeOffset="59049">4020 8435 14081,'29'3'-16,"0"0"0,0 0 1,-1 0-1,-1-1 1,-1 0-938,2-1 1,-1-1-687,0 1 1,-1-1 1451,0 0 0,-2 0 1,4 0-1,-8 0 1</inkml:trace>
  <inkml:trace contextRef="#ctx0" brushRef="#br0" timeOffset="59883">4483 8577 12456,'13'16'689,"0"1"1,8 7-634,-3-29 0,1-7 56,-4 0 0,-1-2 5,1-1 1,-2-1 140,-1-4 0,-2 1 11,-4-2 268,-1-4 248,-13 12-550,-8 8-190,-13 21-34,1 5-185,13-2 1,2 1 185,-1 15-12,6 1-17,5-16 0,2 0 11,2 0 1,2 0 5,2 0 0,4-1 5,11 3 1,6-3 5,8-6 0,2-4-11,-12-2 0,0-1 0,1-3-497,13-5 1,-2-5 429,-11-2 0,-2-3 26,-3-3 0,0-3 0,0-1 41,0-3 0,-1-1 0,1-1 14,-2 0 0,1-2 0,-1-1 0,-2 1-477,3-3 1,-3 0-1,0-1 489,-1 0 0,0-1 1,-4 1 17,0-4 1,-4 1-73,-2 4 1,-1-2-1,-4 2 218,-5-6 1,-7 2-68,-4 0 0,-5 7-89,-1 13 0,-2 7-23,-2 8 0,2 8-11,6 2 0,3 4 0,1 4 0,1 2 0,1 3 0,2 4 11,3 1 0,2 3 1,1 1-157,1 2 0,1 0 0,2 0 136,3-4 1,1 1 0,2-1 0,2-3 0,5 3 1,4-2-1,1-4-20,8 1 0,3-8-23,4-12 1,-1-9 5,-9-5 1,-1-4 44,0-3 0,-1-3-12,0-2 1,-1-3 116,-2 1 0,0-2 0,0-2-90,-2-1 0,0-2 0,-1-2 15,-2 3 1,0-1 0,-1-1 0,-1 1 43,-1-2 1,0 1 0,-2 0 197,-2-1 1,-1-1 0,-2 4 1780,-6-9-1874,-15 14-145,-3 34-1,6 3 1,1 5-1086,1 3 1,3 3 1051,1 4 0,0 1-6,2 4 1,0 1-61,4-10 1,1 0 0,0 0 72,0 1 1,0 0-1,2 2-16,1-1 1,1 3 0,1-1 0,1-1-48,0 0 0,0-2 0,1 1-87,3 6 1,0 1 0,2-5-345,3-5 0,2-4-197,-1-4 1,2-3-1792,17 1 2475,-11-14 0,0-2 0,0 0 0,5-6 0</inkml:trace>
  <inkml:trace contextRef="#ctx0" brushRef="#br0" timeOffset="60084">5606 8495 17734,'1'37'198,"0"1"0,-1-8 0,1-2-243,2 1 0,2-3-751,1 10-739,0-5-1742,2-8 2712,0-12 1,-3-6 0,-1-5 0</inkml:trace>
  <inkml:trace contextRef="#ctx0" brushRef="#br0" timeOffset="60271">5567 8157 12669,'11'18'0,"-1"0"0,8 11 0</inkml:trace>
  <inkml:trace contextRef="#ctx0" brushRef="#br0" timeOffset="61467">5908 8054 17174,'23'-17'63,"0"0"1,0 2-1,3 3-63,8 9 0,1 4-812,-8-2 0,0 0 773,7 1 0,0 0-62,-11 0 0,-2 0-167,0 0 1,0 0 21,14 0 287,-3 0-19,-17 0 135,-17 6 23,-13 4-34,-13 9-57,1 6 48,14-9 0,0 1-115,0 4 1,2 0-6,0 4 0,1 1-17,1 3 0,1 0-12,2 3 1,1 0-107,1 1 0,2 3 125,2-2 1,2 2 0,1 2-587,0-9 0,2 1 1,1 1-1,-1-1 581,1-1 1,-1 1 0,1-1 0,1 0-3,3 7 0,2-1 0,0-4-40,2-1 1,0-3 67,1 0 0,-2-2 654,-3 8 450,-30-8-818,-17-22-514,5-7 1,-1-3 199,1-1 0,1-3-17,-3-2 0,0-1-538,0-1 1,0-2-539,8 1 1,1-3 0,2 0 545,0-2 1,3-1 0,0 1 0,4 2 0,10 1 0</inkml:trace>
  <inkml:trace contextRef="#ctx0" brushRef="#br0" timeOffset="64183">5584 8232 11291,'21'26'526,"-5"-1"-77,-10-4 189,-4 11-464,-3-10 0,-2 2-79,1-4 1,-2 0 83,-1-1 0,-1-2 168,-2 4-156,2-5-169,2-4 23,3-4 11,0-4-45,1 3-11,6-3 11,-2 1 23,4-2-34,-3-2 11,-2 0 23,-1-1-12,-2 4 45,0 2-44,-2 2-23,0 3 0,-2-2-12,3 0-100,2-2 79,5-2 10,3-4 23,2-2 34,0-3-12,-2 0-22,-3 0 68,-3 2 88,-2 1-77,-7 1-11,-3 8-68,-3 6 0,3 1-11,5 1-35,9-7-279,14-3-2952,12-4 3003,3-5 1,-9 1 0,-13-1 0</inkml:trace>
  <inkml:trace contextRef="#ctx0" brushRef="#br0" timeOffset="65276">7123 7986 12591,'0'-36'3227,"-5"-1"-2219,-10 23-504,-15 1-369,-3 12-23,14 4 0,-2 5-23,-2 7 1,1 4-79,6-3 0,0 2-4,2 4 1,0 3 0,3-1-404,4 0 0,2-1 385,0 8 0,3 0 0,6-11 0,3-2-251,11 14 106,11-10 21,4-9 1,4-7 93,-13-11 0,1-4 47,0-3 0,-1-3 10,3-6 1,-1-1-6,-8 3 1,-2 2-1,6-11-11,-13 19-45,-4 6 614,-1 9-569,-1 9 11,0 17-4,-2-9 1,-1 5 0,1-1-651,-2 9 1,0 0 642,0-2 0,-1 2 0,-1-1 0,0-7 0,0-1 0,0-1 0,-2 1 0,1 0 0,-1 0 0,0-2 0,0 0 0,-1 0 0,-1 4 0,-2 1 0,-1-3 35,-5 3 0,-2-3 66,-3 1 0,-3-8 72,0-15 1,-1-7-90,6-4 1,0-4-233,1-4 1,3-4 152,3 2 1,3-2-6,1-1 0,2-1-22,0 0 0,4-1-292,8-6 0,5 0 56,-2 7 0,3 2-631,6 0 0,6 1 0,-2 3-47,2 3 1,1 3-45,9-2 0,2 2 980,-10 4 0,1 1 0,-3 0 0,-5 1 0,-2 0 0,8 0 0,-1-1 0</inkml:trace>
  <inkml:trace contextRef="#ctx0" brushRef="#br0" timeOffset="65701">7615 8367 13846,'-5'-18'1638,"-1"0"0,-6-9-678,-14 27-725,2 10-101,6 5 1,1 4-91,4 2 1,1 2-45,0 1 0,2 0-17,4-2 1,5-2-63,8 4-122,8-8-169,9-8 44,7-8-77,4-11 218,-12-3 1,0-4 184,-3-5 0,-2-4-548,-4 4 0,-1-3 0,-2 0 643,0-8 0,-4 1 28,-2-3 1,-2 0-68,-2 10 1,-3-1 397,-3-6 0,-3 0-163,3 11 0,-3 2-67,-2-3 1,-4 5 55,-16 14-213,8 16 6,7 1 0,3 3-435,5 5 0,3 1 373,0 3 1,2 2-12,1 1 0,3 0-6,2 1 0,2 0-106,2 0 0,3-1-553,2-4 1,4 0-1,-1-2-97,3 3 0,2-3-157,-3-5 0,2 1 1,0-4-721,2-5 1,0-3 1186,0-1 0,0-3 0,2-1 1,-6-1-1</inkml:trace>
  <inkml:trace contextRef="#ctx0" brushRef="#br0" timeOffset="66050">7989 8345 15504,'10'4'90,"0"-1"-79,7-5 0,0-5 23,4-11 44,-3-4 819,-4-7-304,-7 9 23,-12 4 12,-3 9-101,-5 3-236,-2 1-134,-1 5-67,0 5-12,-4 18-78,8 2-241,4-8 1,2 1 240,2 12-100,3-2-439,7-1-418,6-6-466,11-5-216,3-12 1,2-2 1425,-3-4 1,-1-1 0,0 1 0,-2-1 0,2-5 0</inkml:trace>
  <inkml:trace contextRef="#ctx0" brushRef="#br0" timeOffset="66400">8453 8248 17510,'-26'1'330,"1"1"1,0-1-1,-8 4 1,5 5-331,13 11 0,5 2-34,-3 12-44,15-8-135,6-13-22,5-6 89,3-3 68,1-4 33,2-6 45,8-9 34,-6-2-23,4-6 34,-10 7 112,-3 5-12,-2 2-22,-1 5-44,2 8-79,12 12-247,0 3-621,-6-6 1,1 1-772,0-3 1,0-1-1,3 0 1,2 0 982,4-1 1,-1-1-1,5 2 1,-3-5 0</inkml:trace>
  <inkml:trace contextRef="#ctx0" brushRef="#br0" timeOffset="67699">3488 8212 9801,'1'-6'2767,"0"2"-2240,-1 4-90,0-26 258,0 8-253,-1-3 1,-2 0-129,-2 0 22,-5 0 45,0 7-124,-3-1-55,-1 3-22,-2 1 44,0 4-168,-11 3-56,4 11 22,-9 7-260,6 11 221,13-9 0,1 0 17,2 1 0,0 2-17,2 7 0,2 1 6,3-4 0,4-1-96,5 3 1,5-4 50,10 3 34,13-15-45,-5-12 44,0-6 23,2-7 23,-2-7-12,-15 11 0,-1-1 28,2-5 0,-1-1 141,4-7 21,-1-3 46,-12 16 215,-2 5-428,-2 5-12,-1 34 11,0-6 1,-1 3-34,0 5 0,1 3-396,-1-10 1,0 0 0,1 0 389,-1 4 1,1 0-7,-1 0 1,0 0-23,0 0 1,-1-1-34,-3 7 0,0-2 44,-1-10 1,1-2 22,-3 3 0,-1-3 34,-6-5-34,-1-6 44,-4-5-66,-2-2 22,-2-2-3277,-13-1 3001,2-2 0,8 1 0,10-1 0</inkml:trace>
  <inkml:trace contextRef="#ctx0" brushRef="#br0" timeOffset="67985">2948 9177 14406,'35'-2'158,"-1"1"0,1-1 1,0 1-1,-1-1 0,4 0 1,-2 0-1,0 0 0,2-1-814,-4 0 1,1 0-1,1-1 1,-1 0 0,-1 0-36,4-1 0,-2 0 0,0 0 0,1 0 478,-6 0 0,1 1 0,0-1 0,-1 1 0,1-1-259,0 0 1,0 1 0,0-1 0,1 0 0,2 1 471,-4 0 0,2-1 0,1 1 0,1 0 0,-2-1 0,-2 1 0,-3 1 0,11-2 0,-6 0 0,3 0 0,-3 2 0,0-1 0,0 0 0,0 0 0</inkml:trace>
  <inkml:trace contextRef="#ctx0" brushRef="#br0" timeOffset="68266">4055 9323 14059,'33'7'364,"0"0"0,0 0 0,-6-4 0,2-1 0,2 0 0,2-1 0,2 0 0,0-1 0,1-1-692,-4 0 0,2-1 0,1-1 1,1 0-1,1-1 0,0 0 1,1 0-1,-1 1 0,1-1 1,-1 0 285,-2 1 0,1 0 0,-1 0 0,0 1 0,1-1 0,0 0 1,0 0-1,1-1 0,-1 1 0,1 0 0,1-1-6,-3 0 1,1 0-1,0 0 1,1 0-1,0 0 1,0-1-1,0 1 1,0-1-1,0 1 1,0-1 0,-2 1-1,1 0 1,-2 0 69,4-1 0,-2 1 1,-1 0-1,0 0 1,0 0-1,-1 0 0,2-1 1,-1 1-1,2 0 1,2-1-35,-7 1 1,1 0-1,1 0 1,1 0 0,0-1-1,1 1 1,0-1 0,0 1-1,1-1 1,-1 1-1,-1-1 1,0 1 0,0 0-1,-2-1 1,0 1 11,4 0 0,-1-1 0,-1 1 0,0-1 0,-1 1 0,0 0 0,0-1 0,0 1 0,1-1 0,1 1 0,0-1-79,0 1 1,1-1 0,0 0 0,2 0 0,0 0 0,0 0 0,0 0 0,-1 0 0,0 0 0,-1 1 0,-1-1 0,-1 1 0,-2-1 76,6 0 1,-1 0 0,-2 1-1,-1-1 1,0 0 0,-1 1 0,-1 0-1,1-1-54,2 1 0,-1-1 0,0 1 0,0 0 0,-1 0 0,-1 0 0,0 0-184,6-1 0,-1 1 1,0 0-1,-2 0 0,-2 0-222,0 1 1,-1 0 0,-3 0 0,-2 1-1178,8-2 1,-8 2-1639,-13 6 2772,-48 3 1,12-1 0,-10 0 0</inkml:trace>
  <inkml:trace contextRef="#ctx0" brushRef="#br0" timeOffset="68552">7794 9041 15332,'37'-7'304,"-1"-1"1,1 0 0,-2 1 0,1-1 0,1 0-314,-6 1 1,2-1 0,0 1-1,0 0-811,1-1 1,0 1 0,0 0 0,0 0 638,3-1 1,0-1 0,0 1 0,-3 1 0,-3 0 0,-2 1 0,-4 1 0,-3 0 0,-1 0 0</inkml:trace>
  <inkml:trace contextRef="#ctx0" brushRef="#br0" timeOffset="69534">3404 8703 11560,'3'28'881,"-1"1"1,-4 0-1,-3-2-747,0-4 1,-2-3-417,-4 1 1,-2-3 651,-10 6 168,-5 0-225,12-14 1,-1 1 117,-11 2 1,-2 0-175,-1-2 1,-1-2-197,-4 1 1,1-2-62,9-2 0,4-3-963,-5-5-2314,20-9 2874,5-13 1,2 9-1,0-4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8:07:47.20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1859 3182 13678,'-30'-6'409,"-1"0"1,1 0-1,-1 0 1,1 0-1,-2 0 1,0 0 0,2 2-1,2 2-193,-11 4 0,4 5-1215,6 2 1,1 0 1003,-1 3 1,0 0-12,-2 2 1,1 1 5,0 0 0,1 2-28,0-1 0,1 2 16,7-3 1,0 2 0,1 1-28,-5 9 0,2 1 28,1 1 0,3 0 22,5 2 0,4-1-22,3-3 0,1 1 3,0 5 1,0 4-1,1 1 8,1-6 0,0 2 0,0 1 0,0-1-595,0 2 0,1-1 0,-1 1 0,1 0 595,0-1 0,1 1 0,-1 0 0,2 0 2,0 1 1,0 0 0,1 1 0,-1-3-3,1-6 0,0-1 0,-1 0 0,1 2 5,1 6 1,-1 3-1,1-1 1,-1-2-221,1 2 0,1-3 1,-1 1 214,1 0 0,0 0 0,0 0 7,0 1 1,0-1-1,0 2-3,-1-8 1,0 1-1,0 1 1,0 1 0,0 0-350,-1 0 0,1 2 0,0-1 0,-1 1 0,0-1 345,0 1 0,0-1 0,0 1 0,-1-1 0,1 0 4,-1-1 1,0 0-1,-1 0 1,1-1 0,-1-2-165,0 0 1,0-3 0,-1 1 0,0-1 159,-1 2 0,1-1 0,-1 1 0,0-1 0,0 0 0,0 0 0,0 1 0,-1 1-50,0 2 1,0 3-1,-1 1 1,1-1-1,0-1 50,0 0 0,0-2 0,0 0 0,0 2 0,0 0 0,0 2 0,-1 0 0,1 0 0,1-3 5,-1-2 0,1-2 1,1 0-1,-1 0-5,0-1 0,1 1 0,0 0 0,-1-1 0,0 8 0,0 0 0,1-1 0,-1-2 0,1 1 0,0-2 212,1-1 0,0 0 0,0-1-212,0-1 0,1 0 0,0 0 216,0-2 0,0 1 0,1-1-213,0 0 1,-1-1 0,1 1 0,0-1 0,0-1 0,0 2-1,0 9 1,0 2 0,0-2-4,1-7 0,0-1 0,-1 0 348,1 8 0,1 0 0,0-1-354,1 1 1,2-1 8,0-4 1,1 2 0,1-2 24,1 4 0,1 0-25,-1-6 1,1 2 0,0-3-4,2 1 0,0-2 0,2 0 0,0 0 466,1-2 0,2 0-483,-1-2 1,2 0 16,0-2 0,0 0 22,1-2 0,0 0-22,0 0 0,1-2-11,-1 1 0,2-2 5,-1 0 1,3 0-216,0-3 1,1 0 0,2-1-873,4-2 1,1-2 0,0-1 923,2 2 0,1-2 0,-3-1 0,5-1 0,-5-2 0,4-3 0</inkml:trace>
  <inkml:trace contextRef="#ctx0" brushRef="#br0" timeOffset="2904">9350 3984 9569,'0'37'1092,"0"0"0,2 1 0,2-4-110,8-8-400,13-4-364,-7-26 1,2-6-1423,7-2 0,1-2 1241,-6 1 1,1-2-1,4-3-31,-3 4 1,3-3-1,2-1 1,2-1-1,-1 0 1,0 1-1,-3 1-610,1-1 1,-1 2 0,-2 0 0,2 0 0,1-2 316,2 1 1,1-3-1,2 1 1,0-2-1,1 1 1,-2 1-1,-1 1 287,3-3 0,0 1 0,-1 0 0,-2 2 0,-3 2 0,-1 0 0,-3 1 0,1 1 0,5-4 0,1 0 0,-1 0 0</inkml:trace>
  <inkml:trace contextRef="#ctx0" brushRef="#br0" timeOffset="3671">17154 3567 16131,'2'20'904,"0"0"0,5 1 0,5-5-377,11-10 0,5-7-421,1 0 0,2-4-1075,-3-2 0,2-3 1,-1-1 986,-1-2 1,0-2 0,0-1-637,3-2 1,1 0 0,1-1 619,-6 3 1,1-1 0,0 0 0,0 0-3,2-1 0,0-1 0,1 0 0,0-1-112,-5 4 0,0 0 0,0-1 0,1 0 0,2-1-357,-1 0 1,1 0 0,2-2 0,0 0 0,0 0 0,-1 1 0,-2 0 359,0 1 0,-1 0 0,0 0 1,-1 1-1,0 0 0,0 0 0,5-4 1,0 1-1,0 0 0,-2 1 0,-4 2 1,-4 2-1,0 1 0,0-1 1</inkml:trace>
  <inkml:trace contextRef="#ctx0" brushRef="#br0" timeOffset="6782">1536 7833 13510,'-36'-9'590,"1"0"0,0 1 0,1 0-338,6 4 0,0 1-940,-1 0 0,-1 1 693,-1 1 1,0 0-6,-1 3 0,0 2 0,0 1 0,1 2 6,-2 3 0,1 2-6,1 4 0,0 1-6,0 1 0,-1 4 0,11-5 1,-1 1-1,0 3 1,1 0-1,0 3 1,0 1-1,1 1 1,0 1-616,0-1 0,-1 1 1,2 1-1,0 0 621,2 2 0,1 0 0,2 1 0,1-2 7,0 5 1,2-2 0,1 2-8,2-7 0,1 1 0,-1 1 0,1-1 2,0 3 1,0-1 0,1 1 0,-1 3-247,2-3 0,-1 4 0,1 0 1,-1 1-1,1-1 0,0-1 244,1-1 0,0-2 0,0 1 0,0-1 0,0 3 16,1 0 1,-1 3 0,1 0 0,-1 1 0,2-2 0,-1-2-291,1 5 0,1-2 0,0-1 0,1 1 276,-1-7 0,1 0 0,1 1 1,-1-1-1,1 1-147,0 0 1,1-1-1,0 1 1,0-1 0,0 1 161,0 0 1,1 0 0,-1-1 0,1 1 0,1 0 2,-1-1 0,1 0 1,1 0-1,-1 1 0,1 1 2,0-2 1,0 1-1,0 2 1,0 0 0,0 0-1,0-1 1,0-2-63,1 6 0,0-3 0,-1 1 0,0-1 1,1 3 48,-1-6 1,0 2-1,0 0 1,0 1 0,0-1-1,0 1 1,0-1-1,1 5 0,-1-1 1,1 1-1,-1-1 0,0 0 1,0-2 5,0 0 1,0-2 0,0 0-1,0 0 1,0 1-5,0 1 0,1 1 0,0 0 1,-1 1-1,1-2 0,0-2 22,1 4 1,-1-1 0,1-2 0,0 1-9,1 0 1,-1 1 0,2-1-1,-1 0-6,0 0 1,0 0 0,1 0 0,0 0 2,0-1 0,1 1 1,-1-1-1,1 0-8,0 0 0,0-1 0,1 1 0,-1-1-6,1-1 1,0 0-1,1 0 1,-1 0-1,1-2 1,1 1-1,-1-1 1,1 0-7,1-2 1,-1 1 0,1-1 0,1-1-3,0-2 0,1 1 0,0-2 0,2 0-15,6 5 0,2-1 0,2-2 7,1-2 1,2-3 0,2-1-55,-7-7 0,2 0 1,1-3-1,3-2-146,-1-3 1,2-1 0,2-2 0,2-2-1,0-1 1,0-2-99,-3 0 1,0-3 0,0 0 0,1-2 0,1 0-1,0-1 1,2-1 0,0 0 31,-7 2 1,2-1 0,0 0 0,1-1 0,0-1 0,1 1 0,0-1 0,-1 0 0,1 0 0,-1 0 0,-1 0 0,0-1 167,0 1 0,0-1 0,0 0 0,-1 0 0,1-1 0,-1 1 0,-1-1 0,0 1 0,0 0 0,-1 0 0,-1 0 0,8-4 0,0 1 0,-1-1 0,-1 1 0,-2 0 0,-2 1 0,-2 2 0,-3 1 0,1 0 0,0 0 0,0 0 1</inkml:trace>
  <inkml:trace contextRef="#ctx0" brushRef="#br0" timeOffset="8402">12928 7650 8089,'29'-1'226,"-1"0"1,0 0-1,0 2 1,0-1-1,-2 2 26,7 1 0,-1 2-206,1 1 0,0 4 204,-4 0 0,0 4 0,-1 2-1016,0 4 1,-2 4 0,0 0 865,1 1 1,-1 0 0,-2 3-59,-8-5 0,0 2 0,-2 1 0,-1-1 47,1 4 1,-2 0 0,-1 1-19,1 2 0,-1 2 0,-1 0 10,-3-6 0,0 0 0,-1 0 1,0 1-38,-1 3 1,0 0 0,-1 0 0,0 1-26,-1 2 1,-1 1 0,0 1 0,0 0-342,-1-5 0,0 0 0,0 0 0,-1 0 0,1 1 342,-1 1 0,0 1 0,0-1 0,0 1 0,-1 0-323,1 2 1,-1 0 0,0 1 0,0 0 0,-1-1 328,2-4 0,-1-1 0,0 1 0,-1 0 0,1 0 1,0 0-167,0 1 1,-1 0-1,0 1 1,1-1 0,-1 1-1,1-1 164,0 1 0,0 0 1,0 1-1,0-1 0,0 0 1,1 0-31,-1 0 0,0-1 0,0 1 1,1-1-1,-1 2 0,1 1 48,1-2 0,0 0 0,-1 2 0,2 0 0,-1 1 0,0 0 0,0 0 0,0-1-3,0 0 0,0 0 1,0-1-1,0 1 0,0 0 1,0 0-1,0 1 0,0 1 14,0-4 1,0 1 0,0 1 0,0 1 0,-1-1 0,1 1-1,0-1 1,0 0 0,-1-2 0,0-1-28,0 2 1,0-1-1,0-1 1,0-1 0,-1 0-1,0 0 1,0-1 0,0 0-2,-1 3 1,0-1-1,0 0 1,0 0 0,-1-2-1,-1 0 1,0-2-15,-3 8 0,0-2 0,-1-1 1,-3 2 34,1-6 0,-1 0 0,-1 2 0,-2-1 0,0 0 0,-1 0-43,-2-1 1,-1 1 0,-1-1 0,-1-1-1,0 0 1,-1 1-19,1-1 0,0 0 1,-1 1-1,0-2 1,-1 0-1,-1-1 3,0-2 1,-2 0 0,0-1 0,-1-2 0,1 0 0,0-3-25,-1-1 0,1-1 0,0-3 0,-1 0 0,0 0-63,-1 1 1,0-2-1,-1 0 1,0 0-1,0-1-25,-1 0 1,1-1 0,-1-1 0,0 1 0,-2-1-393,-1 0 1,-1 0-1,-2 0 1,1-1-1,-1 0 1,1-2 533,-3 0 1,-1-1 0,1-1 0,0-1 0,2 2 0,-2 1 0,0 0 0,2 0-1,3-2 1,2-5 0,1 0 0,0 0 0</inkml:trace>
  <inkml:trace contextRef="#ctx0" brushRef="#br0" timeOffset="10449">3965 8643 13443,'-3'0'1949,"0"0"-604,3 0-1065,53-1-258,-19-1 1,5 1-843,-7 0 1,3 0 0,2-1 0,-2 1 314,-5 0 1,-1 1 0,1-1 0,-1 0 153,3 0 1,0 1 0,0-1 0,-2 1-503,3-1 0,-1 1 0,2 1 853,-4-1 0,3 0 0,1 0 0,-2 0 0,-3 0 0,8 0 0,-2 0 0,-1 0 0,0 0 0,0 0 0</inkml:trace>
  <inkml:trace contextRef="#ctx0" brushRef="#br0" timeOffset="10837">5529 8610 14394,'29'-3'-178,"-1"0"1,0 0 0,2 0 0,1 0-1,1-1 1,-3 1-916,0 0 1,-1 1 0,1-1 272,0 0 1,3 0 0,-1-1 0,-1 1 545,4-1 0,-2 1 1,-3-1-1,0 1 1,-4 0-1,-3 1 0,0-1 1</inkml:trace>
  <inkml:trace contextRef="#ctx0" brushRef="#br0" timeOffset="11221">7132 8559 10204,'28'-4'159,"0"1"0,0-1 0,-1 1 0,1 0 1,-2 0-160,6-1 0,0 0-224,-2 1 0,1 0 0,-3 0 0,-6 1 0,-2 0 1,7 0-1,-1-1 0</inkml:trace>
  <inkml:trace contextRef="#ctx0" brushRef="#br0" timeOffset="11919">9156 8603 13678,'27'-1'235,"1"0"0,0 0 0,1 0 1,0 0-1,0 0-1251,-2 0 0,-1 1 0,2 0 1083,3 0 0,2 0 0,1 0-490,-6 0 0,1 0 0,0 0 1,1 0 573,3 0 0,0 0 1,1 0-1,1 0-93,-5 0 0,0 0 1,1 1-1,0-1 0,0 0-201,1 0 0,1 0 0,0 1 0,1-1 0,-1 0 161,0 0 0,0 1 0,0-1 0,2 1 0,0-1-12,-4 1 0,2 0 1,0-1-1,1 1 1,0 0-1,0-1 1,-1 1-554,3 1 1,0-1 0,-1 1 0,0 0 0,1-1 0,-2 1 248,-1-1 0,1 1 0,-1-1 0,-1 0 0,-1 1 0,-2-1 0,13 2 0,-3 0 1,-9-1-1,1 1 0</inkml:trace>
  <inkml:trace contextRef="#ctx0" brushRef="#br0" timeOffset="14549">5246 11045 15930,'31'1'117,"0"0"1,1 0 0,-1 0-1,1 1 1,-1-1 0,6-1-1,1 0 1,0 0 0,-1-1-1,-2 0-937,3-1 1,-1-1 0,-1-1 0,1 0 342,-5 0 1,0-1-1,1 0 1,-1 0-1,1 0 141,1-1 1,1 1 0,-1-1 0,1 0 0,0-1-275,0 1 1,0-1-1,0 0 1,0 0-1,0 0 610,0-1 0,0 0 0,0 0 0,-1 0 0,-3 1 0,3 0 0,-2 0 0,-3 0 0,7-3 0,-1 0 0</inkml:trace>
  <inkml:trace contextRef="#ctx0" brushRef="#br0" timeOffset="17282">5607 12576 14652,'19'-17'127,"0"0"1,-1 0 0,1 0 0,0-2 0,-1 1-78,4-9 1,-1-1-1109,-6 7 1,1-1 0,0 0 1064,0-1 1,1 0-1,1-3 1,1-1 1,2-3-1,0-1 1,0 0-14,-4 5 1,0 0-1,1-1 1,-1 1 0,0-1-1,0 1 1,-1 0-1,1 0 1,-1 0-1,-1 1 5,3-5 0,-1 1 0,-2 1 0,-2 2-11,0-6 0,-4 3 360,-2 3 0,-3 2-349,-9-13 307,-8 23 0,-6 4-212,-7 7 0,-4 6-78,-1 3 0,-1 4-656,9 1 1,-1 4-1,3 1 656,-3 10 0,2 3-2,7-8 0,1 2 0,1 1-4,0 3 0,1 1 0,2 1 26,-1 2 1,2 1-1,0 1 45,1 2 0,1 0 1,2 4-45,1-9 0,1 2 0,1 1 1,0 0-1,1-2-38,1-2 0,1-1 0,1-1 0,0 1-3,0 6 0,2 1 0,0-1 1,3-5 160,8 4 1,3-6-165,2-5 1,2-3-359,3-5 0,1-3-45,2-3 0,0-2-264,2-1 1,1-4-421,-2-4 1,2-3 0,-2-1 932,5-1 0,-2-1 1,1-1-1,-5 0 0,-3-3 1</inkml:trace>
  <inkml:trace contextRef="#ctx0" brushRef="#br0" timeOffset="17688">6443 12195 12860,'-12'23'445,"0"-1"0,0 1 1,-3 4-1,4-1-428,6-2 0,5-1-6,5 6-11,3-7-11,5-7 11,3-8 448,9-13-134,-5-7 0,5-12-152,-14 4 0,-3-2 6,2-13-280,-5 12 0,-1 0 393,-5-7-63,-5 12 1,-4 2-51,-5-7-79,1 12 1,-2 2-1,-10 4-107,-3 9 41,3 8-23,1 8-12,9 7-44,10-5 0,5 1-235,9 12-525,2-12 1,3-2-42,5-7 0,3-5-684,3 0 1,1-3-71,4-2 1,0-1 1610,3-4 0,-2 0 0,5 0 0,-7-2 0</inkml:trace>
  <inkml:trace contextRef="#ctx0" brushRef="#br0" timeOffset="18150">6932 12188 10563,'16'-24'1092,"0"0"0,-2 3 0,-3 0 316,-4-5-613,-4 4-380,-11 4-12,-3 6-89,-9 5-158,-3 4-21,-2 8-57,-2 6-292,2 8 214,3 8 0,4 3-11,6 2-12,7-12 1,2 1-325,6 14 167,4-6 102,8-14 78,3-14 0,2-2-11,3-4-34,13 0-78,-16 4 0,0 4 16,6 10 0,-2 8-386,-8 1 1,-2 3 0,-2 2 492,-2 0 0,-1 1 0,-2 0 26,-1 6 1,-2 0-1,-1-1-214,0 4 0,-3 0 322,-1-8 0,-1 2 1,-2-2 206,-6 5 1,-3-1-23,1-2 1,-4-4-135,-3-11 0,-2-5 41,-14-5 222,0-8-122,0-8-236,5-10-90,16 8 0,2-4-129,-1-10 0,4-4-364,6 6 0,2-3 0,2 1-600,1-1 1,1-1 0,3 1 254,4-5 1,2 0 0,3 2-256,1 4 1,2 2 0,0 0 1105,3-2 0,1 0 0,-2 2 0,-1 1 1,-1 2-1,-3 5 0,1-1 0</inkml:trace>
  <inkml:trace contextRef="#ctx0" brushRef="#br0" timeOffset="18315">7335 11979 16120,'4'26'162,"-1"1"1,0-1 0,0 5-1,1 0-162,-1 5 0,0-1-1026,-1-11 0,0-1 342,1-1 1,0-2-2594,5 13 3373,3-12 1,-5-10-1,0-8 1</inkml:trace>
  <inkml:trace contextRef="#ctx0" brushRef="#br0" timeOffset="18482">7419 11764 14708,'22'30'-656,"-1"0"1,-6-7-1,-2-5 1,-1-5 0</inkml:trace>
  <inkml:trace contextRef="#ctx0" brushRef="#br0" timeOffset="18734">7711 12019 13442,'-22'24'788,"1"0"1,2-1-1,2 0-671,8-6 1,2 0 5,-4 17-67,6-2-44,4-1-12,8-3-56,5-3-23,11-4-22,7-4-700,-3-11 0,3-3-124,-6 0 1,1-2-715,10-2 1,0-3-1,-7-1 1,-1-1 1319,1-2 1,-2-2 0,5 0 0,-8 1-1</inkml:trace>
  <inkml:trace contextRef="#ctx0" brushRef="#br0" timeOffset="19366">8155 12110 15840,'-27'9'377,"0"-1"1,2 3-1,2 5-237,8 8 0,4 2-129,2-5 0,2-2 57,1 11-68,6-16 0,0-6 100,3-4 1,3-3 90,5-1-68,6-6-56,3-1-33,4-6 11,0-1-45,1 1 0,-2 2 11,-2 5-33,-4 3-12,-3 2 22,-1 1 1,0 4-22,12 7-12,-4-2-146,11 5-133,-9-9-382,-1-2 134,0-4 326,-1-7 167,2-7 90,-5-5 1,-1-4-349,-2 3 1,-1-1 433,-1 1 0,0-2 0,-1 0-818,3-7 0,-2 1 833,0-4 0,-1 0 0,1 1 0,-2-1-161,-3 5 0,-1-1 0,-2 0 531,2-6 0,-3 2-23,-5-1 0,-4 4-224,-8 1-144,-11 24-58,4 18 1,1 11-6,9-6 0,2 2-85,0 4 0,1 1 62,1 3 1,1 2-10,2 0 1,1 4-1,0-2-7,0-6 0,1-1 0,1 1 62,1 8 0,1 2 1,3-3-781,2 2 1,4-4 95,5 0 1,5-4-758,2-2 1,4-4-250,3-2 1,3-4 1169,-8-6 1,0-2 0,-2-1 0,-1 0 0,-2-1 0,16 0 0</inkml:trace>
  <inkml:trace contextRef="#ctx0" brushRef="#br0" timeOffset="20433">9369 12099 10619,'30'7'153,"0"1"0,-1-3 0,-2-5 77,-9-10 0,-1-4 39,4-6 0,-1-2 218,-6 1 1,-2 0-108,1 1 1,-3 0 449,-5-10-63,-15 17 343,-22 6-741,-1 6-342,8 4 1,0 5 134,-5 11 1,2 4-602,7-3 1,1 2 441,3-2 1,0 2 0,3 0-4,1 12 0,7-1-133,3-9 0,4-1 110,3 5 1,6-4 22,3-10 0,5-3-28,12-2 0,3-3 0,-7-3 0,0-2-729,10-4 1,-1-3 756,-9-2 0,-2-3 39,0-2 1,-1-2-280,0-2 1,0 0 272,-3-3 1,0 0-12,0 0 1,-2-2 61,2-7 1,-1-2 312,-6 4 0,0 0-218,-2 1 0,-2 2 549,-2-10-347,-7 21 1333,0 5-1635,-2 5 542,0 6-621,-1 18 17,2 0 0,1 1-6,2 2 0,1 0 32,0 5 0,2-1-43,0-7 0,3-2-206,3 6 0,1-1 161,8 8 33,-8-15 1,2-3-78,13-4 89,-7-8 56,8-8-45,-8-8 90,0-8 193,1-8-244,-11 13 0,-1-1 28,1-1 1,0-1 83,2-8 1,0-1 122,-3 5 1,0 0-174,0 2 1,-1 1 409,0-2-510,-7 19-12,-1 2-135,0 2 23,0 5 112,1 4 396,4 28-475,0-11 1,0 3-158,1 1 1,1 0-267,1 2 1,2-1 243,-1-10 0,2-2-448,2 0 0,1-3-297,2 0 0,1-3-636,0-1 1,2-2 1572,0-3 0,-2-1 0,4 0 0,-5-4 0</inkml:trace>
  <inkml:trace contextRef="#ctx0" brushRef="#br0" timeOffset="21101">10502 11954 14775,'-4'0'1805,"-8"24"-1391,8-1-358,-1 0 0,0 1 0,3-4 0,2-1-56,-2 18 0,2-4 0,3-8 0,4-7-67,4-8 34,4-6 33,3-5 44,2-8-32,1-7 44,1-9 33,-2-6-78,-10 15 1,-2-2 128,1-9 0,-2 0-162,-3 8 0,0-1 246,0-5 0,-3 2 258,-8-3-56,-11 4-315,1 11-111,-6 3-89,8 11 89,6 5-22,1 6 211,8 5-200,11-1-224,7-1-12,12-4 113,-12-9 0,2-2-147,10-2 1,2-3 229,0-4 1,0-1-306,0 0 0,-1-1 373,-4-2 0,-3 0 95,5-4-253,-6 1 443,-5 2 225,-6 3-247,-5 4-280,-3 1-157,-4 4 808,0 6-651,0 1 449,0 10-449,0 3 11,1-1 0,0 2-11,5 2 0,1 1-223,0 0 0,1-1 223,5-1 0,1-2-45,14 4-857,-5-9 0,1-1-737,-4-3 1,1-2-1,6 4 1,0-1 1066,-5-3 1,-3-1-1,4 0 1,-5 0-1</inkml:trace>
  <inkml:trace contextRef="#ctx0" brushRef="#br0" timeOffset="21403">9563 12705 16400,'35'-5'163,"0"-1"0,0 1 0,0-1 0,-2 1 0,2 0 1,1 0-1,0 0 0,1 0 0,0-1-632,-5 2 1,0-1 0,0 0 0,0 0 0,1 0 0,0 0 0,0 0 172,-1 1 1,1-1 0,1 1 0,0-1 0,0 1 0,-1 0 0,-1 0 0,-2 0 72,8 0 1,-2 0 0,-1 1 0,-1-1 0,0 1 105,-1 0 1,0 0-1,-1 1 1,-1-1 0,0 1-381,4 0 1,-1 0 0,-1 1 0,-1-1-597,4 1 1,-2 0 0,-1 0 903,-6 0 1,-1 1 0,-4 0 0,-1 0-1,-4 0 1,4 0 0</inkml:trace>
  <inkml:trace contextRef="#ctx0" brushRef="#br0" timeOffset="21767">7067 12935 14676,'29'-4'216,"-1"0"1,1 0-1,1 0 1,3 0 0,0 0-1,-3 0-205,2 1 0,-3 0 1,3 0-832,-1 0 1,3-1 0,0 1 0,-1 0 297,2-1 0,-1 1 0,0 0-571,3-1 1,-1 1 0,1 1 773,2-1 0,-1 0 1,-3 0-1,-2 1 1,-3-1-1,-5 2 0,0-1 1</inkml:trace>
  <inkml:trace contextRef="#ctx0" brushRef="#br0" timeOffset="27903">16775 8731 17588,'18'-8'15,"0"0"0,0 1 0,2 2 1,1 6 1,0 2-786,4 0 0,0 0 780,5 1 0,0 0-647,6 0 0,1 1 643,-9-3 1,1 1-1,2-1-3,-1 0 1,3 0-1,1 0 1,0-1 0,-2 1-478,3 0 0,-1-1 0,0 0 1,2 1 470,-5-1 0,2 0 0,0 0 0,1 0 0,-2-1 0,-1 1-1,7 0 0,-2 0 1,-1-1-1,1 1 3,0-1 0,0 1 0,0-1 0,0 1-469,0 0 0,0-1 0,-1 1 1,1-1 428,-1 1 1,0 0 0,-1-1 0,1 1-68,-1 0 1,-1 0 0,1 0-1,1 0-539,0 0 0,1 0 0,1 1 0,-2-1 0,-1 1 21,-1-1 1,-2 1-1,0 0 1,1-1-196,5 2 1,2-1 0,-1 0 0,-4 1 805,-4-1 1,-3 1-1,-3-1 1,-1 0 0,-3 0-1,9 2 1</inkml:trace>
  <inkml:trace contextRef="#ctx0" brushRef="#br0" timeOffset="28286">19117 8742 14902,'26'-8'118,"0"1"1,0 0 0,2-1 0,0 1-1,1 2-100,0 2 1,1 1 0,1 0-1112,5-1 1,1 1 0,1-1 918,-6 0 0,1 1 1,0-1-1,1 1-129,-5 0 1,1-1 0,0 1 0,0 0-1,0 0 343,2-1 1,1 1-1,0-1 1,0 1-1,0-1-144,1 1 0,0 0 1,1-1-1,-1 1 1,1 0 120,0 0 1,0 0 0,1 0 0,-1 0 0,0 0-148,0 0 0,-1 1 0,1-1 0,1 1 0,1 0 138,-5-1 0,2 1 0,1 0 0,1 0 0,-1 0 0,-1 0 0,-2 0-78,4 1 0,-2-1 0,0 0 0,0 1 0,1-1 70,-2 1 0,2-1 0,1 1 0,-1-1 0,-2 1 0,-2 0 38,8-1 0,-4 1 0,-1 1-561,-6-1 0,-1 0 0,-3 0-979,3-1 1,-5 2 1501,3-1 0,-19 0 0,-6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2A7B1-9BFC-1E47-A0CA-085FDC7140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22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6/4/25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customXml" Target="../ink/ink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customXml" Target="../ink/ink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5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8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2.png"/><Relationship Id="rId4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png"/><Relationship Id="rId4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C21A405D-2B87-16FA-8928-EA0708856279}"/>
              </a:ext>
            </a:extLst>
          </p:cNvPr>
          <p:cNvSpPr txBox="1">
            <a:spLocks/>
          </p:cNvSpPr>
          <p:nvPr/>
        </p:nvSpPr>
        <p:spPr>
          <a:xfrm>
            <a:off x="1305920" y="1329179"/>
            <a:ext cx="653216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188CA-4D7D-E262-B106-EDBD543BEBB5}"/>
              </a:ext>
            </a:extLst>
          </p:cNvPr>
          <p:cNvSpPr txBox="1">
            <a:spLocks/>
          </p:cNvSpPr>
          <p:nvPr/>
        </p:nvSpPr>
        <p:spPr>
          <a:xfrm>
            <a:off x="311700" y="2681951"/>
            <a:ext cx="8520600" cy="1720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Multi-dimensional</a:t>
            </a:r>
          </a:p>
          <a:p>
            <a:r>
              <a:rPr lang="en-US" dirty="0"/>
              <a:t>Arrays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90CF-2D2D-DC4E-AC32-A59749FB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Multidimensional Array?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6D69F-9BDC-B8D3-21E2-15236DD7E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array containing multiple arrays as elements.</a:t>
            </a:r>
          </a:p>
          <a:p>
            <a:r>
              <a:rPr lang="en-IN" dirty="0"/>
              <a:t>The most common type is the </a:t>
            </a:r>
            <a:r>
              <a:rPr lang="en-IN" b="1" dirty="0"/>
              <a:t>2D array</a:t>
            </a:r>
            <a:r>
              <a:rPr lang="en-IN" dirty="0"/>
              <a:t> (matrix-like structure).</a:t>
            </a:r>
          </a:p>
          <a:p>
            <a:r>
              <a:rPr lang="en-IN" b="1" dirty="0"/>
              <a:t>Use Cases:</a:t>
            </a:r>
            <a:endParaRPr lang="en-IN" dirty="0"/>
          </a:p>
          <a:p>
            <a:pPr lvl="1"/>
            <a:r>
              <a:rPr lang="en-IN" dirty="0"/>
              <a:t>Storing </a:t>
            </a:r>
            <a:r>
              <a:rPr lang="en-IN" b="1" dirty="0"/>
              <a:t>tabular data</a:t>
            </a:r>
            <a:r>
              <a:rPr lang="en-IN" dirty="0"/>
              <a:t> (e.g., student marks, matrices)</a:t>
            </a:r>
          </a:p>
          <a:p>
            <a:pPr lvl="1"/>
            <a:r>
              <a:rPr lang="en-IN" dirty="0"/>
              <a:t>Representing </a:t>
            </a:r>
            <a:r>
              <a:rPr lang="en-IN" b="1" dirty="0"/>
              <a:t>game boards</a:t>
            </a:r>
            <a:r>
              <a:rPr lang="en-IN" dirty="0"/>
              <a:t> (e.g., chess, tic-tac-toe)</a:t>
            </a:r>
          </a:p>
          <a:p>
            <a:pPr lvl="1"/>
            <a:r>
              <a:rPr lang="en-IN" dirty="0"/>
              <a:t>Processing </a:t>
            </a:r>
            <a:r>
              <a:rPr lang="en-IN" b="1" dirty="0"/>
              <a:t>image pixels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5870541-BF2B-76B8-F51C-F1ED90E88E84}"/>
                  </a:ext>
                </a:extLst>
              </p14:cNvPr>
              <p14:cNvContentPartPr/>
              <p14:nvPr/>
            </p14:nvContentPartPr>
            <p14:xfrm>
              <a:off x="366840" y="133920"/>
              <a:ext cx="8441640" cy="4914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5870541-BF2B-76B8-F51C-F1ED90E88E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640" y="117720"/>
                <a:ext cx="8474040" cy="494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700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4A51-A6F4-03BE-9FEC-2777A0E6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Declaring and Initializing a 2D Array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90A398-FF13-479F-7CEA-404BF096B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40039"/>
            <a:ext cx="6838428" cy="1272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47562C-1296-C204-359C-1EBF88D6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80057"/>
            <a:ext cx="5458013" cy="1132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28FD47-637C-312D-5247-A2AEBF22C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754" y="2984604"/>
            <a:ext cx="4238324" cy="21588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DDD4AF-9A4A-4786-3B2E-034104659831}"/>
                  </a:ext>
                </a:extLst>
              </p14:cNvPr>
              <p14:cNvContentPartPr/>
              <p14:nvPr/>
            </p14:nvContentPartPr>
            <p14:xfrm>
              <a:off x="1167480" y="3008880"/>
              <a:ext cx="5592240" cy="2033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DDD4AF-9A4A-4786-3B2E-0341046598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1280" y="2992680"/>
                <a:ext cx="5624640" cy="206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0408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DABF-2FA5-1ACC-F594-51760E61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Accessing and Modifying 2D Arrays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95C03D-1D81-86B1-7A93-5E9358DA6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53" y="1065734"/>
            <a:ext cx="5764723" cy="13584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A2A33-50CB-7B26-17B8-21E827916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007" y="2286196"/>
            <a:ext cx="6305993" cy="11734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321E45-7E7B-634A-6CEF-1A44F890D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216114"/>
            <a:ext cx="5627797" cy="19485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5E47E8-0EA2-EA95-E719-EE6FE8AF5397}"/>
                  </a:ext>
                </a:extLst>
              </p14:cNvPr>
              <p14:cNvContentPartPr/>
              <p14:nvPr/>
            </p14:nvContentPartPr>
            <p14:xfrm>
              <a:off x="3237840" y="1002960"/>
              <a:ext cx="5023440" cy="3237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5E47E8-0EA2-EA95-E719-EE6FE8AF53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21640" y="986760"/>
                <a:ext cx="5055840" cy="326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3092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5447-CD4C-7F45-E723-66CBA350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Sum of Elements in a 2D Array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BB22B7-30F8-8B81-0537-AADAA0865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39999"/>
            <a:ext cx="7055066" cy="4203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120A5C-B505-9FF5-184B-4599589EFC50}"/>
              </a:ext>
            </a:extLst>
          </p:cNvPr>
          <p:cNvSpPr txBox="1"/>
          <p:nvPr/>
        </p:nvSpPr>
        <p:spPr>
          <a:xfrm>
            <a:off x="6936232" y="2571750"/>
            <a:ext cx="186140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Sum of matrix elements: 45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C851DB-B1C5-BDAF-A1A2-71BED656BAEF}"/>
                  </a:ext>
                </a:extLst>
              </p14:cNvPr>
              <p14:cNvContentPartPr/>
              <p14:nvPr/>
            </p14:nvContentPartPr>
            <p14:xfrm>
              <a:off x="885240" y="2094480"/>
              <a:ext cx="7903080" cy="264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C851DB-B1C5-BDAF-A1A2-71BED656BA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9040" y="2078280"/>
                <a:ext cx="7935480" cy="267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549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EBAD-87CF-AF37-6B33-A3F6A6DA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Jagged Arrays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C39A-BC00-EBAD-5231-3A9BFA78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549945" cy="1202531"/>
          </a:xfrm>
        </p:spPr>
        <p:txBody>
          <a:bodyPr>
            <a:normAutofit/>
          </a:bodyPr>
          <a:lstStyle/>
          <a:p>
            <a:r>
              <a:rPr lang="en-IN" dirty="0"/>
              <a:t>An array of arrays where each row has a different number of columns.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1C8E6-B927-4513-4E85-45CD5F582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546" y="893626"/>
            <a:ext cx="4647232" cy="2367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4AFF3F-DEA4-C305-A659-3ED140B719FB}"/>
              </a:ext>
            </a:extLst>
          </p:cNvPr>
          <p:cNvSpPr txBox="1"/>
          <p:nvPr/>
        </p:nvSpPr>
        <p:spPr>
          <a:xfrm>
            <a:off x="494776" y="3160295"/>
            <a:ext cx="51670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Accessing Elements in a Jagged Array:</a:t>
            </a:r>
            <a:endParaRPr lang="en-IN" sz="2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4BC1C-9ECC-5273-E7B7-136D01FC7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3" y="3361324"/>
            <a:ext cx="7494344" cy="16638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1C6F0B8-0868-094A-9E90-28B974A8FE64}"/>
                  </a:ext>
                </a:extLst>
              </p14:cNvPr>
              <p14:cNvContentPartPr/>
              <p14:nvPr/>
            </p14:nvContentPartPr>
            <p14:xfrm>
              <a:off x="1268640" y="1719360"/>
              <a:ext cx="5221440" cy="291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1C6F0B8-0868-094A-9E90-28B974A8FE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2440" y="1703160"/>
                <a:ext cx="5253840" cy="294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9086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A494D-9EBF-BF08-AA06-F32BEFE8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3D Arrays (Multilevel Data Storage)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68F4B-F38A-C0F4-B3A2-E85C4E395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2007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 </a:t>
            </a:r>
            <a:r>
              <a:rPr lang="en-IN" b="1" dirty="0"/>
              <a:t>3D array</a:t>
            </a:r>
            <a:r>
              <a:rPr lang="en-IN" dirty="0"/>
              <a:t> extends the concept of a 2D array by adding another dimension.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84FF4-7E5C-29F3-9EC3-C8F26997C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73" y="1893205"/>
            <a:ext cx="6868062" cy="13570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256C54-5858-7B87-6571-72E9AE50E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0" y="3133725"/>
            <a:ext cx="3048000" cy="2009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BE031C-4297-2082-0496-9AAF37D5EF09}"/>
              </a:ext>
            </a:extLst>
          </p:cNvPr>
          <p:cNvSpPr txBox="1"/>
          <p:nvPr/>
        </p:nvSpPr>
        <p:spPr>
          <a:xfrm>
            <a:off x="3335300" y="3677525"/>
            <a:ext cx="4577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Accessing a 3D Array Element:</a:t>
            </a:r>
            <a:endParaRPr lang="en-IN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92E9DA-2078-1BE2-17D8-990B418B6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124" y="3896302"/>
            <a:ext cx="6062876" cy="12864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33104F-ADD4-D81C-B030-D7E79B1F0AB1}"/>
                  </a:ext>
                </a:extLst>
              </p14:cNvPr>
              <p14:cNvContentPartPr/>
              <p14:nvPr/>
            </p14:nvContentPartPr>
            <p14:xfrm>
              <a:off x="651240" y="289440"/>
              <a:ext cx="7822440" cy="4584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33104F-ADD4-D81C-B030-D7E79B1F0A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040" y="273240"/>
                <a:ext cx="7854840" cy="461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1468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BF048-675D-DE57-58B5-EF3C77E9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Multidimensional Arrays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F47D4-91C9-7A7B-E7AD-76032A83B3DF}"/>
              </a:ext>
            </a:extLst>
          </p:cNvPr>
          <p:cNvSpPr txBox="1"/>
          <p:nvPr/>
        </p:nvSpPr>
        <p:spPr>
          <a:xfrm>
            <a:off x="628650" y="1367696"/>
            <a:ext cx="5130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Incorrect Indexing (ArrayIndexOutOfBoundsException)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9AD7D-0A9A-F979-B94D-C7B98D69D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34" y="1644695"/>
            <a:ext cx="7182842" cy="1247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A304D3-7EF7-1960-788A-E1005239AB5D}"/>
              </a:ext>
            </a:extLst>
          </p:cNvPr>
          <p:cNvSpPr txBox="1"/>
          <p:nvPr/>
        </p:nvSpPr>
        <p:spPr>
          <a:xfrm>
            <a:off x="628650" y="3519440"/>
            <a:ext cx="457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8E616D-1A84-E54A-A3C7-2F5758E11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754987"/>
            <a:ext cx="5334000" cy="12477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292A0A-F11F-A854-9AD3-220197056BE7}"/>
                  </a:ext>
                </a:extLst>
              </p14:cNvPr>
              <p14:cNvContentPartPr/>
              <p14:nvPr/>
            </p14:nvContentPartPr>
            <p14:xfrm>
              <a:off x="1491120" y="970200"/>
              <a:ext cx="7404120" cy="3838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292A0A-F11F-A854-9AD3-220197056B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4920" y="954000"/>
                <a:ext cx="7436520" cy="387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1678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941BD-8A9C-BF19-B016-9973D02F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22AC-FB91-6439-613E-49FD52314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Multidimensional Arrays (Contd.)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9DAF97-4307-4B08-06A1-C836280E18F3}"/>
              </a:ext>
            </a:extLst>
          </p:cNvPr>
          <p:cNvSpPr txBox="1"/>
          <p:nvPr/>
        </p:nvSpPr>
        <p:spPr>
          <a:xfrm>
            <a:off x="603398" y="3288835"/>
            <a:ext cx="457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3EEDC-FECA-8816-6E96-914162B1290B}"/>
              </a:ext>
            </a:extLst>
          </p:cNvPr>
          <p:cNvSpPr txBox="1"/>
          <p:nvPr/>
        </p:nvSpPr>
        <p:spPr>
          <a:xfrm>
            <a:off x="603398" y="1363121"/>
            <a:ext cx="457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Forgetting to Initialize a Jagged Array Properly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558689-A0B9-205B-2E0D-E8BA22944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59" y="1627213"/>
            <a:ext cx="7697882" cy="1551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45030-25FE-185C-9130-00469974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3575492"/>
            <a:ext cx="4854061" cy="15514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8B7DB6-A4E9-0F1A-9DD9-9CC407509F24}"/>
                  </a:ext>
                </a:extLst>
              </p14:cNvPr>
              <p14:cNvContentPartPr/>
              <p14:nvPr/>
            </p14:nvContentPartPr>
            <p14:xfrm>
              <a:off x="744840" y="1689840"/>
              <a:ext cx="6339600" cy="3453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8B7DB6-A4E9-0F1A-9DD9-9CC407509F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8640" y="1673640"/>
                <a:ext cx="6372000" cy="348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89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CB3A-00D3-7FEF-76C3-3961D573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the length Property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E21D0-803E-A10C-FF69-C8B0B8AC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840581"/>
          </a:xfrm>
        </p:spPr>
        <p:txBody>
          <a:bodyPr/>
          <a:lstStyle/>
          <a:p>
            <a:r>
              <a:rPr lang="en-IN" dirty="0"/>
              <a:t>The length property returns the </a:t>
            </a:r>
            <a:r>
              <a:rPr lang="en-IN" b="1" dirty="0"/>
              <a:t>number of elements</a:t>
            </a:r>
            <a:r>
              <a:rPr lang="en-IN" dirty="0"/>
              <a:t> in an array.</a:t>
            </a:r>
          </a:p>
          <a:p>
            <a:r>
              <a:rPr lang="en-IN" dirty="0"/>
              <a:t>It is </a:t>
            </a:r>
            <a:r>
              <a:rPr lang="en-IN" b="1" dirty="0"/>
              <a:t>not a method</a:t>
            </a:r>
            <a:r>
              <a:rPr lang="en-IN" dirty="0"/>
              <a:t>, but a built-in property of arrays.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B42EA-65B8-7556-4D07-E34F0929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67" y="2046208"/>
            <a:ext cx="3793067" cy="1280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ADFFC4-9CB4-1B7A-0920-1A8F6CA9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3406378"/>
            <a:ext cx="6174589" cy="1463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8C77B-42FC-E545-7B1E-73168DE688DC}"/>
              </a:ext>
            </a:extLst>
          </p:cNvPr>
          <p:cNvSpPr txBox="1"/>
          <p:nvPr/>
        </p:nvSpPr>
        <p:spPr>
          <a:xfrm>
            <a:off x="6569876" y="3655665"/>
            <a:ext cx="106150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Array length: 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FC8FA9-67A0-ECFA-119C-41D354024E68}"/>
                  </a:ext>
                </a:extLst>
              </p14:cNvPr>
              <p14:cNvContentPartPr/>
              <p14:nvPr/>
            </p14:nvContentPartPr>
            <p14:xfrm>
              <a:off x="3089520" y="3095280"/>
              <a:ext cx="1683720" cy="51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FC8FA9-67A0-ECFA-119C-41D354024E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3320" y="3079080"/>
                <a:ext cx="1716120" cy="8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6865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7BF7-1C1F-8935-7E11-56B812AE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length for Dynamic 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DFAFB-D1C6-A967-191B-EE35AA13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98621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Looping through an array using length: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DA330-8722-31AB-A369-D6C6B958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102" y="1767841"/>
            <a:ext cx="7814898" cy="2308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99CE3F-4C68-E647-C052-E3568D8CED3D}"/>
              </a:ext>
            </a:extLst>
          </p:cNvPr>
          <p:cNvSpPr txBox="1"/>
          <p:nvPr/>
        </p:nvSpPr>
        <p:spPr>
          <a:xfrm>
            <a:off x="352633" y="2571750"/>
            <a:ext cx="89479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Mark 1: 85  </a:t>
            </a:r>
          </a:p>
          <a:p>
            <a:r>
              <a:rPr lang="en-US" sz="1050" dirty="0"/>
              <a:t>Mark 2: 90  </a:t>
            </a:r>
          </a:p>
          <a:p>
            <a:r>
              <a:rPr lang="en-US" sz="1050" dirty="0"/>
              <a:t>Mark 3: 78  </a:t>
            </a:r>
          </a:p>
          <a:p>
            <a:r>
              <a:rPr lang="en-US" sz="1050" dirty="0"/>
              <a:t>Mark 4: 92 </a:t>
            </a:r>
          </a:p>
        </p:txBody>
      </p:sp>
    </p:spTree>
    <p:extLst>
      <p:ext uri="{BB962C8B-B14F-4D97-AF65-F5344CB8AC3E}">
        <p14:creationId xmlns:p14="http://schemas.microsoft.com/office/powerpoint/2010/main" val="2245746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FEAD-85BB-29B6-7E86-4363924B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The Enhanced for Loop (for-each Loop)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E333E-39A1-8E9D-382C-0069E9575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4415790" cy="120253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enhanced for loop (or for-each) is used for </a:t>
            </a:r>
            <a:r>
              <a:rPr lang="en-IN" b="1" dirty="0"/>
              <a:t>simplified array iteration</a:t>
            </a:r>
            <a:r>
              <a:rPr lang="en-IN" dirty="0"/>
              <a:t>.</a:t>
            </a:r>
          </a:p>
          <a:p>
            <a:r>
              <a:rPr lang="en-IN" dirty="0"/>
              <a:t>It eliminates the need for an </a:t>
            </a:r>
            <a:r>
              <a:rPr lang="en-IN" b="1" dirty="0"/>
              <a:t>index variable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314F1-51E1-AC1B-2EE4-D90240AEB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0" y="1222772"/>
            <a:ext cx="3933825" cy="1495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1091BE-8BD9-A255-18BE-63D6DD38A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6" y="2626756"/>
            <a:ext cx="5045706" cy="2516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6E8575-40FF-A50F-8D29-21CD08B929A9}"/>
              </a:ext>
            </a:extLst>
          </p:cNvPr>
          <p:cNvSpPr txBox="1"/>
          <p:nvPr/>
        </p:nvSpPr>
        <p:spPr>
          <a:xfrm>
            <a:off x="5562600" y="3017520"/>
            <a:ext cx="62549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r>
              <a:rPr lang="en-US" sz="1050" dirty="0"/>
              <a:t>10  </a:t>
            </a:r>
          </a:p>
          <a:p>
            <a:r>
              <a:rPr lang="en-US" sz="1050" dirty="0"/>
              <a:t>20  </a:t>
            </a:r>
          </a:p>
          <a:p>
            <a:r>
              <a:rPr lang="en-US" sz="1050" dirty="0"/>
              <a:t>30  </a:t>
            </a:r>
          </a:p>
          <a:p>
            <a:r>
              <a:rPr lang="en-US" sz="1050" dirty="0"/>
              <a:t>40  </a:t>
            </a:r>
          </a:p>
          <a:p>
            <a:r>
              <a:rPr lang="en-US" sz="1050" dirty="0"/>
              <a:t>50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AFA4F24-EDA7-EA59-42ED-8E0A2AE0A6F6}"/>
                  </a:ext>
                </a:extLst>
              </p14:cNvPr>
              <p14:cNvContentPartPr/>
              <p14:nvPr/>
            </p14:nvContentPartPr>
            <p14:xfrm>
              <a:off x="341640" y="1686960"/>
              <a:ext cx="8327520" cy="3137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AFA4F24-EDA7-EA59-42ED-8E0A2AE0A6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440" y="1670760"/>
                <a:ext cx="8359920" cy="317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15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09DC-47D1-2956-D0DE-73FA351F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Comparing Traditional vs. Enhanced for Loop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080D23-8489-0EE7-CB4D-A9110A50D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14536"/>
              </p:ext>
            </p:extLst>
          </p:nvPr>
        </p:nvGraphicFramePr>
        <p:xfrm>
          <a:off x="311700" y="1860703"/>
          <a:ext cx="43945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998">
                  <a:extLst>
                    <a:ext uri="{9D8B030D-6E8A-4147-A177-3AD203B41FA5}">
                      <a16:colId xmlns:a16="http://schemas.microsoft.com/office/drawing/2014/main" val="201489563"/>
                    </a:ext>
                  </a:extLst>
                </a:gridCol>
                <a:gridCol w="1559560">
                  <a:extLst>
                    <a:ext uri="{9D8B030D-6E8A-4147-A177-3AD203B41FA5}">
                      <a16:colId xmlns:a16="http://schemas.microsoft.com/office/drawing/2014/main" val="79870484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63847770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Traditional </a:t>
                      </a:r>
                      <a:r>
                        <a:rPr lang="en-US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1100" dirty="0"/>
                        <a:t> Loop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Enhanced </a:t>
                      </a:r>
                      <a:r>
                        <a:rPr lang="en-US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1100" dirty="0"/>
                        <a:t> Loop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217124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Syntax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Uses index (i)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 index required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6154106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Readability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More complex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More Concise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7242807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Usage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Modifies array values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Best for read-only operations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490416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10DBBB-F0A2-27D4-29D6-5571C24B44BC}"/>
              </a:ext>
            </a:extLst>
          </p:cNvPr>
          <p:cNvSpPr txBox="1"/>
          <p:nvPr/>
        </p:nvSpPr>
        <p:spPr>
          <a:xfrm>
            <a:off x="5057169" y="1198942"/>
            <a:ext cx="40170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(Modifying Elements – Traditional Loop Required)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C3CA1-2CC5-44C0-B3E0-7591AE507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673" y="1436386"/>
            <a:ext cx="3688080" cy="1839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21628E-0A1D-CB01-4148-7002690C004C}"/>
              </a:ext>
            </a:extLst>
          </p:cNvPr>
          <p:cNvSpPr txBox="1"/>
          <p:nvPr/>
        </p:nvSpPr>
        <p:spPr>
          <a:xfrm>
            <a:off x="4804996" y="3563685"/>
            <a:ext cx="36228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(Using Enhanced Loop - Read-Only)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ED1DD6-864B-2DDA-16F4-09C3F68F5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954" y="3783004"/>
            <a:ext cx="5563304" cy="13604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ACA70B-0311-5F74-BBC8-272608254887}"/>
                  </a:ext>
                </a:extLst>
              </p14:cNvPr>
              <p14:cNvContentPartPr/>
              <p14:nvPr/>
            </p14:nvContentPartPr>
            <p14:xfrm>
              <a:off x="789120" y="1408320"/>
              <a:ext cx="6974280" cy="3512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ACA70B-0311-5F74-BBC8-2726082548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2920" y="1392120"/>
                <a:ext cx="7006680" cy="354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8755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81FA-E4D0-241E-9DB1-0D2CC8ED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40" y="356861"/>
            <a:ext cx="3152936" cy="2012156"/>
          </a:xfrm>
        </p:spPr>
        <p:txBody>
          <a:bodyPr>
            <a:normAutofit/>
          </a:bodyPr>
          <a:lstStyle/>
          <a:p>
            <a:r>
              <a:rPr lang="en-IN" b="1" dirty="0"/>
              <a:t>Finding Maximum and Minimum Values Using for-each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FBED0B-2915-5DD7-9D5F-46B860D53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1920" y="356861"/>
            <a:ext cx="5212080" cy="44297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5B9634-8BEA-49C1-1656-4978DDBBE692}"/>
              </a:ext>
            </a:extLst>
          </p:cNvPr>
          <p:cNvSpPr txBox="1"/>
          <p:nvPr/>
        </p:nvSpPr>
        <p:spPr>
          <a:xfrm>
            <a:off x="563108" y="2855365"/>
            <a:ext cx="1292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Max: 90  </a:t>
            </a:r>
          </a:p>
          <a:p>
            <a:r>
              <a:rPr lang="en-US" sz="2100" dirty="0"/>
              <a:t>Min: 12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96457C4-3939-41FE-4045-4B52DAB53096}"/>
                  </a:ext>
                </a:extLst>
              </p14:cNvPr>
              <p14:cNvContentPartPr/>
              <p14:nvPr/>
            </p14:nvContentPartPr>
            <p14:xfrm>
              <a:off x="4757040" y="1490760"/>
              <a:ext cx="3738240" cy="265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96457C4-3939-41FE-4045-4B52DAB530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40840" y="1474560"/>
                <a:ext cx="3770640" cy="268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1509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77D-C574-9498-94C4-D2E506EF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362" y="0"/>
            <a:ext cx="7499888" cy="1149769"/>
          </a:xfrm>
        </p:spPr>
        <p:txBody>
          <a:bodyPr>
            <a:normAutofit/>
          </a:bodyPr>
          <a:lstStyle/>
          <a:p>
            <a:r>
              <a:rPr lang="en-IN" b="1" dirty="0"/>
              <a:t>Working with 2D Arrays in an Enhanced Loop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6A5F13-0E4B-B9DC-CB9A-B1808DC21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7640" y="827871"/>
            <a:ext cx="5108048" cy="43156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CB8FDE-4E72-5A1C-CF64-B7BDC270F077}"/>
              </a:ext>
            </a:extLst>
          </p:cNvPr>
          <p:cNvSpPr txBox="1"/>
          <p:nvPr/>
        </p:nvSpPr>
        <p:spPr>
          <a:xfrm>
            <a:off x="838200" y="1417320"/>
            <a:ext cx="631904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1  2  3  </a:t>
            </a:r>
          </a:p>
          <a:p>
            <a:r>
              <a:rPr lang="en-US" sz="1050" dirty="0"/>
              <a:t>4  5  6  </a:t>
            </a:r>
          </a:p>
          <a:p>
            <a:r>
              <a:rPr lang="en-US" sz="1050" dirty="0"/>
              <a:t>7  8  9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0EF43C-8470-F364-FDE0-3A0848BADEFF}"/>
                  </a:ext>
                </a:extLst>
              </p14:cNvPr>
              <p14:cNvContentPartPr/>
              <p14:nvPr/>
            </p14:nvContentPartPr>
            <p14:xfrm>
              <a:off x="1061280" y="1795320"/>
              <a:ext cx="7260480" cy="303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0EF43C-8470-F364-FDE0-3A0848BADE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080" y="1779120"/>
                <a:ext cx="7292880" cy="30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1140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53AA-54DD-CFC2-6762-C73592C3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length and for-each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61CBB-2FED-3191-6B0D-B596BA014275}"/>
              </a:ext>
            </a:extLst>
          </p:cNvPr>
          <p:cNvSpPr txBox="1"/>
          <p:nvPr/>
        </p:nvSpPr>
        <p:spPr>
          <a:xfrm>
            <a:off x="628650" y="1085300"/>
            <a:ext cx="31608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Accessing an Index Beyond the Array Size (ArrayIndexOutOfBoundsException)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83C08A-2BEE-A7E7-F756-74FFB9AF1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44" y="1406515"/>
            <a:ext cx="4006215" cy="1370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FA1D0D-8E2A-D932-AE35-09D17DEC2010}"/>
              </a:ext>
            </a:extLst>
          </p:cNvPr>
          <p:cNvSpPr txBox="1"/>
          <p:nvPr/>
        </p:nvSpPr>
        <p:spPr>
          <a:xfrm>
            <a:off x="5200650" y="1129516"/>
            <a:ext cx="16087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CD9076-A9F2-4F40-F578-BF9F84BA0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56167"/>
            <a:ext cx="4572000" cy="12440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A8D3BA-3F04-F51B-2FBB-34F037629C37}"/>
              </a:ext>
            </a:extLst>
          </p:cNvPr>
          <p:cNvSpPr txBox="1"/>
          <p:nvPr/>
        </p:nvSpPr>
        <p:spPr>
          <a:xfrm>
            <a:off x="441960" y="2888453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Modify Array Elements Using for-each Loop</a:t>
            </a:r>
            <a:endParaRPr lang="en-IN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7B0233-9BDB-C7CB-0566-4B6E76028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61" y="3026953"/>
            <a:ext cx="4665899" cy="11872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FB4C81-2E60-8666-1D6C-C8466830F5B1}"/>
              </a:ext>
            </a:extLst>
          </p:cNvPr>
          <p:cNvSpPr txBox="1"/>
          <p:nvPr/>
        </p:nvSpPr>
        <p:spPr>
          <a:xfrm>
            <a:off x="5107305" y="2888453"/>
            <a:ext cx="35013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a traditional loop instead: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4CFE51-ED58-1893-2CFA-2117131E8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305" y="3026952"/>
            <a:ext cx="3926205" cy="13488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41819C-BE92-3D02-A79E-47F3FDCDCED8}"/>
                  </a:ext>
                </a:extLst>
              </p14:cNvPr>
              <p14:cNvContentPartPr/>
              <p14:nvPr/>
            </p14:nvContentPartPr>
            <p14:xfrm>
              <a:off x="154080" y="1047240"/>
              <a:ext cx="7525800" cy="360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41819C-BE92-3D02-A79E-47F3FDCDCE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7880" y="1031040"/>
                <a:ext cx="7558200" cy="36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7913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414</Words>
  <Application>Microsoft Macintosh PowerPoint</Application>
  <PresentationFormat>On-screen Show (16:9)</PresentationFormat>
  <Paragraphs>78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Simple Light</vt:lpstr>
      <vt:lpstr>PowerPoint Presentation</vt:lpstr>
      <vt:lpstr>What is a Multidimensional Array?</vt:lpstr>
      <vt:lpstr>Declaring and Initializing a 2D Array</vt:lpstr>
      <vt:lpstr>Accessing and Modifying 2D Arrays</vt:lpstr>
      <vt:lpstr>Example – Sum of Elements in a 2D Array</vt:lpstr>
      <vt:lpstr>Jagged Arrays in Java</vt:lpstr>
      <vt:lpstr>3D Arrays (Multilevel Data Storage)</vt:lpstr>
      <vt:lpstr>Common Mistakes with Multidimensional Arrays</vt:lpstr>
      <vt:lpstr>Common Mistakes with Multidimensional Arrays (Contd.)</vt:lpstr>
      <vt:lpstr>Using the length Property</vt:lpstr>
      <vt:lpstr>Using length for Dynamic Processing</vt:lpstr>
      <vt:lpstr>The Enhanced for Loop (for-each Loop)</vt:lpstr>
      <vt:lpstr>Comparing Traditional vs. Enhanced for Loop</vt:lpstr>
      <vt:lpstr>Finding Maximum and Minimum Values Using for-each</vt:lpstr>
      <vt:lpstr>Working with 2D Arrays in an Enhanced Loop</vt:lpstr>
      <vt:lpstr>Common Mistakes with length and for-each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22</cp:revision>
  <dcterms:modified xsi:type="dcterms:W3CDTF">2025-06-04T18:09:10Z</dcterms:modified>
</cp:coreProperties>
</file>