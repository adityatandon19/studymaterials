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407" r:id="rId2"/>
    <p:sldId id="326" r:id="rId3"/>
    <p:sldId id="327" r:id="rId4"/>
    <p:sldId id="328" r:id="rId5"/>
    <p:sldId id="329" r:id="rId6"/>
    <p:sldId id="330" r:id="rId7"/>
    <p:sldId id="331" r:id="rId8"/>
    <p:sldId id="332" r:id="rId9"/>
    <p:sldId id="333" r:id="rId10"/>
    <p:sldId id="334" r:id="rId11"/>
    <p:sldId id="335" r:id="rId12"/>
    <p:sldId id="336" r:id="rId13"/>
    <p:sldId id="337" r:id="rId14"/>
    <p:sldId id="338" r:id="rId15"/>
    <p:sldId id="339" r:id="rId16"/>
    <p:sldId id="340" r:id="rId17"/>
    <p:sldId id="341" r:id="rId18"/>
    <p:sldId id="342" r:id="rId19"/>
    <p:sldId id="343" r:id="rId20"/>
    <p:sldId id="406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CE4B02-3900-5144-8A74-6FDB3DBEC240}" v="2" dt="2025-08-03T12:53:25.377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/>
    <p:restoredTop sz="96301"/>
  </p:normalViewPr>
  <p:slideViewPr>
    <p:cSldViewPr snapToGrid="0">
      <p:cViewPr varScale="1">
        <p:scale>
          <a:sx n="139" d="100"/>
          <a:sy n="139" d="100"/>
        </p:scale>
        <p:origin x="1360" y="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Hare Krishna" userId="de62b921b3c41f8c" providerId="LiveId" clId="{84CE4B02-3900-5144-8A74-6FDB3DBEC240}"/>
    <pc:docChg chg="custSel addSld delSld modSld modSection">
      <pc:chgData name="Aditya Hare Krishna" userId="de62b921b3c41f8c" providerId="LiveId" clId="{84CE4B02-3900-5144-8A74-6FDB3DBEC240}" dt="2025-08-03T12:53:48.890" v="65" actId="27636"/>
      <pc:docMkLst>
        <pc:docMk/>
      </pc:docMkLst>
      <pc:sldChg chg="del">
        <pc:chgData name="Aditya Hare Krishna" userId="de62b921b3c41f8c" providerId="LiveId" clId="{84CE4B02-3900-5144-8A74-6FDB3DBEC240}" dt="2025-08-03T12:52:18.146" v="7" actId="2696"/>
        <pc:sldMkLst>
          <pc:docMk/>
          <pc:sldMk cId="224315261" sldId="258"/>
        </pc:sldMkLst>
      </pc:sldChg>
      <pc:sldChg chg="del">
        <pc:chgData name="Aditya Hare Krishna" userId="de62b921b3c41f8c" providerId="LiveId" clId="{84CE4B02-3900-5144-8A74-6FDB3DBEC240}" dt="2025-08-03T12:52:18.344" v="8" actId="2696"/>
        <pc:sldMkLst>
          <pc:docMk/>
          <pc:sldMk cId="815442810" sldId="259"/>
        </pc:sldMkLst>
      </pc:sldChg>
      <pc:sldChg chg="del">
        <pc:chgData name="Aditya Hare Krishna" userId="de62b921b3c41f8c" providerId="LiveId" clId="{84CE4B02-3900-5144-8A74-6FDB3DBEC240}" dt="2025-08-03T12:52:18.731" v="9" actId="2696"/>
        <pc:sldMkLst>
          <pc:docMk/>
          <pc:sldMk cId="1401225329" sldId="260"/>
        </pc:sldMkLst>
      </pc:sldChg>
      <pc:sldChg chg="del">
        <pc:chgData name="Aditya Hare Krishna" userId="de62b921b3c41f8c" providerId="LiveId" clId="{84CE4B02-3900-5144-8A74-6FDB3DBEC240}" dt="2025-08-03T12:52:18.814" v="10" actId="2696"/>
        <pc:sldMkLst>
          <pc:docMk/>
          <pc:sldMk cId="3950316942" sldId="261"/>
        </pc:sldMkLst>
      </pc:sldChg>
      <pc:sldChg chg="del">
        <pc:chgData name="Aditya Hare Krishna" userId="de62b921b3c41f8c" providerId="LiveId" clId="{84CE4B02-3900-5144-8A74-6FDB3DBEC240}" dt="2025-08-03T12:52:17.777" v="5" actId="2696"/>
        <pc:sldMkLst>
          <pc:docMk/>
          <pc:sldMk cId="652265628" sldId="262"/>
        </pc:sldMkLst>
      </pc:sldChg>
      <pc:sldChg chg="del">
        <pc:chgData name="Aditya Hare Krishna" userId="de62b921b3c41f8c" providerId="LiveId" clId="{84CE4B02-3900-5144-8A74-6FDB3DBEC240}" dt="2025-08-03T12:52:17.953" v="6" actId="2696"/>
        <pc:sldMkLst>
          <pc:docMk/>
          <pc:sldMk cId="945147726" sldId="263"/>
        </pc:sldMkLst>
      </pc:sldChg>
      <pc:sldChg chg="add del">
        <pc:chgData name="Aditya Hare Krishna" userId="de62b921b3c41f8c" providerId="LiveId" clId="{84CE4B02-3900-5144-8A74-6FDB3DBEC240}" dt="2025-08-03T12:52:31.431" v="29" actId="2696"/>
        <pc:sldMkLst>
          <pc:docMk/>
          <pc:sldMk cId="1581346712" sldId="293"/>
        </pc:sldMkLst>
      </pc:sldChg>
      <pc:sldChg chg="del">
        <pc:chgData name="Aditya Hare Krishna" userId="de62b921b3c41f8c" providerId="LiveId" clId="{84CE4B02-3900-5144-8A74-6FDB3DBEC240}" dt="2025-08-03T12:52:17.201" v="1" actId="2696"/>
        <pc:sldMkLst>
          <pc:docMk/>
          <pc:sldMk cId="1023238271" sldId="322"/>
        </pc:sldMkLst>
      </pc:sldChg>
      <pc:sldChg chg="del">
        <pc:chgData name="Aditya Hare Krishna" userId="de62b921b3c41f8c" providerId="LiveId" clId="{84CE4B02-3900-5144-8A74-6FDB3DBEC240}" dt="2025-08-03T12:52:17.292" v="2" actId="2696"/>
        <pc:sldMkLst>
          <pc:docMk/>
          <pc:sldMk cId="342295099" sldId="323"/>
        </pc:sldMkLst>
      </pc:sldChg>
      <pc:sldChg chg="del">
        <pc:chgData name="Aditya Hare Krishna" userId="de62b921b3c41f8c" providerId="LiveId" clId="{84CE4B02-3900-5144-8A74-6FDB3DBEC240}" dt="2025-08-03T12:52:17.470" v="3" actId="2696"/>
        <pc:sldMkLst>
          <pc:docMk/>
          <pc:sldMk cId="2514138130" sldId="324"/>
        </pc:sldMkLst>
      </pc:sldChg>
      <pc:sldChg chg="del">
        <pc:chgData name="Aditya Hare Krishna" userId="de62b921b3c41f8c" providerId="LiveId" clId="{84CE4B02-3900-5144-8A74-6FDB3DBEC240}" dt="2025-08-03T12:52:17.633" v="4" actId="2696"/>
        <pc:sldMkLst>
          <pc:docMk/>
          <pc:sldMk cId="1797052043" sldId="325"/>
        </pc:sldMkLst>
      </pc:sldChg>
      <pc:sldChg chg="addSp modSp add mod">
        <pc:chgData name="Aditya Hare Krishna" userId="de62b921b3c41f8c" providerId="LiveId" clId="{84CE4B02-3900-5144-8A74-6FDB3DBEC240}" dt="2025-08-03T12:53:25.524" v="42" actId="27636"/>
        <pc:sldMkLst>
          <pc:docMk/>
          <pc:sldMk cId="3881958769" sldId="326"/>
        </pc:sldMkLst>
        <pc:spChg chg="add mod">
          <ac:chgData name="Aditya Hare Krishna" userId="de62b921b3c41f8c" providerId="LiveId" clId="{84CE4B02-3900-5144-8A74-6FDB3DBEC240}" dt="2025-08-03T12:53:25.524" v="42" actId="27636"/>
          <ac:spMkLst>
            <pc:docMk/>
            <pc:sldMk cId="3881958769" sldId="326"/>
            <ac:spMk id="4" creationId="{DA5A919C-658D-DA4D-B26D-3A4C5583593A}"/>
          </ac:spMkLst>
        </pc:spChg>
      </pc:sldChg>
      <pc:sldChg chg="addSp modSp add mod">
        <pc:chgData name="Aditya Hare Krishna" userId="de62b921b3c41f8c" providerId="LiveId" clId="{84CE4B02-3900-5144-8A74-6FDB3DBEC240}" dt="2025-08-03T12:53:25.540" v="43" actId="27636"/>
        <pc:sldMkLst>
          <pc:docMk/>
          <pc:sldMk cId="1662589710" sldId="327"/>
        </pc:sldMkLst>
        <pc:spChg chg="add mod">
          <ac:chgData name="Aditya Hare Krishna" userId="de62b921b3c41f8c" providerId="LiveId" clId="{84CE4B02-3900-5144-8A74-6FDB3DBEC240}" dt="2025-08-03T12:53:25.540" v="43" actId="27636"/>
          <ac:spMkLst>
            <pc:docMk/>
            <pc:sldMk cId="1662589710" sldId="327"/>
            <ac:spMk id="3" creationId="{4E0EC527-BDA3-5760-1AB6-02272ED8913A}"/>
          </ac:spMkLst>
        </pc:spChg>
      </pc:sldChg>
      <pc:sldChg chg="addSp modSp add mod">
        <pc:chgData name="Aditya Hare Krishna" userId="de62b921b3c41f8c" providerId="LiveId" clId="{84CE4B02-3900-5144-8A74-6FDB3DBEC240}" dt="2025-08-03T12:53:25.548" v="44" actId="27636"/>
        <pc:sldMkLst>
          <pc:docMk/>
          <pc:sldMk cId="3120594497" sldId="328"/>
        </pc:sldMkLst>
        <pc:spChg chg="add mod">
          <ac:chgData name="Aditya Hare Krishna" userId="de62b921b3c41f8c" providerId="LiveId" clId="{84CE4B02-3900-5144-8A74-6FDB3DBEC240}" dt="2025-08-03T12:53:25.548" v="44" actId="27636"/>
          <ac:spMkLst>
            <pc:docMk/>
            <pc:sldMk cId="3120594497" sldId="328"/>
            <ac:spMk id="5" creationId="{6C7A2442-C5B2-2592-7285-8E4A64BFA21D}"/>
          </ac:spMkLst>
        </pc:spChg>
      </pc:sldChg>
      <pc:sldChg chg="addSp modSp add mod">
        <pc:chgData name="Aditya Hare Krishna" userId="de62b921b3c41f8c" providerId="LiveId" clId="{84CE4B02-3900-5144-8A74-6FDB3DBEC240}" dt="2025-08-03T12:53:25.559" v="45" actId="27636"/>
        <pc:sldMkLst>
          <pc:docMk/>
          <pc:sldMk cId="211095457" sldId="329"/>
        </pc:sldMkLst>
        <pc:spChg chg="add mod">
          <ac:chgData name="Aditya Hare Krishna" userId="de62b921b3c41f8c" providerId="LiveId" clId="{84CE4B02-3900-5144-8A74-6FDB3DBEC240}" dt="2025-08-03T12:53:25.559" v="45" actId="27636"/>
          <ac:spMkLst>
            <pc:docMk/>
            <pc:sldMk cId="211095457" sldId="329"/>
            <ac:spMk id="3" creationId="{8D2F9919-E371-C569-BA52-50691101490E}"/>
          </ac:spMkLst>
        </pc:spChg>
      </pc:sldChg>
      <pc:sldChg chg="addSp modSp add mod">
        <pc:chgData name="Aditya Hare Krishna" userId="de62b921b3c41f8c" providerId="LiveId" clId="{84CE4B02-3900-5144-8A74-6FDB3DBEC240}" dt="2025-08-03T12:53:25.579" v="46" actId="27636"/>
        <pc:sldMkLst>
          <pc:docMk/>
          <pc:sldMk cId="2005253105" sldId="330"/>
        </pc:sldMkLst>
        <pc:spChg chg="add mod">
          <ac:chgData name="Aditya Hare Krishna" userId="de62b921b3c41f8c" providerId="LiveId" clId="{84CE4B02-3900-5144-8A74-6FDB3DBEC240}" dt="2025-08-03T12:53:25.579" v="46" actId="27636"/>
          <ac:spMkLst>
            <pc:docMk/>
            <pc:sldMk cId="2005253105" sldId="330"/>
            <ac:spMk id="3" creationId="{D30BE347-EF4D-4EEF-E309-F1DBBCBCDDAB}"/>
          </ac:spMkLst>
        </pc:spChg>
      </pc:sldChg>
      <pc:sldChg chg="addSp modSp add mod">
        <pc:chgData name="Aditya Hare Krishna" userId="de62b921b3c41f8c" providerId="LiveId" clId="{84CE4B02-3900-5144-8A74-6FDB3DBEC240}" dt="2025-08-03T12:53:25.594" v="47" actId="27636"/>
        <pc:sldMkLst>
          <pc:docMk/>
          <pc:sldMk cId="1033236324" sldId="331"/>
        </pc:sldMkLst>
        <pc:spChg chg="add mod">
          <ac:chgData name="Aditya Hare Krishna" userId="de62b921b3c41f8c" providerId="LiveId" clId="{84CE4B02-3900-5144-8A74-6FDB3DBEC240}" dt="2025-08-03T12:53:25.594" v="47" actId="27636"/>
          <ac:spMkLst>
            <pc:docMk/>
            <pc:sldMk cId="1033236324" sldId="331"/>
            <ac:spMk id="3" creationId="{AB3299EC-DA6A-1B47-F39D-95B703B4BB67}"/>
          </ac:spMkLst>
        </pc:spChg>
        <pc:graphicFrameChg chg="mod modGraphic">
          <ac:chgData name="Aditya Hare Krishna" userId="de62b921b3c41f8c" providerId="LiveId" clId="{84CE4B02-3900-5144-8A74-6FDB3DBEC240}" dt="2025-08-03T12:52:52.643" v="36" actId="1076"/>
          <ac:graphicFrameMkLst>
            <pc:docMk/>
            <pc:sldMk cId="1033236324" sldId="331"/>
            <ac:graphicFrameMk id="4" creationId="{5696B53D-74F0-20DD-AE69-01970E203C73}"/>
          </ac:graphicFrameMkLst>
        </pc:graphicFrameChg>
      </pc:sldChg>
      <pc:sldChg chg="addSp modSp add mod">
        <pc:chgData name="Aditya Hare Krishna" userId="de62b921b3c41f8c" providerId="LiveId" clId="{84CE4B02-3900-5144-8A74-6FDB3DBEC240}" dt="2025-08-03T12:53:25.609" v="48" actId="27636"/>
        <pc:sldMkLst>
          <pc:docMk/>
          <pc:sldMk cId="1860866209" sldId="332"/>
        </pc:sldMkLst>
        <pc:spChg chg="add mod">
          <ac:chgData name="Aditya Hare Krishna" userId="de62b921b3c41f8c" providerId="LiveId" clId="{84CE4B02-3900-5144-8A74-6FDB3DBEC240}" dt="2025-08-03T12:53:25.609" v="48" actId="27636"/>
          <ac:spMkLst>
            <pc:docMk/>
            <pc:sldMk cId="1860866209" sldId="332"/>
            <ac:spMk id="3" creationId="{CFFBF5CF-37AD-0A38-F641-B57A52EE3B13}"/>
          </ac:spMkLst>
        </pc:spChg>
      </pc:sldChg>
      <pc:sldChg chg="addSp modSp add mod">
        <pc:chgData name="Aditya Hare Krishna" userId="de62b921b3c41f8c" providerId="LiveId" clId="{84CE4B02-3900-5144-8A74-6FDB3DBEC240}" dt="2025-08-03T12:53:25.618" v="49" actId="27636"/>
        <pc:sldMkLst>
          <pc:docMk/>
          <pc:sldMk cId="335094298" sldId="333"/>
        </pc:sldMkLst>
        <pc:spChg chg="add mod">
          <ac:chgData name="Aditya Hare Krishna" userId="de62b921b3c41f8c" providerId="LiveId" clId="{84CE4B02-3900-5144-8A74-6FDB3DBEC240}" dt="2025-08-03T12:53:25.618" v="49" actId="27636"/>
          <ac:spMkLst>
            <pc:docMk/>
            <pc:sldMk cId="335094298" sldId="333"/>
            <ac:spMk id="3" creationId="{2F2771BA-8CDD-D434-1735-3C6DEFC53706}"/>
          </ac:spMkLst>
        </pc:spChg>
      </pc:sldChg>
      <pc:sldChg chg="addSp modSp add mod">
        <pc:chgData name="Aditya Hare Krishna" userId="de62b921b3c41f8c" providerId="LiveId" clId="{84CE4B02-3900-5144-8A74-6FDB3DBEC240}" dt="2025-08-03T12:53:25.642" v="50" actId="27636"/>
        <pc:sldMkLst>
          <pc:docMk/>
          <pc:sldMk cId="4250733707" sldId="334"/>
        </pc:sldMkLst>
        <pc:spChg chg="add mod">
          <ac:chgData name="Aditya Hare Krishna" userId="de62b921b3c41f8c" providerId="LiveId" clId="{84CE4B02-3900-5144-8A74-6FDB3DBEC240}" dt="2025-08-03T12:53:25.642" v="50" actId="27636"/>
          <ac:spMkLst>
            <pc:docMk/>
            <pc:sldMk cId="4250733707" sldId="334"/>
            <ac:spMk id="6" creationId="{04D434C5-6FA9-255E-4942-852147D47759}"/>
          </ac:spMkLst>
        </pc:spChg>
      </pc:sldChg>
      <pc:sldChg chg="addSp modSp add mod">
        <pc:chgData name="Aditya Hare Krishna" userId="de62b921b3c41f8c" providerId="LiveId" clId="{84CE4B02-3900-5144-8A74-6FDB3DBEC240}" dt="2025-08-03T12:53:25.658" v="51" actId="27636"/>
        <pc:sldMkLst>
          <pc:docMk/>
          <pc:sldMk cId="3377840199" sldId="335"/>
        </pc:sldMkLst>
        <pc:spChg chg="add mod">
          <ac:chgData name="Aditya Hare Krishna" userId="de62b921b3c41f8c" providerId="LiveId" clId="{84CE4B02-3900-5144-8A74-6FDB3DBEC240}" dt="2025-08-03T12:53:25.658" v="51" actId="27636"/>
          <ac:spMkLst>
            <pc:docMk/>
            <pc:sldMk cId="3377840199" sldId="335"/>
            <ac:spMk id="3" creationId="{42155E49-B8D4-CB69-2491-C87A2635B4A5}"/>
          </ac:spMkLst>
        </pc:spChg>
      </pc:sldChg>
      <pc:sldChg chg="addSp modSp add mod">
        <pc:chgData name="Aditya Hare Krishna" userId="de62b921b3c41f8c" providerId="LiveId" clId="{84CE4B02-3900-5144-8A74-6FDB3DBEC240}" dt="2025-08-03T12:53:25.677" v="52" actId="27636"/>
        <pc:sldMkLst>
          <pc:docMk/>
          <pc:sldMk cId="951872916" sldId="336"/>
        </pc:sldMkLst>
        <pc:spChg chg="add mod">
          <ac:chgData name="Aditya Hare Krishna" userId="de62b921b3c41f8c" providerId="LiveId" clId="{84CE4B02-3900-5144-8A74-6FDB3DBEC240}" dt="2025-08-03T12:53:25.677" v="52" actId="27636"/>
          <ac:spMkLst>
            <pc:docMk/>
            <pc:sldMk cId="951872916" sldId="336"/>
            <ac:spMk id="3" creationId="{C1CF4A25-A9F6-C969-A6C3-9D88F257DA1F}"/>
          </ac:spMkLst>
        </pc:spChg>
      </pc:sldChg>
      <pc:sldChg chg="addSp modSp add mod">
        <pc:chgData name="Aditya Hare Krishna" userId="de62b921b3c41f8c" providerId="LiveId" clId="{84CE4B02-3900-5144-8A74-6FDB3DBEC240}" dt="2025-08-03T12:53:25.689" v="53" actId="27636"/>
        <pc:sldMkLst>
          <pc:docMk/>
          <pc:sldMk cId="1212657461" sldId="337"/>
        </pc:sldMkLst>
        <pc:spChg chg="add mod">
          <ac:chgData name="Aditya Hare Krishna" userId="de62b921b3c41f8c" providerId="LiveId" clId="{84CE4B02-3900-5144-8A74-6FDB3DBEC240}" dt="2025-08-03T12:53:25.689" v="53" actId="27636"/>
          <ac:spMkLst>
            <pc:docMk/>
            <pc:sldMk cId="1212657461" sldId="337"/>
            <ac:spMk id="3" creationId="{EF14F6A1-BB77-F044-844C-41A7B58729CA}"/>
          </ac:spMkLst>
        </pc:spChg>
      </pc:sldChg>
      <pc:sldChg chg="addSp modSp add mod">
        <pc:chgData name="Aditya Hare Krishna" userId="de62b921b3c41f8c" providerId="LiveId" clId="{84CE4B02-3900-5144-8A74-6FDB3DBEC240}" dt="2025-08-03T12:53:25.707" v="54" actId="27636"/>
        <pc:sldMkLst>
          <pc:docMk/>
          <pc:sldMk cId="2067784809" sldId="338"/>
        </pc:sldMkLst>
        <pc:spChg chg="add mod">
          <ac:chgData name="Aditya Hare Krishna" userId="de62b921b3c41f8c" providerId="LiveId" clId="{84CE4B02-3900-5144-8A74-6FDB3DBEC240}" dt="2025-08-03T12:53:25.707" v="54" actId="27636"/>
          <ac:spMkLst>
            <pc:docMk/>
            <pc:sldMk cId="2067784809" sldId="338"/>
            <ac:spMk id="6" creationId="{489EC5A0-DBD9-C253-1B68-8FC371BEA6FB}"/>
          </ac:spMkLst>
        </pc:spChg>
      </pc:sldChg>
      <pc:sldChg chg="addSp modSp add mod">
        <pc:chgData name="Aditya Hare Krishna" userId="de62b921b3c41f8c" providerId="LiveId" clId="{84CE4B02-3900-5144-8A74-6FDB3DBEC240}" dt="2025-08-03T12:53:25.725" v="55" actId="27636"/>
        <pc:sldMkLst>
          <pc:docMk/>
          <pc:sldMk cId="1984886041" sldId="339"/>
        </pc:sldMkLst>
        <pc:spChg chg="add mod">
          <ac:chgData name="Aditya Hare Krishna" userId="de62b921b3c41f8c" providerId="LiveId" clId="{84CE4B02-3900-5144-8A74-6FDB3DBEC240}" dt="2025-08-03T12:53:25.725" v="55" actId="27636"/>
          <ac:spMkLst>
            <pc:docMk/>
            <pc:sldMk cId="1984886041" sldId="339"/>
            <ac:spMk id="3" creationId="{D25A0EF2-D54D-6DC0-7B2A-DED8E8E7B018}"/>
          </ac:spMkLst>
        </pc:spChg>
        <pc:graphicFrameChg chg="modGraphic">
          <ac:chgData name="Aditya Hare Krishna" userId="de62b921b3c41f8c" providerId="LiveId" clId="{84CE4B02-3900-5144-8A74-6FDB3DBEC240}" dt="2025-08-03T12:53:08.709" v="40" actId="14734"/>
          <ac:graphicFrameMkLst>
            <pc:docMk/>
            <pc:sldMk cId="1984886041" sldId="339"/>
            <ac:graphicFrameMk id="4" creationId="{D473984C-8CA8-5D9D-6210-3217190A0EED}"/>
          </ac:graphicFrameMkLst>
        </pc:graphicFrameChg>
      </pc:sldChg>
      <pc:sldChg chg="addSp modSp add mod">
        <pc:chgData name="Aditya Hare Krishna" userId="de62b921b3c41f8c" providerId="LiveId" clId="{84CE4B02-3900-5144-8A74-6FDB3DBEC240}" dt="2025-08-03T12:53:25.743" v="56" actId="27636"/>
        <pc:sldMkLst>
          <pc:docMk/>
          <pc:sldMk cId="1261261279" sldId="340"/>
        </pc:sldMkLst>
        <pc:spChg chg="add mod">
          <ac:chgData name="Aditya Hare Krishna" userId="de62b921b3c41f8c" providerId="LiveId" clId="{84CE4B02-3900-5144-8A74-6FDB3DBEC240}" dt="2025-08-03T12:53:25.743" v="56" actId="27636"/>
          <ac:spMkLst>
            <pc:docMk/>
            <pc:sldMk cId="1261261279" sldId="340"/>
            <ac:spMk id="3" creationId="{96BD6D88-AAFD-FCDD-8073-4BDA33572292}"/>
          </ac:spMkLst>
        </pc:spChg>
      </pc:sldChg>
      <pc:sldChg chg="addSp modSp add mod">
        <pc:chgData name="Aditya Hare Krishna" userId="de62b921b3c41f8c" providerId="LiveId" clId="{84CE4B02-3900-5144-8A74-6FDB3DBEC240}" dt="2025-08-03T12:53:25.761" v="57" actId="27636"/>
        <pc:sldMkLst>
          <pc:docMk/>
          <pc:sldMk cId="3035772200" sldId="341"/>
        </pc:sldMkLst>
        <pc:spChg chg="add mod">
          <ac:chgData name="Aditya Hare Krishna" userId="de62b921b3c41f8c" providerId="LiveId" clId="{84CE4B02-3900-5144-8A74-6FDB3DBEC240}" dt="2025-08-03T12:53:25.761" v="57" actId="27636"/>
          <ac:spMkLst>
            <pc:docMk/>
            <pc:sldMk cId="3035772200" sldId="341"/>
            <ac:spMk id="5" creationId="{16FCE3EB-EFF5-6162-AA1F-8850F11EAE47}"/>
          </ac:spMkLst>
        </pc:spChg>
      </pc:sldChg>
      <pc:sldChg chg="addSp modSp add mod">
        <pc:chgData name="Aditya Hare Krishna" userId="de62b921b3c41f8c" providerId="LiveId" clId="{84CE4B02-3900-5144-8A74-6FDB3DBEC240}" dt="2025-08-03T12:53:25.774" v="58" actId="27636"/>
        <pc:sldMkLst>
          <pc:docMk/>
          <pc:sldMk cId="428187049" sldId="342"/>
        </pc:sldMkLst>
        <pc:spChg chg="add mod">
          <ac:chgData name="Aditya Hare Krishna" userId="de62b921b3c41f8c" providerId="LiveId" clId="{84CE4B02-3900-5144-8A74-6FDB3DBEC240}" dt="2025-08-03T12:53:25.774" v="58" actId="27636"/>
          <ac:spMkLst>
            <pc:docMk/>
            <pc:sldMk cId="428187049" sldId="342"/>
            <ac:spMk id="3" creationId="{E2C57E3A-8456-E928-AE20-B9C66538F149}"/>
          </ac:spMkLst>
        </pc:spChg>
      </pc:sldChg>
      <pc:sldChg chg="addSp modSp add mod">
        <pc:chgData name="Aditya Hare Krishna" userId="de62b921b3c41f8c" providerId="LiveId" clId="{84CE4B02-3900-5144-8A74-6FDB3DBEC240}" dt="2025-08-03T12:53:25.799" v="59" actId="27636"/>
        <pc:sldMkLst>
          <pc:docMk/>
          <pc:sldMk cId="242468802" sldId="343"/>
        </pc:sldMkLst>
        <pc:spChg chg="add mod">
          <ac:chgData name="Aditya Hare Krishna" userId="de62b921b3c41f8c" providerId="LiveId" clId="{84CE4B02-3900-5144-8A74-6FDB3DBEC240}" dt="2025-08-03T12:53:25.799" v="59" actId="27636"/>
          <ac:spMkLst>
            <pc:docMk/>
            <pc:sldMk cId="242468802" sldId="343"/>
            <ac:spMk id="3" creationId="{35AFD0DC-5A0E-8CE5-4B08-3C8F1901F42D}"/>
          </ac:spMkLst>
        </pc:spChg>
      </pc:sldChg>
      <pc:sldChg chg="modSp mod">
        <pc:chgData name="Aditya Hare Krishna" userId="de62b921b3c41f8c" providerId="LiveId" clId="{84CE4B02-3900-5144-8A74-6FDB3DBEC240}" dt="2025-08-03T12:53:48.890" v="65" actId="27636"/>
        <pc:sldMkLst>
          <pc:docMk/>
          <pc:sldMk cId="1652500050" sldId="407"/>
        </pc:sldMkLst>
        <pc:spChg chg="mod">
          <ac:chgData name="Aditya Hare Krishna" userId="de62b921b3c41f8c" providerId="LiveId" clId="{84CE4B02-3900-5144-8A74-6FDB3DBEC240}" dt="2025-08-03T12:53:48.890" v="65" actId="27636"/>
          <ac:spMkLst>
            <pc:docMk/>
            <pc:sldMk cId="1652500050" sldId="407"/>
            <ac:spMk id="2" creationId="{B469C13A-30DC-0B47-FC4E-2ECBE2BD28CC}"/>
          </ac:spMkLst>
        </pc:spChg>
        <pc:spChg chg="mod">
          <ac:chgData name="Aditya Hare Krishna" userId="de62b921b3c41f8c" providerId="LiveId" clId="{84CE4B02-3900-5144-8A74-6FDB3DBEC240}" dt="2025-08-03T12:52:29.510" v="28" actId="20577"/>
          <ac:spMkLst>
            <pc:docMk/>
            <pc:sldMk cId="1652500050" sldId="407"/>
            <ac:spMk id="3" creationId="{EEC3C8E5-BA61-0B0B-553C-BFCB9F5C5A66}"/>
          </ac:spMkLst>
        </pc:spChg>
      </pc:sldChg>
      <pc:sldChg chg="del">
        <pc:chgData name="Aditya Hare Krishna" userId="de62b921b3c41f8c" providerId="LiveId" clId="{84CE4B02-3900-5144-8A74-6FDB3DBEC240}" dt="2025-08-03T12:52:19.103" v="11" actId="2696"/>
        <pc:sldMkLst>
          <pc:docMk/>
          <pc:sldMk cId="933642293" sldId="408"/>
        </pc:sldMkLst>
      </pc:sldChg>
      <pc:sldChg chg="del">
        <pc:chgData name="Aditya Hare Krishna" userId="de62b921b3c41f8c" providerId="LiveId" clId="{84CE4B02-3900-5144-8A74-6FDB3DBEC240}" dt="2025-08-03T12:52:19.407" v="12" actId="2696"/>
        <pc:sldMkLst>
          <pc:docMk/>
          <pc:sldMk cId="433781399" sldId="409"/>
        </pc:sldMkLst>
      </pc:sldChg>
      <pc:sldChg chg="del">
        <pc:chgData name="Aditya Hare Krishna" userId="de62b921b3c41f8c" providerId="LiveId" clId="{84CE4B02-3900-5144-8A74-6FDB3DBEC240}" dt="2025-08-03T12:52:19.713" v="13" actId="2696"/>
        <pc:sldMkLst>
          <pc:docMk/>
          <pc:sldMk cId="1930149018" sldId="410"/>
        </pc:sldMkLst>
      </pc:sldChg>
      <pc:sldChg chg="del">
        <pc:chgData name="Aditya Hare Krishna" userId="de62b921b3c41f8c" providerId="LiveId" clId="{84CE4B02-3900-5144-8A74-6FDB3DBEC240}" dt="2025-08-03T12:52:20.019" v="14" actId="2696"/>
        <pc:sldMkLst>
          <pc:docMk/>
          <pc:sldMk cId="3314727810" sldId="411"/>
        </pc:sldMkLst>
      </pc:sldChg>
      <pc:sldChg chg="del">
        <pc:chgData name="Aditya Hare Krishna" userId="de62b921b3c41f8c" providerId="LiveId" clId="{84CE4B02-3900-5144-8A74-6FDB3DBEC240}" dt="2025-08-03T12:52:20.344" v="15" actId="2696"/>
        <pc:sldMkLst>
          <pc:docMk/>
          <pc:sldMk cId="4074109512" sldId="412"/>
        </pc:sldMkLst>
      </pc:sldChg>
      <pc:sldChg chg="del">
        <pc:chgData name="Aditya Hare Krishna" userId="de62b921b3c41f8c" providerId="LiveId" clId="{84CE4B02-3900-5144-8A74-6FDB3DBEC240}" dt="2025-08-03T12:52:20.615" v="16" actId="2696"/>
        <pc:sldMkLst>
          <pc:docMk/>
          <pc:sldMk cId="4153360333" sldId="413"/>
        </pc:sldMkLst>
      </pc:sldChg>
      <pc:sldMasterChg chg="delSldLayout">
        <pc:chgData name="Aditya Hare Krishna" userId="de62b921b3c41f8c" providerId="LiveId" clId="{84CE4B02-3900-5144-8A74-6FDB3DBEC240}" dt="2025-08-03T12:52:31.431" v="29" actId="2696"/>
        <pc:sldMasterMkLst>
          <pc:docMk/>
          <pc:sldMasterMk cId="0" sldId="2147483659"/>
        </pc:sldMasterMkLst>
        <pc:sldLayoutChg chg="del">
          <pc:chgData name="Aditya Hare Krishna" userId="de62b921b3c41f8c" providerId="LiveId" clId="{84CE4B02-3900-5144-8A74-6FDB3DBEC240}" dt="2025-08-03T12:52:31.431" v="29" actId="2696"/>
          <pc:sldLayoutMkLst>
            <pc:docMk/>
            <pc:sldMasterMk cId="0" sldId="2147483659"/>
            <pc:sldLayoutMk cId="0" sldId="214748365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CEC5F-1967-D817-D986-5DC642BE5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A2A44-84AB-A2E7-13C6-54E0F9FC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DEAC1-00BB-35ED-5449-484DB7E11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C2C42-EF1C-C0D2-E019-70C89F197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4103D-F966-538A-4833-4759EA2D0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2FD1A-157B-D645-9C1B-C6693C67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70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2000" b="1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20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155448" y="2571750"/>
            <a:ext cx="8833104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5400" dirty="0"/>
              <a:t>Networking in JAVA</a:t>
            </a:r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3971A-84A1-E4F1-0BD9-62ABDBBCB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Networking in Java?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B0503-3F57-FB8A-7F79-19E784D5B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Networking</a:t>
            </a:r>
            <a:r>
              <a:rPr lang="en-IN" dirty="0"/>
              <a:t> allows two or more machines to </a:t>
            </a:r>
            <a:r>
              <a:rPr lang="en-IN" b="1" dirty="0"/>
              <a:t>communicate and exchange data</a:t>
            </a:r>
            <a:r>
              <a:rPr lang="en-IN" dirty="0"/>
              <a:t>.</a:t>
            </a:r>
          </a:p>
          <a:p>
            <a:r>
              <a:rPr lang="en-IN" b="1" dirty="0"/>
              <a:t>Java Networking API</a:t>
            </a:r>
            <a:r>
              <a:rPr lang="en-IN" dirty="0"/>
              <a:t> is built on </a:t>
            </a:r>
            <a:r>
              <a:rPr lang="en-IN" b="1" dirty="0"/>
              <a:t>TCP/IP protocols</a:t>
            </a:r>
            <a:r>
              <a:rPr lang="en-IN" dirty="0"/>
              <a:t>.</a:t>
            </a:r>
          </a:p>
          <a:p>
            <a:r>
              <a:rPr lang="en-IN" dirty="0"/>
              <a:t>Key components:</a:t>
            </a:r>
          </a:p>
          <a:p>
            <a:pPr>
              <a:buNone/>
            </a:pPr>
            <a:r>
              <a:rPr lang="en-IN" dirty="0"/>
              <a:t>✅ IP Address</a:t>
            </a:r>
          </a:p>
          <a:p>
            <a:pPr>
              <a:buNone/>
            </a:pPr>
            <a:r>
              <a:rPr lang="en-IN" dirty="0"/>
              <a:t>✅ Port Number</a:t>
            </a:r>
          </a:p>
          <a:p>
            <a:pPr>
              <a:buNone/>
            </a:pPr>
            <a:r>
              <a:rPr lang="en-IN" dirty="0"/>
              <a:t>✅ Protocol (TCP/UDP)</a:t>
            </a:r>
          </a:p>
          <a:p>
            <a:pPr marL="0" indent="0">
              <a:buNone/>
            </a:pPr>
            <a:r>
              <a:rPr lang="en-IN" dirty="0"/>
              <a:t>  ✅ Socket (end-point for communication)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A919C-658D-DA4D-B26D-3A4C5583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58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2CA1-0951-6671-59F3-005822A88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Key Classes in Java Networking (</a:t>
            </a:r>
            <a:r>
              <a:rPr lang="en-IN" b="1" dirty="0" err="1"/>
              <a:t>java.net</a:t>
            </a:r>
            <a:r>
              <a:rPr lang="en-IN" b="1" dirty="0"/>
              <a:t>)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25C02BF-579E-BC9C-5F2E-D5E514D946C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44976" y="1565413"/>
          <a:ext cx="4798116" cy="16687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443659">
                  <a:extLst>
                    <a:ext uri="{9D8B030D-6E8A-4147-A177-3AD203B41FA5}">
                      <a16:colId xmlns:a16="http://schemas.microsoft.com/office/drawing/2014/main" val="2961419379"/>
                    </a:ext>
                  </a:extLst>
                </a:gridCol>
                <a:gridCol w="3354457">
                  <a:extLst>
                    <a:ext uri="{9D8B030D-6E8A-4147-A177-3AD203B41FA5}">
                      <a16:colId xmlns:a16="http://schemas.microsoft.com/office/drawing/2014/main" val="216242358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Class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Purpose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3985340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InetAddress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Handles IP address operations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2789292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Socket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Represents a client-side TCP connection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0739015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ServerSocket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Listens for incoming connections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3968394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URL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Represents a web resource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5408418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URLConnection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Used to read/write from/to a URL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28635756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140D7EF-BFAC-2E22-B2CE-8AF156B3B748}"/>
              </a:ext>
            </a:extLst>
          </p:cNvPr>
          <p:cNvSpPr txBox="1"/>
          <p:nvPr/>
        </p:nvSpPr>
        <p:spPr>
          <a:xfrm>
            <a:off x="894522" y="3578087"/>
            <a:ext cx="36551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/>
              <a:t>✅ All networking classes are part of the java.net package.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0EC527-BDA3-5760-1AB6-02272ED89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589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5C537-1A33-6A69-9CFF-CA1B4DECE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Understanding IP Addresses and Ports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49EBF-0BF1-F399-5BA0-A49476005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1851059"/>
          </a:xfrm>
        </p:spPr>
        <p:txBody>
          <a:bodyPr/>
          <a:lstStyle/>
          <a:p>
            <a:r>
              <a:rPr lang="en-IN" b="1" dirty="0"/>
              <a:t>IP Address:</a:t>
            </a:r>
            <a:r>
              <a:rPr lang="en-IN" dirty="0"/>
              <a:t> Unique identifier for a device on a network.</a:t>
            </a:r>
          </a:p>
          <a:p>
            <a:pPr lvl="1"/>
            <a:r>
              <a:rPr lang="en-IN" dirty="0"/>
              <a:t>Example: 192.168.1.10</a:t>
            </a:r>
          </a:p>
          <a:p>
            <a:r>
              <a:rPr lang="en-IN" b="1" dirty="0"/>
              <a:t>Port Number:</a:t>
            </a:r>
            <a:r>
              <a:rPr lang="en-IN" dirty="0"/>
              <a:t> Identifies a specific process/service.</a:t>
            </a:r>
          </a:p>
          <a:p>
            <a:pPr lvl="1"/>
            <a:r>
              <a:rPr lang="en-IN" dirty="0"/>
              <a:t>Example: HTTP uses port 80, FTP uses 21</a:t>
            </a:r>
          </a:p>
          <a:p>
            <a:r>
              <a:rPr lang="en-IN" dirty="0"/>
              <a:t>Java uses </a:t>
            </a:r>
            <a:r>
              <a:rPr lang="en-IN" b="1" dirty="0"/>
              <a:t>InetAddress</a:t>
            </a:r>
            <a:r>
              <a:rPr lang="en-IN" dirty="0"/>
              <a:t> to work with IPs: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B6779E-1075-82B0-942C-7B5CF96C9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3009083"/>
            <a:ext cx="5829300" cy="214187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7A2442-C5B2-2592-7285-8E4A64BFA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594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A32F6-05C7-DB69-94BE-97060BABE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Socket Programming – The Basics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E3443E-E1EB-F09A-DC7A-DAEB8F1EE7E8}"/>
              </a:ext>
            </a:extLst>
          </p:cNvPr>
          <p:cNvSpPr txBox="1"/>
          <p:nvPr/>
        </p:nvSpPr>
        <p:spPr>
          <a:xfrm>
            <a:off x="510622" y="1268016"/>
            <a:ext cx="61088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/>
              <a:t>• </a:t>
            </a:r>
            <a:r>
              <a:rPr lang="en-IN" sz="1800" b="1" dirty="0"/>
              <a:t>Socket:</a:t>
            </a:r>
            <a:r>
              <a:rPr lang="en-IN" sz="1800" dirty="0"/>
              <a:t> End-point of a two-way communication link.</a:t>
            </a:r>
          </a:p>
          <a:p>
            <a:pPr>
              <a:buNone/>
            </a:pPr>
            <a:r>
              <a:rPr lang="en-IN" sz="1800" dirty="0"/>
              <a:t>• </a:t>
            </a:r>
            <a:r>
              <a:rPr lang="en-IN" sz="1800" b="1" dirty="0"/>
              <a:t>Types:</a:t>
            </a:r>
            <a:endParaRPr lang="en-IN" sz="1800" dirty="0"/>
          </a:p>
          <a:p>
            <a:pPr>
              <a:buNone/>
            </a:pPr>
            <a:r>
              <a:rPr lang="en-IN" sz="1800" dirty="0"/>
              <a:t>✅ </a:t>
            </a:r>
            <a:r>
              <a:rPr lang="en-IN" sz="1800" b="1" dirty="0"/>
              <a:t>Client Socket (Socket)</a:t>
            </a:r>
            <a:r>
              <a:rPr lang="en-IN" sz="1800" dirty="0"/>
              <a:t> – initiates communication.</a:t>
            </a:r>
          </a:p>
          <a:p>
            <a:pPr>
              <a:buNone/>
            </a:pPr>
            <a:r>
              <a:rPr lang="en-IN" sz="1800" dirty="0"/>
              <a:t>✅ </a:t>
            </a:r>
            <a:r>
              <a:rPr lang="en-IN" sz="1800" b="1" dirty="0"/>
              <a:t>Server Socket (ServerSocket)</a:t>
            </a:r>
            <a:r>
              <a:rPr lang="en-IN" sz="1800" dirty="0"/>
              <a:t> – listens for clients.</a:t>
            </a:r>
          </a:p>
          <a:p>
            <a:pPr>
              <a:buNone/>
            </a:pPr>
            <a:endParaRPr lang="en-IN" sz="1800" dirty="0"/>
          </a:p>
          <a:p>
            <a:r>
              <a:rPr lang="en-IN" sz="1800" dirty="0"/>
              <a:t>• </a:t>
            </a:r>
            <a:r>
              <a:rPr lang="en-IN" sz="1800" b="1" dirty="0"/>
              <a:t>Client Example:</a:t>
            </a:r>
            <a:endParaRPr lang="en-IN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E3DAFB-CFC7-B1D7-C337-CDD6F93E0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2361395"/>
            <a:ext cx="5829300" cy="14925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74EF62-49BC-9E11-3ADF-9ED1F42A3CD3}"/>
              </a:ext>
            </a:extLst>
          </p:cNvPr>
          <p:cNvSpPr txBox="1"/>
          <p:nvPr/>
        </p:nvSpPr>
        <p:spPr>
          <a:xfrm>
            <a:off x="510622" y="3875484"/>
            <a:ext cx="2175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• </a:t>
            </a:r>
            <a:r>
              <a:rPr lang="en-IN" sz="1800" b="1" dirty="0"/>
              <a:t>Server Example:</a:t>
            </a:r>
            <a:endParaRPr lang="en-IN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13CE24-2048-EDFE-FF21-4C4668D2F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50" y="3650917"/>
            <a:ext cx="4902790" cy="149258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2F9919-E371-C569-BA52-506911014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95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C16B6-1D66-416A-EFEF-D146BED4E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Simple Client-Server Communication Example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8E5477-EF62-1483-E506-CBA8B9AD9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843" y="1100500"/>
            <a:ext cx="5829300" cy="20684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885F5D-B248-1228-FD76-5AD860D3C485}"/>
              </a:ext>
            </a:extLst>
          </p:cNvPr>
          <p:cNvSpPr txBox="1"/>
          <p:nvPr/>
        </p:nvSpPr>
        <p:spPr>
          <a:xfrm>
            <a:off x="628651" y="1495352"/>
            <a:ext cx="1846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• </a:t>
            </a:r>
            <a:r>
              <a:rPr lang="en-IN" sz="1800" b="1" dirty="0"/>
              <a:t>Server Side:</a:t>
            </a:r>
            <a:endParaRPr lang="en-IN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ED9308-9FF4-A9B5-4223-4021C098747C}"/>
              </a:ext>
            </a:extLst>
          </p:cNvPr>
          <p:cNvSpPr txBox="1"/>
          <p:nvPr/>
        </p:nvSpPr>
        <p:spPr>
          <a:xfrm>
            <a:off x="628650" y="3301900"/>
            <a:ext cx="1846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• </a:t>
            </a:r>
            <a:r>
              <a:rPr lang="en-IN" sz="1800" b="1" dirty="0"/>
              <a:t>Client Side:</a:t>
            </a:r>
            <a:endParaRPr lang="en-IN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B73BC7-400D-5186-61CA-C60C35E01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842" y="3155677"/>
            <a:ext cx="5829300" cy="177464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0BE347-EF4D-4EEF-E309-F1DBBCBC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253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4D9-7C7E-B347-4F83-6F2929500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TCP vs. UDP in Java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96B53D-74F0-20DD-AE69-01970E203C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8455913"/>
              </p:ext>
            </p:extLst>
          </p:nvPr>
        </p:nvGraphicFramePr>
        <p:xfrm>
          <a:off x="1110499" y="1432012"/>
          <a:ext cx="6702743" cy="15621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19835">
                  <a:extLst>
                    <a:ext uri="{9D8B030D-6E8A-4147-A177-3AD203B41FA5}">
                      <a16:colId xmlns:a16="http://schemas.microsoft.com/office/drawing/2014/main" val="3564246145"/>
                    </a:ext>
                  </a:extLst>
                </a:gridCol>
                <a:gridCol w="2148523">
                  <a:extLst>
                    <a:ext uri="{9D8B030D-6E8A-4147-A177-3AD203B41FA5}">
                      <a16:colId xmlns:a16="http://schemas.microsoft.com/office/drawing/2014/main" val="3619934159"/>
                    </a:ext>
                  </a:extLst>
                </a:gridCol>
                <a:gridCol w="3334385">
                  <a:extLst>
                    <a:ext uri="{9D8B030D-6E8A-4147-A177-3AD203B41FA5}">
                      <a16:colId xmlns:a16="http://schemas.microsoft.com/office/drawing/2014/main" val="144069283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600" dirty="0"/>
                        <a:t>Protocol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TCP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UDP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0210451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600" dirty="0"/>
                        <a:t>Connection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Connection-oriented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Connectionless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7636829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600" dirty="0"/>
                        <a:t>Reliability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High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Low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5003094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600" dirty="0"/>
                        <a:t>Speed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Slower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Faster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188991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600" dirty="0"/>
                        <a:t>Classes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Socket, ServerSocket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DatagramSocket, DatagramPacket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500616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C4C07C6-EF85-6253-86D7-654B17AA6A06}"/>
              </a:ext>
            </a:extLst>
          </p:cNvPr>
          <p:cNvSpPr txBox="1"/>
          <p:nvPr/>
        </p:nvSpPr>
        <p:spPr>
          <a:xfrm>
            <a:off x="628650" y="3238807"/>
            <a:ext cx="45695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dirty="0"/>
              <a:t>✅ TCP is used for reliable communication (e.g., chat apps).</a:t>
            </a:r>
          </a:p>
          <a:p>
            <a:r>
              <a:rPr lang="en-IN" sz="1200" dirty="0"/>
              <a:t>✅ UDP is used for fast, real-time apps (e.g., gaming).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3299EC-DA6A-1B47-F39D-95B703B4B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236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DDA70-5D4D-F323-FEB7-D88BC6844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InetAddress in Java?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8EB80A-57DF-7BAB-A104-52CB0BFFD290}"/>
              </a:ext>
            </a:extLst>
          </p:cNvPr>
          <p:cNvSpPr txBox="1"/>
          <p:nvPr/>
        </p:nvSpPr>
        <p:spPr>
          <a:xfrm>
            <a:off x="628650" y="1394505"/>
            <a:ext cx="64493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/>
              <a:t>• A class used to represent </a:t>
            </a:r>
            <a:r>
              <a:rPr lang="en-IN" sz="1800" b="1" dirty="0"/>
              <a:t>IP addresses</a:t>
            </a:r>
            <a:r>
              <a:rPr lang="en-IN" sz="1800" dirty="0"/>
              <a:t>.</a:t>
            </a:r>
          </a:p>
          <a:p>
            <a:pPr>
              <a:buNone/>
            </a:pPr>
            <a:endParaRPr lang="en-IN" sz="1800" dirty="0"/>
          </a:p>
          <a:p>
            <a:pPr>
              <a:buNone/>
            </a:pPr>
            <a:r>
              <a:rPr lang="en-IN" sz="1800" dirty="0"/>
              <a:t>• Can resolve </a:t>
            </a:r>
            <a:r>
              <a:rPr lang="en-IN" sz="1800" b="1" dirty="0"/>
              <a:t>hostnames to IP addresses</a:t>
            </a:r>
            <a:r>
              <a:rPr lang="en-IN" sz="1800" dirty="0"/>
              <a:t> and vice versa.</a:t>
            </a:r>
          </a:p>
          <a:p>
            <a:pPr>
              <a:buNone/>
            </a:pPr>
            <a:endParaRPr lang="en-IN" sz="1800" dirty="0"/>
          </a:p>
          <a:p>
            <a:r>
              <a:rPr lang="en-IN" sz="1800" dirty="0"/>
              <a:t>• Common methods: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D6CFC3-4D93-5A43-EC5A-89874BB5F93F}"/>
              </a:ext>
            </a:extLst>
          </p:cNvPr>
          <p:cNvSpPr txBox="1"/>
          <p:nvPr/>
        </p:nvSpPr>
        <p:spPr>
          <a:xfrm>
            <a:off x="1073990" y="2975238"/>
            <a:ext cx="52084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IN" sz="1800" dirty="0"/>
              <a:t>✅ getLocalHost() – Gets local IP</a:t>
            </a:r>
          </a:p>
          <a:p>
            <a:pPr>
              <a:buNone/>
            </a:pPr>
            <a:r>
              <a:rPr lang="en-IN" sz="1800" dirty="0"/>
              <a:t>✅ getByName("hostname") – Gets IP from name</a:t>
            </a:r>
          </a:p>
          <a:p>
            <a:pPr>
              <a:buNone/>
            </a:pPr>
            <a:r>
              <a:rPr lang="en-IN" sz="1800" dirty="0"/>
              <a:t>✅ getHostName() – Gets host name</a:t>
            </a:r>
          </a:p>
          <a:p>
            <a:r>
              <a:rPr lang="en-IN" sz="1800" dirty="0"/>
              <a:t>✅ getHostAddress() – Gets IP address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FBF5CF-37AD-0A38-F641-B57A52EE3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66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3D687-0C2C-0E47-590F-BEA8BA885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 – Using InetAddress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C74902B-65D3-3F45-5D5B-DE8F76000D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268016"/>
            <a:ext cx="6655335" cy="30189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93F0DE-C61B-D922-CDD6-02981033A962}"/>
              </a:ext>
            </a:extLst>
          </p:cNvPr>
          <p:cNvSpPr txBox="1"/>
          <p:nvPr/>
        </p:nvSpPr>
        <p:spPr>
          <a:xfrm>
            <a:off x="628650" y="4334144"/>
            <a:ext cx="45741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Helps in resolving and displaying IP-related information.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2771BA-8CDD-D434-1735-3C6DEFC53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94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A59F1-307D-8101-9AF7-8B67E0BED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the Socket Class?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D67A9-23E1-7AD8-07FE-48C84C7A4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1202531"/>
          </a:xfrm>
        </p:spPr>
        <p:txBody>
          <a:bodyPr/>
          <a:lstStyle/>
          <a:p>
            <a:pPr>
              <a:buNone/>
            </a:pPr>
            <a:r>
              <a:rPr lang="en-IN" dirty="0"/>
              <a:t>• Represents the </a:t>
            </a:r>
            <a:r>
              <a:rPr lang="en-IN" b="1" dirty="0"/>
              <a:t>client-side</a:t>
            </a:r>
            <a:r>
              <a:rPr lang="en-IN" dirty="0"/>
              <a:t> of a TCP connection.</a:t>
            </a:r>
          </a:p>
          <a:p>
            <a:pPr>
              <a:buNone/>
            </a:pPr>
            <a:r>
              <a:rPr lang="en-IN" dirty="0"/>
              <a:t>• Enables </a:t>
            </a:r>
            <a:r>
              <a:rPr lang="en-IN" b="1" dirty="0"/>
              <a:t>sending and receiving data</a:t>
            </a:r>
            <a:r>
              <a:rPr lang="en-IN" dirty="0"/>
              <a:t> to/from a server.</a:t>
            </a:r>
          </a:p>
          <a:p>
            <a:pPr marL="0" indent="0">
              <a:buNone/>
            </a:pPr>
            <a:r>
              <a:rPr lang="en-IN" dirty="0"/>
              <a:t>• Constructor 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CD15F8-9C88-6197-4953-49AA40370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1970484"/>
            <a:ext cx="5829300" cy="14315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3D0865-FAD5-72D1-0059-521BC3E267D4}"/>
              </a:ext>
            </a:extLst>
          </p:cNvPr>
          <p:cNvSpPr txBox="1"/>
          <p:nvPr/>
        </p:nvSpPr>
        <p:spPr>
          <a:xfrm>
            <a:off x="628650" y="3402016"/>
            <a:ext cx="478368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2100" dirty="0"/>
              <a:t>Methods: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IN" sz="2100" dirty="0"/>
              <a:t>getInputStream() – to read data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IN" sz="2100" dirty="0"/>
              <a:t>getOutputStream() – to write data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IN" sz="2100" dirty="0"/>
              <a:t>close() – to close the connection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434C5-6FA9-255E-4942-852147D47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733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EFE92-ADA0-D613-004E-43102C93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 – Simple Client using Socket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634D47-0C05-3F0E-FA09-CAF4EE344B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2664" y="994942"/>
            <a:ext cx="5998673" cy="35472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00820B-8570-62E5-31B8-D1E297291828}"/>
              </a:ext>
            </a:extLst>
          </p:cNvPr>
          <p:cNvSpPr txBox="1"/>
          <p:nvPr/>
        </p:nvSpPr>
        <p:spPr>
          <a:xfrm>
            <a:off x="628650" y="4592657"/>
            <a:ext cx="45741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Connects to server on port 5000 and sends a message.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155E49-B8D4-CB69-2491-C87A2635B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840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45705-C86D-3463-60B0-247B30119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Understanding Socket Lifecycle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4763EC-36DA-5A45-B261-EACC9E811CFB}"/>
              </a:ext>
            </a:extLst>
          </p:cNvPr>
          <p:cNvSpPr txBox="1"/>
          <p:nvPr/>
        </p:nvSpPr>
        <p:spPr>
          <a:xfrm>
            <a:off x="628650" y="1450929"/>
            <a:ext cx="7609577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100" dirty="0"/>
              <a:t>1️⃣ Create a Socket object with hostname and port</a:t>
            </a:r>
          </a:p>
          <a:p>
            <a:pPr>
              <a:buNone/>
            </a:pPr>
            <a:r>
              <a:rPr lang="en-IN" sz="2100" dirty="0"/>
              <a:t>2️⃣ Send or receive data using streams</a:t>
            </a:r>
          </a:p>
          <a:p>
            <a:pPr>
              <a:buNone/>
            </a:pPr>
            <a:r>
              <a:rPr lang="en-IN" sz="2100" dirty="0"/>
              <a:t>3️⃣ Close the socket to free the resources</a:t>
            </a:r>
          </a:p>
          <a:p>
            <a:pPr>
              <a:buNone/>
            </a:pPr>
            <a:br>
              <a:rPr lang="en-IN" sz="2100" dirty="0"/>
            </a:br>
            <a:endParaRPr lang="en-IN" sz="2100" dirty="0"/>
          </a:p>
          <a:p>
            <a:r>
              <a:rPr lang="en-IN" sz="2100" dirty="0"/>
              <a:t>✅ Follows the </a:t>
            </a:r>
            <a:r>
              <a:rPr lang="en-IN" sz="2100" b="1" dirty="0"/>
              <a:t>connect → communicate → disconnect</a:t>
            </a:r>
            <a:r>
              <a:rPr lang="en-IN" sz="2100" dirty="0"/>
              <a:t> pattern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CF4A25-A9F6-C969-A6C3-9D88F257D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72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F249E-C10D-FE1C-B049-5A77A8D24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8144414" cy="657809"/>
          </a:xfrm>
        </p:spPr>
        <p:txBody>
          <a:bodyPr>
            <a:normAutofit/>
          </a:bodyPr>
          <a:lstStyle/>
          <a:p>
            <a:r>
              <a:rPr lang="en-IN" sz="2400" b="1" dirty="0"/>
              <a:t>Handling Exceptions in Socket Programming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086578-819A-07C6-1EEA-709DC7A36855}"/>
              </a:ext>
            </a:extLst>
          </p:cNvPr>
          <p:cNvSpPr txBox="1"/>
          <p:nvPr/>
        </p:nvSpPr>
        <p:spPr>
          <a:xfrm>
            <a:off x="628649" y="1024994"/>
            <a:ext cx="6190532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100" dirty="0"/>
              <a:t>• Common exceptions:</a:t>
            </a:r>
          </a:p>
          <a:p>
            <a:pPr>
              <a:buNone/>
            </a:pPr>
            <a:r>
              <a:rPr lang="en-IN" sz="2100" dirty="0"/>
              <a:t>❌ UnknownHostException – Host not found</a:t>
            </a:r>
          </a:p>
          <a:p>
            <a:pPr>
              <a:buNone/>
            </a:pPr>
            <a:r>
              <a:rPr lang="en-IN" sz="2100" dirty="0"/>
              <a:t>❌ IOException – Error in I/O or stream handling</a:t>
            </a:r>
          </a:p>
          <a:p>
            <a:pPr>
              <a:buNone/>
            </a:pPr>
            <a:endParaRPr lang="en-IN" sz="2100" dirty="0"/>
          </a:p>
          <a:p>
            <a:r>
              <a:rPr lang="en-IN" sz="2100" dirty="0"/>
              <a:t>• Wrap socket code in try-catch blocks: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123B60-3D35-66B8-C32C-069AC07C9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730" y="2581479"/>
            <a:ext cx="6190532" cy="256202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14F6A1-BB77-F044-844C-41A7B5872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657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A5577-0E94-C436-83A1-E64949121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the URL Class?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F9287-36B2-8649-76EB-0007E6385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8244509" cy="3263504"/>
          </a:xfrm>
        </p:spPr>
        <p:txBody>
          <a:bodyPr/>
          <a:lstStyle/>
          <a:p>
            <a:r>
              <a:rPr lang="en-IN" b="1" dirty="0"/>
              <a:t>URL stands for Uniform Resource Locator</a:t>
            </a:r>
            <a:r>
              <a:rPr lang="en-IN" dirty="0"/>
              <a:t> – it points to a resource on the web.</a:t>
            </a:r>
          </a:p>
          <a:p>
            <a:r>
              <a:rPr lang="en-IN" dirty="0"/>
              <a:t>Used to </a:t>
            </a:r>
            <a:r>
              <a:rPr lang="en-IN" b="1" dirty="0"/>
              <a:t>connect to files, APIs, or websites</a:t>
            </a:r>
            <a:r>
              <a:rPr lang="en-IN" dirty="0"/>
              <a:t>.</a:t>
            </a:r>
          </a:p>
          <a:p>
            <a:r>
              <a:rPr lang="en-IN" dirty="0"/>
              <a:t>Belongs to java.net package.</a:t>
            </a:r>
          </a:p>
          <a:p>
            <a:r>
              <a:rPr lang="en-IN" b="1" dirty="0"/>
              <a:t>URL Format:</a:t>
            </a:r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Constructor Example: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E61B89-27F3-C4B9-C2F6-3203B4425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9397" y="2373492"/>
            <a:ext cx="4832903" cy="16764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8203D2-6FF9-BD51-FCE0-F0B427447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303" y="3867628"/>
            <a:ext cx="5689697" cy="127587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EC5A0-DBD9-C253-1B68-8FC371BEA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84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7008F-8933-CABF-72A4-550EF1F21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Methods of the URL Class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73984C-8CA8-5D9D-6210-3217190A0E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4000616"/>
              </p:ext>
            </p:extLst>
          </p:nvPr>
        </p:nvGraphicFramePr>
        <p:xfrm>
          <a:off x="1731894" y="1737360"/>
          <a:ext cx="5081270" cy="1691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94485">
                  <a:extLst>
                    <a:ext uri="{9D8B030D-6E8A-4147-A177-3AD203B41FA5}">
                      <a16:colId xmlns:a16="http://schemas.microsoft.com/office/drawing/2014/main" val="2292946002"/>
                    </a:ext>
                  </a:extLst>
                </a:gridCol>
                <a:gridCol w="3486785">
                  <a:extLst>
                    <a:ext uri="{9D8B030D-6E8A-4147-A177-3AD203B41FA5}">
                      <a16:colId xmlns:a16="http://schemas.microsoft.com/office/drawing/2014/main" val="95460000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Method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3342475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getProtocol()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the protocol (e.g., http, https)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1255275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getHost()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the hostname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5959483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getPort()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the port number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0963694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getPath()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the file/path part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9815495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openConnection()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a URLConnection to the resource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6626225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5A0EF2-D54D-6DC0-7B2A-DED8E8E7B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886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D7BB6-9DFE-98B2-8058-3DEE3C343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Reading Content from a URL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385824C-B32D-FFA2-3D27-7726432F89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1350" y="954101"/>
            <a:ext cx="7181300" cy="36189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37339A-AA6C-2EA7-E301-D7270D6C1362}"/>
              </a:ext>
            </a:extLst>
          </p:cNvPr>
          <p:cNvSpPr txBox="1"/>
          <p:nvPr/>
        </p:nvSpPr>
        <p:spPr>
          <a:xfrm>
            <a:off x="628650" y="4598143"/>
            <a:ext cx="45695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Fetches and displays webpage content line by line.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BD6D88-AAFD-FCDD-8073-4BDA33572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61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70468-533A-1525-63D1-B4785F08C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URLConnection?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D10C8-6007-E115-8DFE-23D04F4A7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625194"/>
          </a:xfrm>
        </p:spPr>
        <p:txBody>
          <a:bodyPr>
            <a:normAutofit/>
          </a:bodyPr>
          <a:lstStyle/>
          <a:p>
            <a:r>
              <a:rPr lang="en-IN" dirty="0"/>
              <a:t>A class that </a:t>
            </a:r>
            <a:r>
              <a:rPr lang="en-IN" b="1" dirty="0"/>
              <a:t>represents a communication link</a:t>
            </a:r>
            <a:r>
              <a:rPr lang="en-IN" dirty="0"/>
              <a:t> between the Java app and a URL.</a:t>
            </a:r>
          </a:p>
          <a:p>
            <a:r>
              <a:rPr lang="en-IN" dirty="0"/>
              <a:t>Created by calling openConnection() on a URL object.</a:t>
            </a:r>
          </a:p>
          <a:p>
            <a:r>
              <a:rPr lang="en-IN" dirty="0"/>
              <a:t>Example: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You can configure connection properties before opening it.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E6B953-C854-364E-BEBD-3A99E730A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369" y="2408274"/>
            <a:ext cx="5366047" cy="163032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CE3EB-EFF5-6162-AA1F-8850F11E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772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C3DCD-46D9-666A-A70D-F321865E8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066" y="228600"/>
            <a:ext cx="5801233" cy="1039416"/>
          </a:xfrm>
        </p:spPr>
        <p:txBody>
          <a:bodyPr>
            <a:normAutofit/>
          </a:bodyPr>
          <a:lstStyle/>
          <a:p>
            <a:r>
              <a:rPr lang="en-IN" b="1" dirty="0"/>
              <a:t>Reading Headers and Content Using URLConnection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A755691-55E3-C6EC-5B0F-60672C5066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630" y="1416714"/>
            <a:ext cx="9041371" cy="30272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451C89-11C3-29B0-162A-E87F565A7EF1}"/>
              </a:ext>
            </a:extLst>
          </p:cNvPr>
          <p:cNvSpPr txBox="1"/>
          <p:nvPr/>
        </p:nvSpPr>
        <p:spPr>
          <a:xfrm>
            <a:off x="628651" y="4592657"/>
            <a:ext cx="500683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Useful for </a:t>
            </a:r>
            <a:r>
              <a:rPr lang="en-IN" sz="1050" b="1" dirty="0"/>
              <a:t>reading metadata</a:t>
            </a:r>
            <a:r>
              <a:rPr lang="en-IN" sz="1050" dirty="0"/>
              <a:t> like headers, content-type, etc.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C57E3A-8456-E928-AE20-B9C66538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87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9884-7CA9-1AA6-21DF-C1AF09726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666" y="245533"/>
            <a:ext cx="5953633" cy="97720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Writing Data with URLConnection (For POST requests)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A7AB00-1B50-D9DD-681E-257E9E8A54A0}"/>
              </a:ext>
            </a:extLst>
          </p:cNvPr>
          <p:cNvSpPr txBox="1"/>
          <p:nvPr/>
        </p:nvSpPr>
        <p:spPr>
          <a:xfrm>
            <a:off x="628650" y="1338156"/>
            <a:ext cx="45695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• You can also </a:t>
            </a:r>
            <a:r>
              <a:rPr lang="en-IN" sz="1050" b="1" dirty="0"/>
              <a:t>send data to a server</a:t>
            </a:r>
            <a:r>
              <a:rPr lang="en-IN" sz="1050" dirty="0"/>
              <a:t> if needed: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21EC5C-CD31-79EE-9367-787F9C920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1476655"/>
            <a:ext cx="5290000" cy="29810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2DE572-95C9-684D-DADA-93F6FE2C6E38}"/>
              </a:ext>
            </a:extLst>
          </p:cNvPr>
          <p:cNvSpPr txBox="1"/>
          <p:nvPr/>
        </p:nvSpPr>
        <p:spPr>
          <a:xfrm>
            <a:off x="628650" y="4457700"/>
            <a:ext cx="45695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Used when </a:t>
            </a:r>
            <a:r>
              <a:rPr lang="en-IN" sz="1050" b="1" dirty="0"/>
              <a:t>sending form data or JSON</a:t>
            </a:r>
            <a:r>
              <a:rPr lang="en-IN" sz="1050" dirty="0"/>
              <a:t> to web servers.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AFD0DC-5A0E-8CE5-4B08-3C8F1901F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68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2ACBAD-425F-66F4-3E38-864291B525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1993</TotalTime>
  <Words>716</Words>
  <Application>Microsoft Macintosh PowerPoint</Application>
  <PresentationFormat>On-screen Show (16:9)</PresentationFormat>
  <Paragraphs>150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Simple Light</vt:lpstr>
      <vt:lpstr>PowerPoint Presentation</vt:lpstr>
      <vt:lpstr>What is Networking in Java?</vt:lpstr>
      <vt:lpstr>Key Classes in Java Networking (java.net)</vt:lpstr>
      <vt:lpstr>Understanding IP Addresses and Ports</vt:lpstr>
      <vt:lpstr>Socket Programming – The Basics</vt:lpstr>
      <vt:lpstr>Simple Client-Server Communication Example</vt:lpstr>
      <vt:lpstr>TCP vs. UDP in Java</vt:lpstr>
      <vt:lpstr>What is InetAddress in Java?</vt:lpstr>
      <vt:lpstr>Example – Using InetAddress</vt:lpstr>
      <vt:lpstr>What is the Socket Class?</vt:lpstr>
      <vt:lpstr>Example – Simple Client using Socket</vt:lpstr>
      <vt:lpstr>Understanding Socket Lifecycle</vt:lpstr>
      <vt:lpstr>Handling Exceptions in Socket Programming</vt:lpstr>
      <vt:lpstr>What is the URL Class?</vt:lpstr>
      <vt:lpstr>Common Methods of the URL Class</vt:lpstr>
      <vt:lpstr>Reading Content from a URL</vt:lpstr>
      <vt:lpstr>What is URLConnection?</vt:lpstr>
      <vt:lpstr>Reading Headers and Content Using URLConnection</vt:lpstr>
      <vt:lpstr>Writing Data with URLConnection (For POST requests)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28</cp:revision>
  <dcterms:modified xsi:type="dcterms:W3CDTF">2025-08-03T12:53:53Z</dcterms:modified>
</cp:coreProperties>
</file>