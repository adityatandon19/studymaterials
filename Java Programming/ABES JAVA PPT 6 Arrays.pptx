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360" r:id="rId3"/>
    <p:sldId id="259" r:id="rId4"/>
    <p:sldId id="260" r:id="rId5"/>
    <p:sldId id="261" r:id="rId6"/>
    <p:sldId id="262" r:id="rId7"/>
    <p:sldId id="263" r:id="rId8"/>
    <p:sldId id="266" r:id="rId9"/>
    <p:sldId id="264" r:id="rId10"/>
    <p:sldId id="406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46FF4044-05FA-0D47-AB5E-B8DE2F192BDF}">
          <p14:sldIdLst>
            <p14:sldId id="256"/>
            <p14:sldId id="360"/>
            <p14:sldId id="259"/>
            <p14:sldId id="260"/>
            <p14:sldId id="261"/>
            <p14:sldId id="262"/>
            <p14:sldId id="263"/>
            <p14:sldId id="266"/>
            <p14:sldId id="264"/>
            <p14:sldId id="4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5E7724-DAA4-744D-B9E2-62F14B09F7B8}" v="40" dt="2025-06-04T17:41:13.362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01"/>
  </p:normalViewPr>
  <p:slideViewPr>
    <p:cSldViewPr snapToGrid="0">
      <p:cViewPr varScale="1">
        <p:scale>
          <a:sx n="136" d="100"/>
          <a:sy n="136" d="100"/>
        </p:scale>
        <p:origin x="200" y="5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Hare Krishna" userId="de62b921b3c41f8c" providerId="LiveId" clId="{9A5E7724-DAA4-744D-B9E2-62F14B09F7B8}"/>
    <pc:docChg chg="undo custSel delSld modSld delSection modSection">
      <pc:chgData name="Aditya Hare Krishna" userId="de62b921b3c41f8c" providerId="LiveId" clId="{9A5E7724-DAA4-744D-B9E2-62F14B09F7B8}" dt="2025-06-04T17:41:13.356" v="388"/>
      <pc:docMkLst>
        <pc:docMk/>
      </pc:docMkLst>
      <pc:sldChg chg="modSp mod modTransition">
        <pc:chgData name="Aditya Hare Krishna" userId="de62b921b3c41f8c" providerId="LiveId" clId="{9A5E7724-DAA4-744D-B9E2-62F14B09F7B8}" dt="2025-05-25T15:16:52.929" v="337" actId="20577"/>
        <pc:sldMkLst>
          <pc:docMk/>
          <pc:sldMk cId="0" sldId="256"/>
        </pc:sldMkLst>
        <pc:spChg chg="mod">
          <ac:chgData name="Aditya Hare Krishna" userId="de62b921b3c41f8c" providerId="LiveId" clId="{9A5E7724-DAA4-744D-B9E2-62F14B09F7B8}" dt="2025-05-25T15:16:52.929" v="337" actId="20577"/>
          <ac:spMkLst>
            <pc:docMk/>
            <pc:sldMk cId="0" sldId="256"/>
            <ac:spMk id="3" creationId="{5DC188CA-4D7D-E262-B106-EDBD543BEBB5}"/>
          </ac:spMkLst>
        </pc:spChg>
      </pc:sldChg>
      <pc:sldChg chg="addSp modTransition">
        <pc:chgData name="Aditya Hare Krishna" userId="de62b921b3c41f8c" providerId="LiveId" clId="{9A5E7724-DAA4-744D-B9E2-62F14B09F7B8}" dt="2025-06-04T17:41:13.356" v="388"/>
        <pc:sldMkLst>
          <pc:docMk/>
          <pc:sldMk cId="865231926" sldId="259"/>
        </pc:sldMkLst>
        <pc:inkChg chg="add">
          <ac:chgData name="Aditya Hare Krishna" userId="de62b921b3c41f8c" providerId="LiveId" clId="{9A5E7724-DAA4-744D-B9E2-62F14B09F7B8}" dt="2025-06-04T17:41:13.356" v="388"/>
          <ac:inkMkLst>
            <pc:docMk/>
            <pc:sldMk cId="865231926" sldId="259"/>
            <ac:inkMk id="3" creationId="{0B5C4CB8-D298-95BB-F862-44EAD9248BE9}"/>
          </ac:inkMkLst>
        </pc:inkChg>
      </pc:sldChg>
      <pc:sldChg chg="addSp modTransition">
        <pc:chgData name="Aditya Hare Krishna" userId="de62b921b3c41f8c" providerId="LiveId" clId="{9A5E7724-DAA4-744D-B9E2-62F14B09F7B8}" dt="2025-06-04T17:41:13.356" v="388"/>
        <pc:sldMkLst>
          <pc:docMk/>
          <pc:sldMk cId="3700626899" sldId="260"/>
        </pc:sldMkLst>
        <pc:inkChg chg="add">
          <ac:chgData name="Aditya Hare Krishna" userId="de62b921b3c41f8c" providerId="LiveId" clId="{9A5E7724-DAA4-744D-B9E2-62F14B09F7B8}" dt="2025-06-04T17:41:13.356" v="388"/>
          <ac:inkMkLst>
            <pc:docMk/>
            <pc:sldMk cId="3700626899" sldId="260"/>
            <ac:inkMk id="3" creationId="{266AE6E7-A730-1179-94DD-90D6C90A452B}"/>
          </ac:inkMkLst>
        </pc:inkChg>
      </pc:sldChg>
      <pc:sldChg chg="addSp modTransition">
        <pc:chgData name="Aditya Hare Krishna" userId="de62b921b3c41f8c" providerId="LiveId" clId="{9A5E7724-DAA4-744D-B9E2-62F14B09F7B8}" dt="2025-06-04T17:41:13.356" v="388"/>
        <pc:sldMkLst>
          <pc:docMk/>
          <pc:sldMk cId="3646478686" sldId="261"/>
        </pc:sldMkLst>
        <pc:inkChg chg="add">
          <ac:chgData name="Aditya Hare Krishna" userId="de62b921b3c41f8c" providerId="LiveId" clId="{9A5E7724-DAA4-744D-B9E2-62F14B09F7B8}" dt="2025-06-04T17:41:13.356" v="388"/>
          <ac:inkMkLst>
            <pc:docMk/>
            <pc:sldMk cId="3646478686" sldId="261"/>
            <ac:inkMk id="4" creationId="{1AF83FFE-5B4B-8937-2455-AD4B588908A8}"/>
          </ac:inkMkLst>
        </pc:inkChg>
      </pc:sldChg>
      <pc:sldChg chg="modTransition">
        <pc:chgData name="Aditya Hare Krishna" userId="de62b921b3c41f8c" providerId="LiveId" clId="{9A5E7724-DAA4-744D-B9E2-62F14B09F7B8}" dt="2025-05-24T17:44:52.855" v="1"/>
        <pc:sldMkLst>
          <pc:docMk/>
          <pc:sldMk cId="4160922870" sldId="262"/>
        </pc:sldMkLst>
      </pc:sldChg>
      <pc:sldChg chg="modTransition">
        <pc:chgData name="Aditya Hare Krishna" userId="de62b921b3c41f8c" providerId="LiveId" clId="{9A5E7724-DAA4-744D-B9E2-62F14B09F7B8}" dt="2025-05-24T17:44:52.855" v="1"/>
        <pc:sldMkLst>
          <pc:docMk/>
          <pc:sldMk cId="1456306759" sldId="263"/>
        </pc:sldMkLst>
      </pc:sldChg>
      <pc:sldChg chg="addSp modTransition">
        <pc:chgData name="Aditya Hare Krishna" userId="de62b921b3c41f8c" providerId="LiveId" clId="{9A5E7724-DAA4-744D-B9E2-62F14B09F7B8}" dt="2025-06-04T17:41:13.356" v="388"/>
        <pc:sldMkLst>
          <pc:docMk/>
          <pc:sldMk cId="1857968367" sldId="264"/>
        </pc:sldMkLst>
        <pc:inkChg chg="add">
          <ac:chgData name="Aditya Hare Krishna" userId="de62b921b3c41f8c" providerId="LiveId" clId="{9A5E7724-DAA4-744D-B9E2-62F14B09F7B8}" dt="2025-06-04T17:41:13.356" v="388"/>
          <ac:inkMkLst>
            <pc:docMk/>
            <pc:sldMk cId="1857968367" sldId="264"/>
            <ac:inkMk id="4" creationId="{99BA1EC1-8A18-7015-2D3E-7609907EDA4C}"/>
          </ac:inkMkLst>
        </pc:inkChg>
      </pc:sldChg>
      <pc:sldChg chg="modTransition">
        <pc:chgData name="Aditya Hare Krishna" userId="de62b921b3c41f8c" providerId="LiveId" clId="{9A5E7724-DAA4-744D-B9E2-62F14B09F7B8}" dt="2025-05-24T17:44:52.855" v="1"/>
        <pc:sldMkLst>
          <pc:docMk/>
          <pc:sldMk cId="1242324238" sldId="266"/>
        </pc:sldMkLst>
      </pc:sldChg>
      <pc:sldChg chg="addSp delSp modSp del mod modTransition">
        <pc:chgData name="Aditya Hare Krishna" userId="de62b921b3c41f8c" providerId="LiveId" clId="{9A5E7724-DAA4-744D-B9E2-62F14B09F7B8}" dt="2025-05-25T15:17:52.282" v="362" actId="2696"/>
        <pc:sldMkLst>
          <pc:docMk/>
          <pc:sldMk cId="1166388192" sldId="267"/>
        </pc:sldMkLst>
      </pc:sldChg>
      <pc:sldChg chg="del modTransition">
        <pc:chgData name="Aditya Hare Krishna" userId="de62b921b3c41f8c" providerId="LiveId" clId="{9A5E7724-DAA4-744D-B9E2-62F14B09F7B8}" dt="2025-05-25T15:16:56.338" v="338" actId="2696"/>
        <pc:sldMkLst>
          <pc:docMk/>
          <pc:sldMk cId="2885180996" sldId="353"/>
        </pc:sldMkLst>
      </pc:sldChg>
      <pc:sldChg chg="del modTransition">
        <pc:chgData name="Aditya Hare Krishna" userId="de62b921b3c41f8c" providerId="LiveId" clId="{9A5E7724-DAA4-744D-B9E2-62F14B09F7B8}" dt="2025-05-25T15:17:08.344" v="340" actId="2696"/>
        <pc:sldMkLst>
          <pc:docMk/>
          <pc:sldMk cId="2660700691" sldId="358"/>
        </pc:sldMkLst>
      </pc:sldChg>
      <pc:sldChg chg="del modTransition">
        <pc:chgData name="Aditya Hare Krishna" userId="de62b921b3c41f8c" providerId="LiveId" clId="{9A5E7724-DAA4-744D-B9E2-62F14B09F7B8}" dt="2025-05-25T15:17:45.496" v="341" actId="2696"/>
        <pc:sldMkLst>
          <pc:docMk/>
          <pc:sldMk cId="963072632" sldId="359"/>
        </pc:sldMkLst>
      </pc:sldChg>
      <pc:sldChg chg="addSp modTransition">
        <pc:chgData name="Aditya Hare Krishna" userId="de62b921b3c41f8c" providerId="LiveId" clId="{9A5E7724-DAA4-744D-B9E2-62F14B09F7B8}" dt="2025-06-04T17:41:13.356" v="388"/>
        <pc:sldMkLst>
          <pc:docMk/>
          <pc:sldMk cId="3797009300" sldId="360"/>
        </pc:sldMkLst>
        <pc:inkChg chg="add">
          <ac:chgData name="Aditya Hare Krishna" userId="de62b921b3c41f8c" providerId="LiveId" clId="{9A5E7724-DAA4-744D-B9E2-62F14B09F7B8}" dt="2025-06-04T17:41:13.356" v="388"/>
          <ac:inkMkLst>
            <pc:docMk/>
            <pc:sldMk cId="3797009300" sldId="360"/>
            <ac:inkMk id="4" creationId="{E2D14092-E733-138F-1186-5A1B9E5D32AB}"/>
          </ac:inkMkLst>
        </pc:inkChg>
      </pc:sldChg>
      <pc:sldChg chg="del modTransition">
        <pc:chgData name="Aditya Hare Krishna" userId="de62b921b3c41f8c" providerId="LiveId" clId="{9A5E7724-DAA4-744D-B9E2-62F14B09F7B8}" dt="2025-06-01T09:38:27.882" v="373" actId="2696"/>
        <pc:sldMkLst>
          <pc:docMk/>
          <pc:sldMk cId="971700507" sldId="361"/>
        </pc:sldMkLst>
      </pc:sldChg>
      <pc:sldChg chg="del modTransition">
        <pc:chgData name="Aditya Hare Krishna" userId="de62b921b3c41f8c" providerId="LiveId" clId="{9A5E7724-DAA4-744D-B9E2-62F14B09F7B8}" dt="2025-06-01T09:38:28.148" v="374" actId="2696"/>
        <pc:sldMkLst>
          <pc:docMk/>
          <pc:sldMk cId="3140408816" sldId="362"/>
        </pc:sldMkLst>
      </pc:sldChg>
      <pc:sldChg chg="del modTransition">
        <pc:chgData name="Aditya Hare Krishna" userId="de62b921b3c41f8c" providerId="LiveId" clId="{9A5E7724-DAA4-744D-B9E2-62F14B09F7B8}" dt="2025-06-01T09:38:28.526" v="375" actId="2696"/>
        <pc:sldMkLst>
          <pc:docMk/>
          <pc:sldMk cId="4143092998" sldId="363"/>
        </pc:sldMkLst>
      </pc:sldChg>
      <pc:sldChg chg="del modTransition">
        <pc:chgData name="Aditya Hare Krishna" userId="de62b921b3c41f8c" providerId="LiveId" clId="{9A5E7724-DAA4-744D-B9E2-62F14B09F7B8}" dt="2025-06-01T09:38:28.819" v="376" actId="2696"/>
        <pc:sldMkLst>
          <pc:docMk/>
          <pc:sldMk cId="248549413" sldId="364"/>
        </pc:sldMkLst>
      </pc:sldChg>
      <pc:sldChg chg="del modTransition">
        <pc:chgData name="Aditya Hare Krishna" userId="de62b921b3c41f8c" providerId="LiveId" clId="{9A5E7724-DAA4-744D-B9E2-62F14B09F7B8}" dt="2025-06-01T09:38:29.050" v="377" actId="2696"/>
        <pc:sldMkLst>
          <pc:docMk/>
          <pc:sldMk cId="3969086294" sldId="365"/>
        </pc:sldMkLst>
      </pc:sldChg>
      <pc:sldChg chg="del modTransition">
        <pc:chgData name="Aditya Hare Krishna" userId="de62b921b3c41f8c" providerId="LiveId" clId="{9A5E7724-DAA4-744D-B9E2-62F14B09F7B8}" dt="2025-06-01T09:38:29.316" v="378" actId="2696"/>
        <pc:sldMkLst>
          <pc:docMk/>
          <pc:sldMk cId="3531468077" sldId="366"/>
        </pc:sldMkLst>
      </pc:sldChg>
      <pc:sldChg chg="modSp del mod modTransition">
        <pc:chgData name="Aditya Hare Krishna" userId="de62b921b3c41f8c" providerId="LiveId" clId="{9A5E7724-DAA4-744D-B9E2-62F14B09F7B8}" dt="2025-06-01T09:38:29.573" v="379" actId="2696"/>
        <pc:sldMkLst>
          <pc:docMk/>
          <pc:sldMk cId="2681678700" sldId="367"/>
        </pc:sldMkLst>
      </pc:sldChg>
      <pc:sldChg chg="modSp del mod modTransition">
        <pc:chgData name="Aditya Hare Krishna" userId="de62b921b3c41f8c" providerId="LiveId" clId="{9A5E7724-DAA4-744D-B9E2-62F14B09F7B8}" dt="2025-06-01T09:38:29.834" v="380" actId="2696"/>
        <pc:sldMkLst>
          <pc:docMk/>
          <pc:sldMk cId="1028894011" sldId="368"/>
        </pc:sldMkLst>
      </pc:sldChg>
      <pc:sldChg chg="del modTransition">
        <pc:chgData name="Aditya Hare Krishna" userId="de62b921b3c41f8c" providerId="LiveId" clId="{9A5E7724-DAA4-744D-B9E2-62F14B09F7B8}" dt="2025-06-01T09:38:30.182" v="381" actId="2696"/>
        <pc:sldMkLst>
          <pc:docMk/>
          <pc:sldMk cId="2586865423" sldId="369"/>
        </pc:sldMkLst>
      </pc:sldChg>
      <pc:sldChg chg="del modTransition">
        <pc:chgData name="Aditya Hare Krishna" userId="de62b921b3c41f8c" providerId="LiveId" clId="{9A5E7724-DAA4-744D-B9E2-62F14B09F7B8}" dt="2025-06-01T09:38:30.693" v="382" actId="2696"/>
        <pc:sldMkLst>
          <pc:docMk/>
          <pc:sldMk cId="2245746370" sldId="370"/>
        </pc:sldMkLst>
      </pc:sldChg>
      <pc:sldChg chg="del modTransition">
        <pc:chgData name="Aditya Hare Krishna" userId="de62b921b3c41f8c" providerId="LiveId" clId="{9A5E7724-DAA4-744D-B9E2-62F14B09F7B8}" dt="2025-06-01T09:38:31.197" v="383" actId="2696"/>
        <pc:sldMkLst>
          <pc:docMk/>
          <pc:sldMk cId="299151210" sldId="371"/>
        </pc:sldMkLst>
      </pc:sldChg>
      <pc:sldChg chg="modSp del mod modTransition">
        <pc:chgData name="Aditya Hare Krishna" userId="de62b921b3c41f8c" providerId="LiveId" clId="{9A5E7724-DAA4-744D-B9E2-62F14B09F7B8}" dt="2025-06-01T09:38:31.699" v="384" actId="2696"/>
        <pc:sldMkLst>
          <pc:docMk/>
          <pc:sldMk cId="628755462" sldId="372"/>
        </pc:sldMkLst>
      </pc:sldChg>
      <pc:sldChg chg="del modTransition">
        <pc:chgData name="Aditya Hare Krishna" userId="de62b921b3c41f8c" providerId="LiveId" clId="{9A5E7724-DAA4-744D-B9E2-62F14B09F7B8}" dt="2025-06-01T09:38:32.749" v="385" actId="2696"/>
        <pc:sldMkLst>
          <pc:docMk/>
          <pc:sldMk cId="1421509410" sldId="373"/>
        </pc:sldMkLst>
      </pc:sldChg>
      <pc:sldChg chg="del modTransition">
        <pc:chgData name="Aditya Hare Krishna" userId="de62b921b3c41f8c" providerId="LiveId" clId="{9A5E7724-DAA4-744D-B9E2-62F14B09F7B8}" dt="2025-06-01T09:38:33.597" v="386" actId="2696"/>
        <pc:sldMkLst>
          <pc:docMk/>
          <pc:sldMk cId="2741140439" sldId="374"/>
        </pc:sldMkLst>
      </pc:sldChg>
      <pc:sldChg chg="modSp del mod modTransition">
        <pc:chgData name="Aditya Hare Krishna" userId="de62b921b3c41f8c" providerId="LiveId" clId="{9A5E7724-DAA4-744D-B9E2-62F14B09F7B8}" dt="2025-06-01T09:38:34.451" v="387" actId="2696"/>
        <pc:sldMkLst>
          <pc:docMk/>
          <pc:sldMk cId="1537913656" sldId="375"/>
        </pc:sldMkLst>
      </pc:sldChg>
      <pc:sldChg chg="del modTransition">
        <pc:chgData name="Aditya Hare Krishna" userId="de62b921b3c41f8c" providerId="LiveId" clId="{9A5E7724-DAA4-744D-B9E2-62F14B09F7B8}" dt="2025-05-25T15:17:46.278" v="342" actId="2696"/>
        <pc:sldMkLst>
          <pc:docMk/>
          <pc:sldMk cId="4207356068" sldId="376"/>
        </pc:sldMkLst>
      </pc:sldChg>
      <pc:sldChg chg="modSp del mod modTransition">
        <pc:chgData name="Aditya Hare Krishna" userId="de62b921b3c41f8c" providerId="LiveId" clId="{9A5E7724-DAA4-744D-B9E2-62F14B09F7B8}" dt="2025-05-25T15:17:46.663" v="343" actId="2696"/>
        <pc:sldMkLst>
          <pc:docMk/>
          <pc:sldMk cId="2571856783" sldId="377"/>
        </pc:sldMkLst>
      </pc:sldChg>
      <pc:sldChg chg="addSp delSp modSp del mod modTransition">
        <pc:chgData name="Aditya Hare Krishna" userId="de62b921b3c41f8c" providerId="LiveId" clId="{9A5E7724-DAA4-744D-B9E2-62F14B09F7B8}" dt="2025-05-25T15:17:46.962" v="344" actId="2696"/>
        <pc:sldMkLst>
          <pc:docMk/>
          <pc:sldMk cId="2215872997" sldId="378"/>
        </pc:sldMkLst>
      </pc:sldChg>
      <pc:sldChg chg="modSp del mod modTransition">
        <pc:chgData name="Aditya Hare Krishna" userId="de62b921b3c41f8c" providerId="LiveId" clId="{9A5E7724-DAA4-744D-B9E2-62F14B09F7B8}" dt="2025-05-25T15:17:47.277" v="345" actId="2696"/>
        <pc:sldMkLst>
          <pc:docMk/>
          <pc:sldMk cId="2893977648" sldId="379"/>
        </pc:sldMkLst>
      </pc:sldChg>
      <pc:sldChg chg="del modTransition">
        <pc:chgData name="Aditya Hare Krishna" userId="de62b921b3c41f8c" providerId="LiveId" clId="{9A5E7724-DAA4-744D-B9E2-62F14B09F7B8}" dt="2025-05-25T15:17:47.594" v="346" actId="2696"/>
        <pc:sldMkLst>
          <pc:docMk/>
          <pc:sldMk cId="3209904635" sldId="380"/>
        </pc:sldMkLst>
      </pc:sldChg>
      <pc:sldChg chg="del modTransition">
        <pc:chgData name="Aditya Hare Krishna" userId="de62b921b3c41f8c" providerId="LiveId" clId="{9A5E7724-DAA4-744D-B9E2-62F14B09F7B8}" dt="2025-05-25T15:17:47.920" v="347" actId="2696"/>
        <pc:sldMkLst>
          <pc:docMk/>
          <pc:sldMk cId="3905918851" sldId="381"/>
        </pc:sldMkLst>
      </pc:sldChg>
      <pc:sldChg chg="del modTransition">
        <pc:chgData name="Aditya Hare Krishna" userId="de62b921b3c41f8c" providerId="LiveId" clId="{9A5E7724-DAA4-744D-B9E2-62F14B09F7B8}" dt="2025-05-25T15:17:48.234" v="348" actId="2696"/>
        <pc:sldMkLst>
          <pc:docMk/>
          <pc:sldMk cId="145753118" sldId="382"/>
        </pc:sldMkLst>
      </pc:sldChg>
      <pc:sldChg chg="del modTransition">
        <pc:chgData name="Aditya Hare Krishna" userId="de62b921b3c41f8c" providerId="LiveId" clId="{9A5E7724-DAA4-744D-B9E2-62F14B09F7B8}" dt="2025-05-25T15:17:48.542" v="349" actId="2696"/>
        <pc:sldMkLst>
          <pc:docMk/>
          <pc:sldMk cId="284494889" sldId="383"/>
        </pc:sldMkLst>
      </pc:sldChg>
      <pc:sldChg chg="addSp delSp modSp del mod modTransition">
        <pc:chgData name="Aditya Hare Krishna" userId="de62b921b3c41f8c" providerId="LiveId" clId="{9A5E7724-DAA4-744D-B9E2-62F14B09F7B8}" dt="2025-05-25T15:17:48.876" v="350" actId="2696"/>
        <pc:sldMkLst>
          <pc:docMk/>
          <pc:sldMk cId="2613472973" sldId="384"/>
        </pc:sldMkLst>
      </pc:sldChg>
      <pc:sldChg chg="addSp delSp modSp del mod modTransition">
        <pc:chgData name="Aditya Hare Krishna" userId="de62b921b3c41f8c" providerId="LiveId" clId="{9A5E7724-DAA4-744D-B9E2-62F14B09F7B8}" dt="2025-05-25T15:17:49.231" v="351" actId="2696"/>
        <pc:sldMkLst>
          <pc:docMk/>
          <pc:sldMk cId="2992922394" sldId="385"/>
        </pc:sldMkLst>
      </pc:sldChg>
      <pc:sldChg chg="addSp delSp modSp del mod modTransition">
        <pc:chgData name="Aditya Hare Krishna" userId="de62b921b3c41f8c" providerId="LiveId" clId="{9A5E7724-DAA4-744D-B9E2-62F14B09F7B8}" dt="2025-05-25T15:17:49.504" v="352" actId="2696"/>
        <pc:sldMkLst>
          <pc:docMk/>
          <pc:sldMk cId="51605605" sldId="386"/>
        </pc:sldMkLst>
      </pc:sldChg>
      <pc:sldChg chg="del modTransition">
        <pc:chgData name="Aditya Hare Krishna" userId="de62b921b3c41f8c" providerId="LiveId" clId="{9A5E7724-DAA4-744D-B9E2-62F14B09F7B8}" dt="2025-05-25T15:17:49.813" v="353" actId="2696"/>
        <pc:sldMkLst>
          <pc:docMk/>
          <pc:sldMk cId="3402557363" sldId="387"/>
        </pc:sldMkLst>
      </pc:sldChg>
      <pc:sldChg chg="modSp del mod modTransition">
        <pc:chgData name="Aditya Hare Krishna" userId="de62b921b3c41f8c" providerId="LiveId" clId="{9A5E7724-DAA4-744D-B9E2-62F14B09F7B8}" dt="2025-05-25T15:17:50.159" v="354" actId="2696"/>
        <pc:sldMkLst>
          <pc:docMk/>
          <pc:sldMk cId="1208571489" sldId="388"/>
        </pc:sldMkLst>
      </pc:sldChg>
      <pc:sldChg chg="addSp delSp modSp del mod modTransition">
        <pc:chgData name="Aditya Hare Krishna" userId="de62b921b3c41f8c" providerId="LiveId" clId="{9A5E7724-DAA4-744D-B9E2-62F14B09F7B8}" dt="2025-05-25T15:17:50.675" v="355" actId="2696"/>
        <pc:sldMkLst>
          <pc:docMk/>
          <pc:sldMk cId="678092626" sldId="389"/>
        </pc:sldMkLst>
      </pc:sldChg>
      <pc:sldChg chg="del modTransition">
        <pc:chgData name="Aditya Hare Krishna" userId="de62b921b3c41f8c" providerId="LiveId" clId="{9A5E7724-DAA4-744D-B9E2-62F14B09F7B8}" dt="2025-05-25T15:17:50.968" v="356" actId="2696"/>
        <pc:sldMkLst>
          <pc:docMk/>
          <pc:sldMk cId="2174026277" sldId="390"/>
        </pc:sldMkLst>
      </pc:sldChg>
      <pc:sldChg chg="addSp delSp modSp del mod modTransition">
        <pc:chgData name="Aditya Hare Krishna" userId="de62b921b3c41f8c" providerId="LiveId" clId="{9A5E7724-DAA4-744D-B9E2-62F14B09F7B8}" dt="2025-05-25T15:17:51.234" v="357" actId="2696"/>
        <pc:sldMkLst>
          <pc:docMk/>
          <pc:sldMk cId="3913522295" sldId="391"/>
        </pc:sldMkLst>
      </pc:sldChg>
      <pc:sldChg chg="del modTransition">
        <pc:chgData name="Aditya Hare Krishna" userId="de62b921b3c41f8c" providerId="LiveId" clId="{9A5E7724-DAA4-744D-B9E2-62F14B09F7B8}" dt="2025-05-25T15:17:51.498" v="358" actId="2696"/>
        <pc:sldMkLst>
          <pc:docMk/>
          <pc:sldMk cId="997865555" sldId="392"/>
        </pc:sldMkLst>
      </pc:sldChg>
      <pc:sldChg chg="addSp delSp modSp del mod modTransition">
        <pc:chgData name="Aditya Hare Krishna" userId="de62b921b3c41f8c" providerId="LiveId" clId="{9A5E7724-DAA4-744D-B9E2-62F14B09F7B8}" dt="2025-05-25T15:17:51.701" v="359" actId="2696"/>
        <pc:sldMkLst>
          <pc:docMk/>
          <pc:sldMk cId="2765797870" sldId="393"/>
        </pc:sldMkLst>
      </pc:sldChg>
      <pc:sldChg chg="addSp delSp modSp del mod modTransition">
        <pc:chgData name="Aditya Hare Krishna" userId="de62b921b3c41f8c" providerId="LiveId" clId="{9A5E7724-DAA4-744D-B9E2-62F14B09F7B8}" dt="2025-05-25T15:17:51.894" v="360" actId="2696"/>
        <pc:sldMkLst>
          <pc:docMk/>
          <pc:sldMk cId="3630520415" sldId="394"/>
        </pc:sldMkLst>
      </pc:sldChg>
      <pc:sldChg chg="del modTransition">
        <pc:chgData name="Aditya Hare Krishna" userId="de62b921b3c41f8c" providerId="LiveId" clId="{9A5E7724-DAA4-744D-B9E2-62F14B09F7B8}" dt="2025-05-25T15:17:52.074" v="361" actId="2696"/>
        <pc:sldMkLst>
          <pc:docMk/>
          <pc:sldMk cId="3644085703" sldId="395"/>
        </pc:sldMkLst>
      </pc:sldChg>
      <pc:sldChg chg="del modTransition">
        <pc:chgData name="Aditya Hare Krishna" userId="de62b921b3c41f8c" providerId="LiveId" clId="{9A5E7724-DAA4-744D-B9E2-62F14B09F7B8}" dt="2025-05-25T15:17:52.463" v="363" actId="2696"/>
        <pc:sldMkLst>
          <pc:docMk/>
          <pc:sldMk cId="3786203373" sldId="396"/>
        </pc:sldMkLst>
      </pc:sldChg>
      <pc:sldChg chg="addSp delSp modSp del mod modTransition">
        <pc:chgData name="Aditya Hare Krishna" userId="de62b921b3c41f8c" providerId="LiveId" clId="{9A5E7724-DAA4-744D-B9E2-62F14B09F7B8}" dt="2025-05-25T15:17:52.671" v="364" actId="2696"/>
        <pc:sldMkLst>
          <pc:docMk/>
          <pc:sldMk cId="4096204979" sldId="397"/>
        </pc:sldMkLst>
      </pc:sldChg>
      <pc:sldChg chg="addSp delSp modSp del mod modTransition">
        <pc:chgData name="Aditya Hare Krishna" userId="de62b921b3c41f8c" providerId="LiveId" clId="{9A5E7724-DAA4-744D-B9E2-62F14B09F7B8}" dt="2025-05-25T15:17:52.885" v="365" actId="2696"/>
        <pc:sldMkLst>
          <pc:docMk/>
          <pc:sldMk cId="308628110" sldId="398"/>
        </pc:sldMkLst>
      </pc:sldChg>
      <pc:sldChg chg="addSp delSp modSp del mod modTransition">
        <pc:chgData name="Aditya Hare Krishna" userId="de62b921b3c41f8c" providerId="LiveId" clId="{9A5E7724-DAA4-744D-B9E2-62F14B09F7B8}" dt="2025-05-25T15:17:53.079" v="366" actId="2696"/>
        <pc:sldMkLst>
          <pc:docMk/>
          <pc:sldMk cId="14932342" sldId="399"/>
        </pc:sldMkLst>
      </pc:sldChg>
      <pc:sldChg chg="addSp delSp modSp del mod modTransition">
        <pc:chgData name="Aditya Hare Krishna" userId="de62b921b3c41f8c" providerId="LiveId" clId="{9A5E7724-DAA4-744D-B9E2-62F14B09F7B8}" dt="2025-05-25T15:17:53.257" v="367" actId="2696"/>
        <pc:sldMkLst>
          <pc:docMk/>
          <pc:sldMk cId="3488525552" sldId="400"/>
        </pc:sldMkLst>
      </pc:sldChg>
      <pc:sldChg chg="addSp delSp modSp del mod modTransition">
        <pc:chgData name="Aditya Hare Krishna" userId="de62b921b3c41f8c" providerId="LiveId" clId="{9A5E7724-DAA4-744D-B9E2-62F14B09F7B8}" dt="2025-05-25T15:17:53.469" v="368" actId="2696"/>
        <pc:sldMkLst>
          <pc:docMk/>
          <pc:sldMk cId="3588566722" sldId="401"/>
        </pc:sldMkLst>
      </pc:sldChg>
      <pc:sldChg chg="addSp delSp modSp del mod modTransition">
        <pc:chgData name="Aditya Hare Krishna" userId="de62b921b3c41f8c" providerId="LiveId" clId="{9A5E7724-DAA4-744D-B9E2-62F14B09F7B8}" dt="2025-05-25T15:17:53.672" v="369" actId="2696"/>
        <pc:sldMkLst>
          <pc:docMk/>
          <pc:sldMk cId="3937249085" sldId="402"/>
        </pc:sldMkLst>
      </pc:sldChg>
      <pc:sldChg chg="addSp delSp modSp del mod modTransition">
        <pc:chgData name="Aditya Hare Krishna" userId="de62b921b3c41f8c" providerId="LiveId" clId="{9A5E7724-DAA4-744D-B9E2-62F14B09F7B8}" dt="2025-05-25T15:17:53.872" v="370" actId="2696"/>
        <pc:sldMkLst>
          <pc:docMk/>
          <pc:sldMk cId="2201031619" sldId="403"/>
        </pc:sldMkLst>
      </pc:sldChg>
      <pc:sldChg chg="del modTransition">
        <pc:chgData name="Aditya Hare Krishna" userId="de62b921b3c41f8c" providerId="LiveId" clId="{9A5E7724-DAA4-744D-B9E2-62F14B09F7B8}" dt="2025-05-24T18:40:48.975" v="322" actId="2696"/>
        <pc:sldMkLst>
          <pc:docMk/>
          <pc:sldMk cId="3075486554" sldId="404"/>
        </pc:sldMkLst>
      </pc:sldChg>
      <pc:sldChg chg="addSp delSp modSp del mod modTransition">
        <pc:chgData name="Aditya Hare Krishna" userId="de62b921b3c41f8c" providerId="LiveId" clId="{9A5E7724-DAA4-744D-B9E2-62F14B09F7B8}" dt="2025-05-25T15:17:55.016" v="371" actId="2696"/>
        <pc:sldMkLst>
          <pc:docMk/>
          <pc:sldMk cId="1653301337" sldId="405"/>
        </pc:sldMkLst>
      </pc:sldChg>
      <pc:sldChg chg="modSp mod modTransition">
        <pc:chgData name="Aditya Hare Krishna" userId="de62b921b3c41f8c" providerId="LiveId" clId="{9A5E7724-DAA4-744D-B9E2-62F14B09F7B8}" dt="2025-05-24T18:43:58.987" v="336" actId="207"/>
        <pc:sldMkLst>
          <pc:docMk/>
          <pc:sldMk cId="0" sldId="406"/>
        </pc:sldMkLst>
        <pc:spChg chg="mod">
          <ac:chgData name="Aditya Hare Krishna" userId="de62b921b3c41f8c" providerId="LiveId" clId="{9A5E7724-DAA4-744D-B9E2-62F14B09F7B8}" dt="2025-05-24T18:43:58.987" v="336" actId="207"/>
          <ac:spMkLst>
            <pc:docMk/>
            <pc:sldMk cId="0" sldId="406"/>
            <ac:spMk id="2" creationId="{3C73BF56-E86A-2825-36EB-9472FA64852B}"/>
          </ac:spMkLst>
        </pc:spChg>
      </pc:sldChg>
      <pc:sldMasterChg chg="delSldLayout">
        <pc:chgData name="Aditya Hare Krishna" userId="de62b921b3c41f8c" providerId="LiveId" clId="{9A5E7724-DAA4-744D-B9E2-62F14B09F7B8}" dt="2025-05-25T15:17:45.496" v="341" actId="2696"/>
        <pc:sldMasterMkLst>
          <pc:docMk/>
          <pc:sldMasterMk cId="0" sldId="2147483659"/>
        </pc:sldMasterMkLst>
        <pc:sldLayoutChg chg="del">
          <pc:chgData name="Aditya Hare Krishna" userId="de62b921b3c41f8c" providerId="LiveId" clId="{9A5E7724-DAA4-744D-B9E2-62F14B09F7B8}" dt="2025-05-25T15:17:45.496" v="341" actId="2696"/>
          <pc:sldLayoutMkLst>
            <pc:docMk/>
            <pc:sldMasterMk cId="0" sldId="2147483659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0cf8dddf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0cf8dddf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67271-D585-3BE5-333A-E584A9960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6DEB7-07C7-0A71-A0C1-95185BCB6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A5A17-F4BB-D373-919E-8FAE8D05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1B5E-B6E6-DC42-BB60-A885946EC108}" type="datetimeFigureOut">
              <a:rPr lang="en-US" smtClean="0"/>
              <a:t>1/5/26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D250-327F-AAF0-CCAD-07F3F937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6F96F-4386-D11F-6AB5-EC393DEAD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7780-A9F1-9949-BA87-FFE9C13DD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08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r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C21A405D-2B87-16FA-8928-EA0708856279}"/>
              </a:ext>
            </a:extLst>
          </p:cNvPr>
          <p:cNvSpPr txBox="1">
            <a:spLocks/>
          </p:cNvSpPr>
          <p:nvPr/>
        </p:nvSpPr>
        <p:spPr>
          <a:xfrm>
            <a:off x="1305920" y="1329179"/>
            <a:ext cx="6532160" cy="138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66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JAVA Lecture 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C188CA-4D7D-E262-B106-EDBD543BEBB5}"/>
              </a:ext>
            </a:extLst>
          </p:cNvPr>
          <p:cNvSpPr txBox="1">
            <a:spLocks/>
          </p:cNvSpPr>
          <p:nvPr/>
        </p:nvSpPr>
        <p:spPr>
          <a:xfrm>
            <a:off x="311700" y="2681951"/>
            <a:ext cx="8520600" cy="92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Arrays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6D182-3597-811A-5310-1D5BBDBCA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What is an Array?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76343-43CE-ACE5-9DBA-EB614315E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collection of elements of the same data type</a:t>
            </a:r>
            <a:r>
              <a:rPr lang="en-IN" dirty="0"/>
              <a:t>, stored in contiguous memory locations.</a:t>
            </a:r>
          </a:p>
          <a:p>
            <a:r>
              <a:rPr lang="en-IN" dirty="0"/>
              <a:t>Each element in an array is accessed using an </a:t>
            </a:r>
            <a:r>
              <a:rPr lang="en-IN" b="1" dirty="0"/>
              <a:t>index (starting from 0).</a:t>
            </a:r>
            <a:endParaRPr lang="en-IN" dirty="0"/>
          </a:p>
          <a:p>
            <a:r>
              <a:rPr lang="en-IN" b="1" dirty="0"/>
              <a:t>Why use Arrays?</a:t>
            </a:r>
            <a:endParaRPr lang="en-IN" dirty="0"/>
          </a:p>
          <a:p>
            <a:pPr lvl="1"/>
            <a:r>
              <a:rPr lang="en-IN" dirty="0"/>
              <a:t>Stores multiple values in a single variable.</a:t>
            </a:r>
          </a:p>
          <a:p>
            <a:pPr lvl="1"/>
            <a:r>
              <a:rPr lang="en-IN" dirty="0"/>
              <a:t>Allows easy iteration and manipulation of data.</a:t>
            </a:r>
          </a:p>
          <a:p>
            <a:pPr lvl="1"/>
            <a:r>
              <a:rPr lang="en-IN" dirty="0"/>
              <a:t>Improves memory efficiency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009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D9866-7E40-61CA-D909-8B55A9D83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Declaring and Initializing an Array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4A628E-2241-8875-EB2C-39493B9B36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109" y="981698"/>
            <a:ext cx="5721677" cy="15949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2C1D56-E335-5396-24D2-94A70C1BE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09" y="2361205"/>
            <a:ext cx="7058900" cy="14518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C5B763-DFB8-3BD1-E5B2-B9D02B977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297" y="3597559"/>
            <a:ext cx="7886700" cy="1519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231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49FA-58E5-849B-1255-3DF89EC4F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Accessing and Modifying Array Elements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3A2956-34C8-92B1-0ACC-1940A764B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2630" y="840081"/>
            <a:ext cx="6021789" cy="15976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0ABE74-BB11-D6F4-3621-E412B702E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0" y="2166600"/>
            <a:ext cx="6315506" cy="14564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047AA6-3AEA-E0D5-9B19-0028B7C4F3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1623" y="3439692"/>
            <a:ext cx="5350452" cy="166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6268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344C-E54A-7661-6463-3BFA8E1E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Array Operations (Sum and Average)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B131B-5E42-6FEC-99C5-517B7D0F0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89" y="1447150"/>
            <a:ext cx="2971800" cy="994172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Example: Calculate Sum and Average of Elements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74B6C7-4A48-5383-C949-B9536DFEDF33}"/>
              </a:ext>
            </a:extLst>
          </p:cNvPr>
          <p:cNvSpPr txBox="1"/>
          <p:nvPr/>
        </p:nvSpPr>
        <p:spPr>
          <a:xfrm>
            <a:off x="264969" y="2680855"/>
            <a:ext cx="16850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Output: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Sum: 150  </a:t>
            </a:r>
          </a:p>
          <a:p>
            <a:r>
              <a:rPr lang="en-US" sz="1800" dirty="0"/>
              <a:t>Average: 30.0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0C0D75-83A1-E4EE-8834-D3495019F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442" y="1274134"/>
            <a:ext cx="6509905" cy="359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78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F186A-4E58-E629-56BD-4A6D7E1F1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Real-World Applications of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A0930-87AB-E340-0425-C89FEAFE8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Storing student marks in an exam</a:t>
            </a:r>
            <a:endParaRPr lang="en-IN" dirty="0"/>
          </a:p>
          <a:p>
            <a:r>
              <a:rPr lang="en-IN" b="1" dirty="0"/>
              <a:t>Processing large datasets (e.g., temperatures over a week)</a:t>
            </a:r>
            <a:endParaRPr lang="en-IN" dirty="0"/>
          </a:p>
          <a:p>
            <a:r>
              <a:rPr lang="en-IN" b="1" dirty="0"/>
              <a:t>Managing user inputs in real-time applications</a:t>
            </a:r>
            <a:endParaRPr lang="en-IN" dirty="0"/>
          </a:p>
          <a:p>
            <a:r>
              <a:rPr lang="en-IN" b="1" dirty="0"/>
              <a:t>Sorting and searching operations in algorithms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0922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D88AF-19A7-6707-CD33-9E17596C8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Arrays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00E7ED-E658-7617-A13B-6D2C7350BF6E}"/>
              </a:ext>
            </a:extLst>
          </p:cNvPr>
          <p:cNvSpPr txBox="1"/>
          <p:nvPr/>
        </p:nvSpPr>
        <p:spPr>
          <a:xfrm>
            <a:off x="628650" y="1268016"/>
            <a:ext cx="60202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Accessing Out-of-Bounds Index (ArrayIndexOutOfBoundsException)</a:t>
            </a:r>
            <a:endParaRPr lang="en-IN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D70C66-B841-DEFD-BE1B-50F03CBB5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116" y="1648578"/>
            <a:ext cx="7019261" cy="1477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EE70E1-668D-3160-43BB-3F96CA5A6D6D}"/>
              </a:ext>
            </a:extLst>
          </p:cNvPr>
          <p:cNvSpPr txBox="1"/>
          <p:nvPr/>
        </p:nvSpPr>
        <p:spPr>
          <a:xfrm>
            <a:off x="628650" y="3296630"/>
            <a:ext cx="457459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endParaRPr lang="en-IN" sz="10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224711-D0A8-9DAE-78FF-AA6E620A5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16" y="3403316"/>
            <a:ext cx="7363445" cy="147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306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7466C-2508-D828-0F5E-AD15510A8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F3DC-4E87-4992-127A-DDF7E67DF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Common Mistakes with Arrays (Contd.)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6EA047-F57C-5332-D340-A9ECAC63670E}"/>
              </a:ext>
            </a:extLst>
          </p:cNvPr>
          <p:cNvSpPr txBox="1"/>
          <p:nvPr/>
        </p:nvSpPr>
        <p:spPr>
          <a:xfrm>
            <a:off x="628650" y="2930237"/>
            <a:ext cx="457459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✅ </a:t>
            </a:r>
            <a:r>
              <a:rPr lang="en-IN" sz="1050" b="1" dirty="0"/>
              <a:t>Solution:</a:t>
            </a:r>
            <a:endParaRPr lang="en-IN" sz="10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56EE69-4AFC-7A93-CDAB-78B6F532C8F2}"/>
              </a:ext>
            </a:extLst>
          </p:cNvPr>
          <p:cNvSpPr txBox="1"/>
          <p:nvPr/>
        </p:nvSpPr>
        <p:spPr>
          <a:xfrm>
            <a:off x="628650" y="1129517"/>
            <a:ext cx="457459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50" dirty="0"/>
              <a:t>❌ </a:t>
            </a:r>
            <a:r>
              <a:rPr lang="en-IN" sz="1050" b="1" dirty="0"/>
              <a:t>Using Uninitialized Arrays</a:t>
            </a:r>
            <a:endParaRPr lang="en-IN" sz="10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A58F62-07DA-51F6-7470-F4FDB8630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406516"/>
            <a:ext cx="8089167" cy="15237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E2CCB3-1295-7A77-9792-BA9017409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58" y="3170434"/>
            <a:ext cx="7362514" cy="152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324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02198-E13B-702C-5A31-198B432A9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Best Practices for Using Arrays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04FB4-ADF6-80EF-132C-195DEA998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Always check array length before accessing elements</a:t>
            </a:r>
            <a:endParaRPr lang="en-IN" dirty="0"/>
          </a:p>
          <a:p>
            <a:r>
              <a:rPr lang="en-IN" b="1" dirty="0"/>
              <a:t>Use loops to process array data efficiently</a:t>
            </a:r>
            <a:endParaRPr lang="en-IN" dirty="0"/>
          </a:p>
          <a:p>
            <a:r>
              <a:rPr lang="en-IN" b="1" dirty="0"/>
              <a:t>Use meaningful names for arrays (e.g., </a:t>
            </a:r>
            <a:r>
              <a:rPr lang="en-IN" b="1" dirty="0" err="1"/>
              <a:t>studentMarks</a:t>
            </a:r>
            <a:r>
              <a:rPr lang="en-IN" b="1" dirty="0"/>
              <a:t>, temperatures)</a:t>
            </a:r>
            <a:endParaRPr lang="en-IN" dirty="0"/>
          </a:p>
          <a:p>
            <a:r>
              <a:rPr lang="en-IN" b="1" dirty="0"/>
              <a:t>Consider using ArrayLists if dynamic resizing is needed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968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C73BF56-E86A-2825-36EB-9472FA64852B}"/>
              </a:ext>
            </a:extLst>
          </p:cNvPr>
          <p:cNvSpPr/>
          <p:nvPr/>
        </p:nvSpPr>
        <p:spPr>
          <a:xfrm>
            <a:off x="820011" y="1786920"/>
            <a:ext cx="750397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204</Words>
  <Application>Microsoft Macintosh PowerPoint</Application>
  <PresentationFormat>On-screen Show (16:9)</PresentationFormat>
  <Paragraphs>32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PowerPoint Presentation</vt:lpstr>
      <vt:lpstr>What is an Array?</vt:lpstr>
      <vt:lpstr>Declaring and Initializing an Array</vt:lpstr>
      <vt:lpstr>Accessing and Modifying Array Elements</vt:lpstr>
      <vt:lpstr>Array Operations (Sum and Average)</vt:lpstr>
      <vt:lpstr>Real-World Applications of Arrays</vt:lpstr>
      <vt:lpstr>Common Mistakes with Arrays</vt:lpstr>
      <vt:lpstr>Common Mistakes with Arrays (Contd.)</vt:lpstr>
      <vt:lpstr>Best Practices for Using Arrays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Aditya Tandon CSE</cp:lastModifiedBy>
  <cp:revision>22</cp:revision>
  <dcterms:modified xsi:type="dcterms:W3CDTF">2026-01-05T06:41:14Z</dcterms:modified>
</cp:coreProperties>
</file>