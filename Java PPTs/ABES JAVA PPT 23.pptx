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407" r:id="rId2"/>
    <p:sldId id="381" r:id="rId3"/>
    <p:sldId id="382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2" r:id="rId14"/>
    <p:sldId id="40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0F451-83DC-0848-9388-08F4319153E8}" v="3" dt="2025-08-17T10:21:55.319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DE90F451-83DC-0848-9388-08F4319153E8}"/>
    <pc:docChg chg="custSel modSld modMainMaster">
      <pc:chgData name="Aditya Hare Krishna" userId="de62b921b3c41f8c" providerId="LiveId" clId="{DE90F451-83DC-0848-9388-08F4319153E8}" dt="2025-08-17T10:21:55.319" v="23" actId="207"/>
      <pc:docMkLst>
        <pc:docMk/>
      </pc:docMkLst>
      <pc:sldChg chg="addSp modSp mod modTransition">
        <pc:chgData name="Aditya Hare Krishna" userId="de62b921b3c41f8c" providerId="LiveId" clId="{DE90F451-83DC-0848-9388-08F4319153E8}" dt="2025-08-17T10:21:16.314" v="9" actId="27636"/>
        <pc:sldMkLst>
          <pc:docMk/>
          <pc:sldMk cId="2190860605" sldId="381"/>
        </pc:sldMkLst>
        <pc:spChg chg="add mod">
          <ac:chgData name="Aditya Hare Krishna" userId="de62b921b3c41f8c" providerId="LiveId" clId="{DE90F451-83DC-0848-9388-08F4319153E8}" dt="2025-08-17T10:21:16.314" v="9" actId="27636"/>
          <ac:spMkLst>
            <pc:docMk/>
            <pc:sldMk cId="2190860605" sldId="381"/>
            <ac:spMk id="4" creationId="{4AE29CB4-BDF4-BE10-1B26-0576561D4E16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324" v="10" actId="27636"/>
        <pc:sldMkLst>
          <pc:docMk/>
          <pc:sldMk cId="3287955741" sldId="382"/>
        </pc:sldMkLst>
        <pc:spChg chg="add mod">
          <ac:chgData name="Aditya Hare Krishna" userId="de62b921b3c41f8c" providerId="LiveId" clId="{DE90F451-83DC-0848-9388-08F4319153E8}" dt="2025-08-17T10:21:16.324" v="10" actId="27636"/>
          <ac:spMkLst>
            <pc:docMk/>
            <pc:sldMk cId="3287955741" sldId="382"/>
            <ac:spMk id="4" creationId="{47B17867-A9D3-AB33-DF95-B8FE2A2C71FD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331" v="11" actId="27636"/>
        <pc:sldMkLst>
          <pc:docMk/>
          <pc:sldMk cId="2984587899" sldId="383"/>
        </pc:sldMkLst>
        <pc:spChg chg="add mod">
          <ac:chgData name="Aditya Hare Krishna" userId="de62b921b3c41f8c" providerId="LiveId" clId="{DE90F451-83DC-0848-9388-08F4319153E8}" dt="2025-08-17T10:21:16.331" v="11" actId="27636"/>
          <ac:spMkLst>
            <pc:docMk/>
            <pc:sldMk cId="2984587899" sldId="383"/>
            <ac:spMk id="3" creationId="{CD6F4987-72D7-D3A3-2F25-1F7315F472F9}"/>
          </ac:spMkLst>
        </pc:spChg>
        <pc:spChg chg="mod">
          <ac:chgData name="Aditya Hare Krishna" userId="de62b921b3c41f8c" providerId="LiveId" clId="{DE90F451-83DC-0848-9388-08F4319153E8}" dt="2025-08-17T10:20:43.784" v="3" actId="1076"/>
          <ac:spMkLst>
            <pc:docMk/>
            <pc:sldMk cId="2984587899" sldId="383"/>
            <ac:spMk id="8" creationId="{9E827610-81C5-E0B4-0B8E-DE8F18735023}"/>
          </ac:spMkLst>
        </pc:spChg>
        <pc:picChg chg="mod">
          <ac:chgData name="Aditya Hare Krishna" userId="de62b921b3c41f8c" providerId="LiveId" clId="{DE90F451-83DC-0848-9388-08F4319153E8}" dt="2025-08-17T10:20:44.873" v="4" actId="1076"/>
          <ac:picMkLst>
            <pc:docMk/>
            <pc:sldMk cId="2984587899" sldId="383"/>
            <ac:picMk id="6" creationId="{2FE20832-3730-CDE7-4590-128BAFCEF8BC}"/>
          </ac:picMkLst>
        </pc:picChg>
      </pc:sldChg>
      <pc:sldChg chg="addSp modSp mod modTransition">
        <pc:chgData name="Aditya Hare Krishna" userId="de62b921b3c41f8c" providerId="LiveId" clId="{DE90F451-83DC-0848-9388-08F4319153E8}" dt="2025-08-17T10:21:16.333" v="12" actId="27636"/>
        <pc:sldMkLst>
          <pc:docMk/>
          <pc:sldMk cId="1738194754" sldId="384"/>
        </pc:sldMkLst>
        <pc:spChg chg="add mod">
          <ac:chgData name="Aditya Hare Krishna" userId="de62b921b3c41f8c" providerId="LiveId" clId="{DE90F451-83DC-0848-9388-08F4319153E8}" dt="2025-08-17T10:21:16.333" v="12" actId="27636"/>
          <ac:spMkLst>
            <pc:docMk/>
            <pc:sldMk cId="1738194754" sldId="384"/>
            <ac:spMk id="3" creationId="{CA33556A-C2BC-B224-6955-9B98074518FF}"/>
          </ac:spMkLst>
        </pc:spChg>
        <pc:spChg chg="mod">
          <ac:chgData name="Aditya Hare Krishna" userId="de62b921b3c41f8c" providerId="LiveId" clId="{DE90F451-83DC-0848-9388-08F4319153E8}" dt="2025-08-17T10:20:49.585" v="5" actId="1076"/>
          <ac:spMkLst>
            <pc:docMk/>
            <pc:sldMk cId="1738194754" sldId="384"/>
            <ac:spMk id="7" creationId="{4BB4F52E-1200-926C-E1F3-EBE20F35B0F2}"/>
          </ac:spMkLst>
        </pc:spChg>
        <pc:picChg chg="mod">
          <ac:chgData name="Aditya Hare Krishna" userId="de62b921b3c41f8c" providerId="LiveId" clId="{DE90F451-83DC-0848-9388-08F4319153E8}" dt="2025-08-17T10:20:53.910" v="7" actId="1076"/>
          <ac:picMkLst>
            <pc:docMk/>
            <pc:sldMk cId="1738194754" sldId="384"/>
            <ac:picMk id="6" creationId="{C05EF88A-98EF-D6E8-4716-2FC5B41C9B45}"/>
          </ac:picMkLst>
        </pc:picChg>
      </pc:sldChg>
      <pc:sldChg chg="addSp modSp mod modTransition">
        <pc:chgData name="Aditya Hare Krishna" userId="de62b921b3c41f8c" providerId="LiveId" clId="{DE90F451-83DC-0848-9388-08F4319153E8}" dt="2025-08-17T10:21:16.335" v="13" actId="27636"/>
        <pc:sldMkLst>
          <pc:docMk/>
          <pc:sldMk cId="2207736586" sldId="385"/>
        </pc:sldMkLst>
        <pc:spChg chg="add mod">
          <ac:chgData name="Aditya Hare Krishna" userId="de62b921b3c41f8c" providerId="LiveId" clId="{DE90F451-83DC-0848-9388-08F4319153E8}" dt="2025-08-17T10:21:16.335" v="13" actId="27636"/>
          <ac:spMkLst>
            <pc:docMk/>
            <pc:sldMk cId="2207736586" sldId="385"/>
            <ac:spMk id="3" creationId="{AB30091D-726A-841C-DF70-5F2EA7ABDC77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337" v="14" actId="27636"/>
        <pc:sldMkLst>
          <pc:docMk/>
          <pc:sldMk cId="3071531721" sldId="386"/>
        </pc:sldMkLst>
        <pc:spChg chg="add mod">
          <ac:chgData name="Aditya Hare Krishna" userId="de62b921b3c41f8c" providerId="LiveId" clId="{DE90F451-83DC-0848-9388-08F4319153E8}" dt="2025-08-17T10:21:16.337" v="14" actId="27636"/>
          <ac:spMkLst>
            <pc:docMk/>
            <pc:sldMk cId="3071531721" sldId="386"/>
            <ac:spMk id="3" creationId="{CFA0E968-6534-7F1D-D40F-9E8530F99EAA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339" v="15" actId="27636"/>
        <pc:sldMkLst>
          <pc:docMk/>
          <pc:sldMk cId="1273729093" sldId="387"/>
        </pc:sldMkLst>
        <pc:spChg chg="add mod">
          <ac:chgData name="Aditya Hare Krishna" userId="de62b921b3c41f8c" providerId="LiveId" clId="{DE90F451-83DC-0848-9388-08F4319153E8}" dt="2025-08-17T10:21:16.339" v="15" actId="27636"/>
          <ac:spMkLst>
            <pc:docMk/>
            <pc:sldMk cId="1273729093" sldId="387"/>
            <ac:spMk id="4" creationId="{D42AEEF4-CDE7-0301-E719-F4A2D3C78269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364" v="16" actId="27636"/>
        <pc:sldMkLst>
          <pc:docMk/>
          <pc:sldMk cId="3270338384" sldId="388"/>
        </pc:sldMkLst>
        <pc:spChg chg="add mod">
          <ac:chgData name="Aditya Hare Krishna" userId="de62b921b3c41f8c" providerId="LiveId" clId="{DE90F451-83DC-0848-9388-08F4319153E8}" dt="2025-08-17T10:21:16.364" v="16" actId="27636"/>
          <ac:spMkLst>
            <pc:docMk/>
            <pc:sldMk cId="3270338384" sldId="388"/>
            <ac:spMk id="3" creationId="{3BC5B77D-94BF-9A66-9B89-6C2DB46C8F45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381" v="17" actId="27636"/>
        <pc:sldMkLst>
          <pc:docMk/>
          <pc:sldMk cId="1487353374" sldId="389"/>
        </pc:sldMkLst>
        <pc:spChg chg="add mod">
          <ac:chgData name="Aditya Hare Krishna" userId="de62b921b3c41f8c" providerId="LiveId" clId="{DE90F451-83DC-0848-9388-08F4319153E8}" dt="2025-08-17T10:21:16.381" v="17" actId="27636"/>
          <ac:spMkLst>
            <pc:docMk/>
            <pc:sldMk cId="1487353374" sldId="389"/>
            <ac:spMk id="3" creationId="{ED9FB8DF-3628-F6AE-96F1-E1579228D970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396" v="18" actId="27636"/>
        <pc:sldMkLst>
          <pc:docMk/>
          <pc:sldMk cId="2209542901" sldId="390"/>
        </pc:sldMkLst>
        <pc:spChg chg="add mod">
          <ac:chgData name="Aditya Hare Krishna" userId="de62b921b3c41f8c" providerId="LiveId" clId="{DE90F451-83DC-0848-9388-08F4319153E8}" dt="2025-08-17T10:21:16.396" v="18" actId="27636"/>
          <ac:spMkLst>
            <pc:docMk/>
            <pc:sldMk cId="2209542901" sldId="390"/>
            <ac:spMk id="4" creationId="{8EA12109-758B-3698-8ACC-56E8872F443C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404" v="19" actId="27636"/>
        <pc:sldMkLst>
          <pc:docMk/>
          <pc:sldMk cId="1135013675" sldId="391"/>
        </pc:sldMkLst>
        <pc:spChg chg="add mod">
          <ac:chgData name="Aditya Hare Krishna" userId="de62b921b3c41f8c" providerId="LiveId" clId="{DE90F451-83DC-0848-9388-08F4319153E8}" dt="2025-08-17T10:21:16.404" v="19" actId="27636"/>
          <ac:spMkLst>
            <pc:docMk/>
            <pc:sldMk cId="1135013675" sldId="391"/>
            <ac:spMk id="3" creationId="{932864B7-CE3C-181A-9DDA-98C5A106E827}"/>
          </ac:spMkLst>
        </pc:spChg>
      </pc:sldChg>
      <pc:sldChg chg="addSp modSp mod modTransition">
        <pc:chgData name="Aditya Hare Krishna" userId="de62b921b3c41f8c" providerId="LiveId" clId="{DE90F451-83DC-0848-9388-08F4319153E8}" dt="2025-08-17T10:21:16.407" v="20" actId="27636"/>
        <pc:sldMkLst>
          <pc:docMk/>
          <pc:sldMk cId="1745699789" sldId="392"/>
        </pc:sldMkLst>
        <pc:spChg chg="add mod">
          <ac:chgData name="Aditya Hare Krishna" userId="de62b921b3c41f8c" providerId="LiveId" clId="{DE90F451-83DC-0848-9388-08F4319153E8}" dt="2025-08-17T10:21:16.407" v="20" actId="27636"/>
          <ac:spMkLst>
            <pc:docMk/>
            <pc:sldMk cId="1745699789" sldId="392"/>
            <ac:spMk id="4" creationId="{54CF6CA4-F591-C19D-9E95-3EE5A06D5C37}"/>
          </ac:spMkLst>
        </pc:spChg>
      </pc:sldChg>
      <pc:sldChg chg="modTransition">
        <pc:chgData name="Aditya Hare Krishna" userId="de62b921b3c41f8c" providerId="LiveId" clId="{DE90F451-83DC-0848-9388-08F4319153E8}" dt="2025-08-17T10:20:20.839" v="0"/>
        <pc:sldMkLst>
          <pc:docMk/>
          <pc:sldMk cId="0" sldId="406"/>
        </pc:sldMkLst>
      </pc:sldChg>
      <pc:sldChg chg="modTransition">
        <pc:chgData name="Aditya Hare Krishna" userId="de62b921b3c41f8c" providerId="LiveId" clId="{DE90F451-83DC-0848-9388-08F4319153E8}" dt="2025-08-17T10:20:20.839" v="0"/>
        <pc:sldMkLst>
          <pc:docMk/>
          <pc:sldMk cId="1652500050" sldId="407"/>
        </pc:sldMkLst>
      </pc:sldChg>
      <pc:sldMasterChg chg="modSp modSldLayout">
        <pc:chgData name="Aditya Hare Krishna" userId="de62b921b3c41f8c" providerId="LiveId" clId="{DE90F451-83DC-0848-9388-08F4319153E8}" dt="2025-08-17T10:21:55.319" v="23" actId="207"/>
        <pc:sldMasterMkLst>
          <pc:docMk/>
          <pc:sldMasterMk cId="0" sldId="2147483659"/>
        </pc:sldMasterMkLst>
        <pc:spChg chg="mod">
          <ac:chgData name="Aditya Hare Krishna" userId="de62b921b3c41f8c" providerId="LiveId" clId="{DE90F451-83DC-0848-9388-08F4319153E8}" dt="2025-08-17T10:21:55.319" v="23" actId="207"/>
          <ac:spMkLst>
            <pc:docMk/>
            <pc:sldMasterMk cId="0" sldId="2147483659"/>
            <ac:spMk id="8" creationId="{00000000-0000-0000-0000-000000000000}"/>
          </ac:spMkLst>
        </pc:spChg>
        <pc:sldLayoutChg chg="modSp mod">
          <pc:chgData name="Aditya Hare Krishna" userId="de62b921b3c41f8c" providerId="LiveId" clId="{DE90F451-83DC-0848-9388-08F4319153E8}" dt="2025-08-17T10:21:50.825" v="22" actId="207"/>
          <pc:sldLayoutMkLst>
            <pc:docMk/>
            <pc:sldMasterMk cId="0" sldId="2147483659"/>
            <pc:sldLayoutMk cId="0" sldId="2147483650"/>
          </pc:sldLayoutMkLst>
          <pc:spChg chg="mod">
            <ac:chgData name="Aditya Hare Krishna" userId="de62b921b3c41f8c" providerId="LiveId" clId="{DE90F451-83DC-0848-9388-08F4319153E8}" dt="2025-08-17T10:21:50.825" v="22" actId="207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57950" y="5142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tx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6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tx1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23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Servlets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9DFB-B990-CF29-FAE0-9ED49EE0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Servlet?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C484C-7EFC-A76C-4095-4F53174F9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servlet</a:t>
            </a:r>
            <a:r>
              <a:rPr lang="en-IN" dirty="0"/>
              <a:t> is a Java class that </a:t>
            </a:r>
            <a:r>
              <a:rPr lang="en-IN" b="1" dirty="0"/>
              <a:t>handles HTTP requests and generates dynamic responses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Managed by a </a:t>
            </a:r>
            <a:r>
              <a:rPr lang="en-IN" b="1" dirty="0"/>
              <a:t>web container</a:t>
            </a:r>
            <a:r>
              <a:rPr lang="en-IN" dirty="0"/>
              <a:t> like Apache Tomcat.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Part of </a:t>
            </a:r>
            <a:r>
              <a:rPr lang="en-IN" b="1" dirty="0"/>
              <a:t>Java EE</a:t>
            </a:r>
            <a:r>
              <a:rPr lang="en-IN" dirty="0"/>
              <a:t> (Jakarta EE) specification.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Used for building </a:t>
            </a:r>
            <a:r>
              <a:rPr lang="en-IN" b="1" dirty="0"/>
              <a:t>web applications</a:t>
            </a:r>
            <a:r>
              <a:rPr lang="en-IN" dirty="0"/>
              <a:t> in Java.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29CB4-BDF4-BE10-1B26-0576561D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60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9152-B218-FCA8-F59C-0E3C6C54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Servlet Lifecycle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C3E7-15DF-97EB-8BC6-9A2126747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The servlet lifecycle consists of </a:t>
            </a:r>
            <a:r>
              <a:rPr lang="en-IN" b="1" dirty="0"/>
              <a:t>three core phases</a:t>
            </a:r>
            <a:r>
              <a:rPr lang="en-IN" dirty="0"/>
              <a:t>: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Initialization</a:t>
            </a:r>
            <a:r>
              <a:rPr lang="en-IN" dirty="0"/>
              <a:t> (</a:t>
            </a:r>
            <a:r>
              <a:rPr lang="en-IN" i="1" dirty="0"/>
              <a:t>init()</a:t>
            </a:r>
            <a:r>
              <a:rPr lang="en-IN" dirty="0"/>
              <a:t>)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Request Handling</a:t>
            </a:r>
            <a:r>
              <a:rPr lang="en-IN" dirty="0"/>
              <a:t> (</a:t>
            </a:r>
            <a:r>
              <a:rPr lang="en-IN" i="1" dirty="0"/>
              <a:t>service()</a:t>
            </a:r>
            <a:r>
              <a:rPr lang="en-IN" dirty="0"/>
              <a:t>)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Destruction</a:t>
            </a:r>
            <a:r>
              <a:rPr lang="en-IN" dirty="0"/>
              <a:t> (</a:t>
            </a:r>
            <a:r>
              <a:rPr lang="en-IN" i="1" dirty="0"/>
              <a:t>destroy()</a:t>
            </a:r>
            <a:r>
              <a:rPr lang="en-IN" dirty="0"/>
              <a:t>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r>
              <a:rPr lang="en-IN" dirty="0"/>
              <a:t>Managed entirely by the </a:t>
            </a:r>
            <a:r>
              <a:rPr lang="en-IN" b="1" dirty="0"/>
              <a:t>servlet container</a:t>
            </a:r>
            <a:r>
              <a:rPr lang="en-IN" dirty="0"/>
              <a:t> (e.g., Tomcat, Jetty).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17867-A9D3-AB33-DF95-B8FE2A2C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55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0BBF-8A26-5408-DAA4-65CBD523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init() Method – Initialization Phase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E20832-3730-CDE7-4590-128BAFCEF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8000" y="2248302"/>
            <a:ext cx="6827227" cy="2360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E761CA-3766-A74F-2AA9-53371BFBE0AC}"/>
              </a:ext>
            </a:extLst>
          </p:cNvPr>
          <p:cNvSpPr txBox="1"/>
          <p:nvPr/>
        </p:nvSpPr>
        <p:spPr>
          <a:xfrm>
            <a:off x="628650" y="1186473"/>
            <a:ext cx="788669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Called </a:t>
            </a:r>
            <a:r>
              <a:rPr lang="en-IN" sz="2100" b="1" dirty="0"/>
              <a:t>once</a:t>
            </a:r>
            <a:r>
              <a:rPr lang="en-IN" sz="2100" dirty="0"/>
              <a:t> when the servlet is first loaded.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Used for </a:t>
            </a:r>
            <a:r>
              <a:rPr lang="en-IN" sz="2100" b="1" dirty="0"/>
              <a:t>resource setup</a:t>
            </a:r>
            <a:r>
              <a:rPr lang="en-IN" sz="2100" dirty="0"/>
              <a:t>, database connections, config loading, etc.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27610-81C5-E0B4-0B8E-DE8F18735023}"/>
              </a:ext>
            </a:extLst>
          </p:cNvPr>
          <p:cNvSpPr txBox="1"/>
          <p:nvPr/>
        </p:nvSpPr>
        <p:spPr>
          <a:xfrm>
            <a:off x="628650" y="4670559"/>
            <a:ext cx="5488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✅ Executes </a:t>
            </a:r>
            <a:r>
              <a:rPr lang="en-IN" sz="1800" b="1" dirty="0"/>
              <a:t>before handling any request</a:t>
            </a:r>
            <a:r>
              <a:rPr lang="en-IN" sz="18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F4987-72D7-D3A3-2F25-1F7315F47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8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0C0B-7F18-04A7-7DA4-BEE7DC9D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service() Method – Request Processing Phase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5EF88A-98EF-D6E8-4716-2FC5B41C9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5562" y="2283863"/>
            <a:ext cx="9215123" cy="1591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74803C-2EE3-2FC2-434D-EB1EEEF5CC33}"/>
              </a:ext>
            </a:extLst>
          </p:cNvPr>
          <p:cNvSpPr txBox="1"/>
          <p:nvPr/>
        </p:nvSpPr>
        <p:spPr>
          <a:xfrm>
            <a:off x="628651" y="1268016"/>
            <a:ext cx="78866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Called </a:t>
            </a:r>
            <a:r>
              <a:rPr lang="en-IN" sz="2100" b="1" dirty="0"/>
              <a:t>every time a request</a:t>
            </a:r>
            <a:r>
              <a:rPr lang="en-IN" sz="2100" dirty="0"/>
              <a:t> is sent to the servlet.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dirty="0"/>
              <a:t>It calls </a:t>
            </a:r>
            <a:r>
              <a:rPr lang="en-IN" sz="2100" b="1" dirty="0" err="1"/>
              <a:t>doGet</a:t>
            </a:r>
            <a:r>
              <a:rPr lang="en-IN" sz="2100" b="1" dirty="0"/>
              <a:t>(), </a:t>
            </a:r>
            <a:r>
              <a:rPr lang="en-IN" sz="2100" b="1" dirty="0" err="1"/>
              <a:t>doPost</a:t>
            </a:r>
            <a:r>
              <a:rPr lang="en-IN" sz="2100" b="1" dirty="0"/>
              <a:t>(), etc.</a:t>
            </a:r>
            <a:r>
              <a:rPr lang="en-IN" sz="2100" dirty="0"/>
              <a:t> depending on HTTP method.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4F52E-1200-926C-E1F3-EBE20F35B0F2}"/>
              </a:ext>
            </a:extLst>
          </p:cNvPr>
          <p:cNvSpPr txBox="1"/>
          <p:nvPr/>
        </p:nvSpPr>
        <p:spPr>
          <a:xfrm>
            <a:off x="578599" y="4485893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Handles the </a:t>
            </a:r>
            <a:r>
              <a:rPr lang="en-IN" sz="1800" b="1" dirty="0"/>
              <a:t>core business logic</a:t>
            </a:r>
            <a:r>
              <a:rPr lang="en-IN" sz="18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33556A-C2BC-B224-6955-9B980745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94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4FEE-6AB1-A8A1-32BB-4DD9D1E8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destroy() Method – Cleanup Phase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BAB10A-5B91-CD15-BBAE-03C3D3FAE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2869" y="1790800"/>
            <a:ext cx="4842593" cy="2663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F43A47-394B-0010-102F-6992D629AEB1}"/>
              </a:ext>
            </a:extLst>
          </p:cNvPr>
          <p:cNvSpPr txBox="1"/>
          <p:nvPr/>
        </p:nvSpPr>
        <p:spPr>
          <a:xfrm>
            <a:off x="628651" y="1185593"/>
            <a:ext cx="78866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Called </a:t>
            </a:r>
            <a:r>
              <a:rPr lang="en-IN" sz="2100" b="1" dirty="0"/>
              <a:t>once</a:t>
            </a:r>
            <a:r>
              <a:rPr lang="en-IN" sz="2100" dirty="0"/>
              <a:t> before the servlet is unloaded.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Used for </a:t>
            </a:r>
            <a:r>
              <a:rPr lang="en-IN" sz="2100" b="1" dirty="0"/>
              <a:t>resource cleanup</a:t>
            </a:r>
            <a:r>
              <a:rPr lang="en-IN" sz="2100" dirty="0"/>
              <a:t> (e.g., closing DB connections).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3BC00-FAA4-037C-E482-D3EB0D84D951}"/>
              </a:ext>
            </a:extLst>
          </p:cNvPr>
          <p:cNvSpPr txBox="1"/>
          <p:nvPr/>
        </p:nvSpPr>
        <p:spPr>
          <a:xfrm>
            <a:off x="732772" y="4489716"/>
            <a:ext cx="6750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Occurs during server shutdown or servlet when not deployed.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30091D-726A-841C-DF70-5F2EA7AB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3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DB44-DB9F-74A3-DC2F-EE34F76A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Lifecycle Diagram Summary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6B6610-12C3-1D3D-CC9A-A014F48A212B}"/>
              </a:ext>
            </a:extLst>
          </p:cNvPr>
          <p:cNvSpPr txBox="1"/>
          <p:nvPr/>
        </p:nvSpPr>
        <p:spPr>
          <a:xfrm>
            <a:off x="177675" y="4728002"/>
            <a:ext cx="73468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All phases are </a:t>
            </a:r>
            <a:r>
              <a:rPr lang="en-IN" sz="2100" b="1" dirty="0"/>
              <a:t>automatically managed</a:t>
            </a:r>
            <a:r>
              <a:rPr lang="en-IN" sz="2100" dirty="0"/>
              <a:t> by the container.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8BFE760-7511-7071-F5B1-4A41B8DCC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9" b="12178"/>
          <a:stretch>
            <a:fillRect/>
          </a:stretch>
        </p:blipFill>
        <p:spPr bwMode="auto">
          <a:xfrm>
            <a:off x="196904" y="860974"/>
            <a:ext cx="8569164" cy="399425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A0E968-6534-7F1D-D40F-9E8530F9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31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DC5C0-8FFE-16E2-EBB7-BB4A0614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the Servlet API?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375D-7D8C-D889-76E1-489770E48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Servlet API</a:t>
            </a:r>
            <a:r>
              <a:rPr lang="en-IN" dirty="0"/>
              <a:t> is a set of classes and interfaces for </a:t>
            </a:r>
            <a:r>
              <a:rPr lang="en-IN" b="1" dirty="0"/>
              <a:t>handling web requests and responses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Comes from packages:</a:t>
            </a:r>
          </a:p>
          <a:p>
            <a:pPr marL="0" indent="0">
              <a:buNone/>
            </a:pPr>
            <a:r>
              <a:rPr lang="en-IN" dirty="0"/>
              <a:t>	✅ </a:t>
            </a:r>
            <a:r>
              <a:rPr lang="en-IN" i="1" dirty="0"/>
              <a:t>javax.servlet</a:t>
            </a:r>
            <a:r>
              <a:rPr lang="en-IN" dirty="0"/>
              <a:t> (core components)</a:t>
            </a:r>
          </a:p>
          <a:p>
            <a:pPr marL="0" indent="0">
              <a:buNone/>
            </a:pPr>
            <a:r>
              <a:rPr lang="en-IN" dirty="0"/>
              <a:t>	✅ </a:t>
            </a:r>
            <a:r>
              <a:rPr lang="en-IN" i="1" dirty="0"/>
              <a:t>javax.servlet.http</a:t>
            </a:r>
            <a:r>
              <a:rPr lang="en-IN" dirty="0"/>
              <a:t> (HTTP-specific components)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Defines a </a:t>
            </a:r>
            <a:r>
              <a:rPr lang="en-IN" b="1" dirty="0"/>
              <a:t>standard programming model</a:t>
            </a:r>
            <a:r>
              <a:rPr lang="en-IN" dirty="0"/>
              <a:t> for servlets.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AEEF4-CDE7-0301-E719-F4A2D3C7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29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26F5-7B81-F847-EB35-582E60A1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Core Interfaces in javax.servlet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5074FF-9172-7AF8-17AA-FB6A30821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897553"/>
              </p:ext>
            </p:extLst>
          </p:nvPr>
        </p:nvGraphicFramePr>
        <p:xfrm>
          <a:off x="2348163" y="1377744"/>
          <a:ext cx="4295458" cy="1691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7335">
                  <a:extLst>
                    <a:ext uri="{9D8B030D-6E8A-4147-A177-3AD203B41FA5}">
                      <a16:colId xmlns:a16="http://schemas.microsoft.com/office/drawing/2014/main" val="824586285"/>
                    </a:ext>
                  </a:extLst>
                </a:gridCol>
                <a:gridCol w="2758123">
                  <a:extLst>
                    <a:ext uri="{9D8B030D-6E8A-4147-A177-3AD203B41FA5}">
                      <a16:colId xmlns:a16="http://schemas.microsoft.com/office/drawing/2014/main" val="159293191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233771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Servlet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Base interface for all servlets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960579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ServletRequest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Provides request information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321870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ServletResponse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Sends response to client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68409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ServletConfig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Configuration info for a servlet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61138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ServletContext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Shared context between servlets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859647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CE015A-EC09-0040-9A5B-396C19BBEBFF}"/>
              </a:ext>
            </a:extLst>
          </p:cNvPr>
          <p:cNvSpPr txBox="1"/>
          <p:nvPr/>
        </p:nvSpPr>
        <p:spPr>
          <a:xfrm>
            <a:off x="941943" y="3387687"/>
            <a:ext cx="818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Every servlet must implement the Servlet interface (usually via HttpServlet).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C5B77D-94BF-9A66-9B89-6C2DB46C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38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0588-30FF-DCAF-6841-0F234B63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Classes in the API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1FBE3D-A7A9-DA09-70CC-7EE56FA38B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434864"/>
              </p:ext>
            </p:extLst>
          </p:nvPr>
        </p:nvGraphicFramePr>
        <p:xfrm>
          <a:off x="1636871" y="1565772"/>
          <a:ext cx="5870258" cy="1409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2135">
                  <a:extLst>
                    <a:ext uri="{9D8B030D-6E8A-4147-A177-3AD203B41FA5}">
                      <a16:colId xmlns:a16="http://schemas.microsoft.com/office/drawing/2014/main" val="824586285"/>
                    </a:ext>
                  </a:extLst>
                </a:gridCol>
                <a:gridCol w="4028123">
                  <a:extLst>
                    <a:ext uri="{9D8B030D-6E8A-4147-A177-3AD203B41FA5}">
                      <a16:colId xmlns:a16="http://schemas.microsoft.com/office/drawing/2014/main" val="159293191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233771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GenericServlet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Simplifies servlet creation (protocol-independent)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960579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HttpServlet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Abstract class for </a:t>
                      </a:r>
                      <a:r>
                        <a:rPr lang="en-US" sz="1400" b="1" dirty="0"/>
                        <a:t>HTTP</a:t>
                      </a:r>
                      <a:r>
                        <a:rPr lang="en-US" sz="1400" dirty="0"/>
                        <a:t> requests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321870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ServletInputStream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 reading binary data from request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68409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ServletOutputStream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 writing binary data to response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6113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599429F-B476-CDC8-1C85-08A9FFFB4523}"/>
              </a:ext>
            </a:extLst>
          </p:cNvPr>
          <p:cNvSpPr txBox="1"/>
          <p:nvPr/>
        </p:nvSpPr>
        <p:spPr>
          <a:xfrm>
            <a:off x="842791" y="3577728"/>
            <a:ext cx="7289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Developers typically extend HttpServlet to create web applications.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FB8DF-3628-F6AE-96F1-E1579228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53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1983-4C3D-9B9C-AF48-EBCB3108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ServletRequest and ServletResponse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A4FF-04F8-7FC4-C4E9-63A77E38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9822"/>
            <a:ext cx="8146285" cy="36798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ServletRequest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Gets request data like parameters, headers, input stream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Common methods: </a:t>
            </a:r>
            <a:r>
              <a:rPr lang="en-IN" i="1" dirty="0"/>
              <a:t>getParameter()</a:t>
            </a:r>
            <a:r>
              <a:rPr lang="en-IN" dirty="0"/>
              <a:t>, </a:t>
            </a:r>
            <a:r>
              <a:rPr lang="en-IN" i="1" dirty="0"/>
              <a:t>getAttribute()</a:t>
            </a:r>
            <a:r>
              <a:rPr lang="en-IN" dirty="0"/>
              <a:t>, </a:t>
            </a:r>
            <a:r>
              <a:rPr lang="en-IN" i="1" dirty="0"/>
              <a:t>getInputStream()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ServletResponse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Sends response data to client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Common methods: </a:t>
            </a:r>
            <a:r>
              <a:rPr lang="en-IN" i="1" dirty="0"/>
              <a:t>getWriter()</a:t>
            </a:r>
            <a:r>
              <a:rPr lang="en-IN" dirty="0"/>
              <a:t>, </a:t>
            </a:r>
            <a:r>
              <a:rPr lang="en-IN" i="1" dirty="0"/>
              <a:t>setContentType()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Used in </a:t>
            </a:r>
            <a:r>
              <a:rPr lang="en-IN" i="1" dirty="0"/>
              <a:t>service()</a:t>
            </a:r>
            <a:r>
              <a:rPr lang="en-IN" dirty="0"/>
              <a:t> or </a:t>
            </a:r>
            <a:r>
              <a:rPr lang="en-IN" i="1" dirty="0"/>
              <a:t>doGet()</a:t>
            </a:r>
            <a:r>
              <a:rPr lang="en-IN" dirty="0"/>
              <a:t>/</a:t>
            </a:r>
            <a:r>
              <a:rPr lang="en-IN" i="1" dirty="0"/>
              <a:t>doPost()</a:t>
            </a:r>
            <a:r>
              <a:rPr lang="en-IN" dirty="0"/>
              <a:t> methods.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12109-758B-3698-8ACC-56E8872F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42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534B-E7EF-A148-840B-A8C8B1B5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HttpServlet – The Most Used Servlet Class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4FACC-2F98-9CE7-E66A-E41E43896120}"/>
              </a:ext>
            </a:extLst>
          </p:cNvPr>
          <p:cNvSpPr txBox="1"/>
          <p:nvPr/>
        </p:nvSpPr>
        <p:spPr>
          <a:xfrm>
            <a:off x="884104" y="4147850"/>
            <a:ext cx="7199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HttpServlet provides </a:t>
            </a:r>
            <a:r>
              <a:rPr lang="en-IN" sz="1800" b="1" dirty="0"/>
              <a:t>doGet(), doPost(), doPut(), doDelete()</a:t>
            </a:r>
            <a:r>
              <a:rPr lang="en-IN" sz="1800" dirty="0"/>
              <a:t>, etc.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1CFE83-7A8A-3D9C-3D8B-2928625FD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6482"/>
            <a:ext cx="9115486" cy="21934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864B7-CE3C-181A-9DDA-98C5A106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13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2946-4A35-8C3B-72AF-23A5F9FA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ServletConfig and ServletContext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5E12-F047-7CA0-BDFD-20B2AE13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5004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ServletConfig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One per servlet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Contains </a:t>
            </a:r>
            <a:r>
              <a:rPr lang="en-IN" b="1" dirty="0"/>
              <a:t>init parameters</a:t>
            </a:r>
            <a:r>
              <a:rPr lang="en-IN" dirty="0"/>
              <a:t> from deployment descriptor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ServletContext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Shared by </a:t>
            </a:r>
            <a:r>
              <a:rPr lang="en-IN" b="1" dirty="0"/>
              <a:t>all servlets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to </a:t>
            </a:r>
            <a:r>
              <a:rPr lang="en-IN" b="1" dirty="0"/>
              <a:t>share application-level data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Useful for </a:t>
            </a:r>
            <a:r>
              <a:rPr lang="en-IN" b="1" dirty="0"/>
              <a:t>initialization and global configuration</a:t>
            </a:r>
            <a:r>
              <a:rPr lang="en-I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F6CA4-F591-C19D-9E95-3EE5A06D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99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</TotalTime>
  <Words>486</Words>
  <Application>Microsoft Macintosh PowerPoint</Application>
  <PresentationFormat>On-screen Show (16:9)</PresentationFormat>
  <Paragraphs>96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PowerPoint Presentation</vt:lpstr>
      <vt:lpstr>What is a Servlet?</vt:lpstr>
      <vt:lpstr>Servlet Lifecycle Overview</vt:lpstr>
      <vt:lpstr>init() Method – Initialization Phase</vt:lpstr>
      <vt:lpstr>service() Method – Request Processing Phase</vt:lpstr>
      <vt:lpstr>destroy() Method – Cleanup Phase</vt:lpstr>
      <vt:lpstr>Lifecycle Diagram Summary</vt:lpstr>
      <vt:lpstr>What is the Servlet API?</vt:lpstr>
      <vt:lpstr>Core Interfaces in javax.servlet</vt:lpstr>
      <vt:lpstr>Key Classes in the API</vt:lpstr>
      <vt:lpstr>ServletRequest and ServletResponse</vt:lpstr>
      <vt:lpstr>HttpServlet – The Most Used Servlet Class</vt:lpstr>
      <vt:lpstr>ServletConfig and ServletContext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33</cp:revision>
  <dcterms:modified xsi:type="dcterms:W3CDTF">2026-02-03T10:13:56Z</dcterms:modified>
</cp:coreProperties>
</file>