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1" r:id="rId11"/>
    <p:sldId id="262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525"/>
    <p:restoredTop sz="97300"/>
  </p:normalViewPr>
  <p:slideViewPr>
    <p:cSldViewPr snapToGrid="0">
      <p:cViewPr varScale="1">
        <p:scale>
          <a:sx n="80" d="100"/>
          <a:sy n="80" d="100"/>
        </p:scale>
        <p:origin x="192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5BE3F-3668-5946-BC31-DD078AB58FE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0E03C-A5B4-234C-B700-D97103D22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7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0E03C-A5B4-234C-B700-D97103D22D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90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0216-42AD-1CD7-3B94-CCAC141A8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008FA-86DE-B239-6536-CE7B061CB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A4881-FCC8-7112-76A2-E41BC7BD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D7E9-B38E-5B49-F8B8-7F26B47D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30B93-5873-3F7E-1862-850E8565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635C-7468-22AB-76A7-412174C6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CF0DB-3BA3-5416-0161-6A98103DE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6C6B3-07CC-1048-E9E4-10E90D5A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3122D-0721-2969-A4C2-0D4FC2B6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AEFC4-D683-ACC5-A1D4-3503FDFD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7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699A-AB92-DE90-665D-AC3498B9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B9588-43B4-A838-95C6-5F4920A3C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9C006-291B-5CB0-1D56-9CFDDD05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7676E-C12D-448F-AFCD-40ADC582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2A814-0311-E4F4-4219-E22E7EC8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5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770B-E820-C95A-E6E5-BCBD1B44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5A0F-A479-E12F-3939-A9A6D1294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6C6B4-4E96-0D26-119A-9DE434F92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DF0BA-598A-1F49-F6B0-F288DA8A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0A761-1950-6CB0-B2D2-4498E9DE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1F266-B0F8-EB2A-F383-FE1E751D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4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D68B-ACBA-E93E-2FE2-FFE63FF80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0C588-1F37-8DF4-E6B7-B990152E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1B946-E258-B285-E548-9CB86969A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F3B4D-2D49-3516-A1BC-6386C84F9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CE5F1-2749-8708-3AC9-7041C55FE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B8BC4-3259-FE21-275A-70C291A6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852D33-D516-30A1-7273-2395A71A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5A74B-0CF4-55E3-5EB7-61D2D3D2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9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E622-1C56-077A-AF26-EA689C4D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F5096-CADF-A779-7D54-863029A71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7EA37-BF1F-245F-4688-2BCBCAF9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C437B-6AC3-6C11-7D4C-ED927A16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2D56E-781F-0DC2-8128-C0B2BCD8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8AE68A-ACE9-6B4E-23B0-43F1E58C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F8FCE-7178-EB1A-7325-CA9DD6DF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4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1419-60AC-9A9C-EB59-1A0CD936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D2073-F42E-D675-658F-33B7196AE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133EC-205D-95BD-B128-7ADAF33A2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7A207-EE96-E37C-1DA1-D72A8500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4609A-691F-03B8-AB07-5A474AC2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CF421-4C07-D1F2-96A2-C0C17D06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5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772D-3A68-0DAF-6C52-BDA005CD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D4364-7DFB-20F0-50B9-8F2610C8B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99F53-D558-8F42-BEE0-8E2C0B344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E383B-75BB-0B14-AE5B-6759659D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B207-D285-CFD3-E6C7-F4C7814D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B2F24-2E04-0E4D-698C-35354031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0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5245-BF76-46E0-BE7B-BDDD94B6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B2641-03EB-DA85-3048-4F5693187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841D9-D380-A1DC-8B72-072E5996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9F2E0-7F2F-7B53-3032-E2C857C2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44D7D-4A69-1793-FB0D-629F50CF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4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37E06-0641-6910-59E5-D7BFD97F6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707BF-0251-DD6A-7325-3FBD7F141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082F-4CB5-9FB0-9FFC-0D01CDCB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2D853-3F50-0265-CD7B-2A52878E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0CB4A-106C-C340-5959-4B64DF6C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8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74C62-D939-E4D2-BB46-8A7C73B24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B9786-1B31-22DF-D27D-CABC096B4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A642B-C896-841C-E2FC-9E1902A01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EDCB7-7DA0-9242-A6E6-FF8498C327C2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19760-6EE1-7B0F-CD07-0C9EF6DEF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A51DF-F6C9-EEB8-510D-2E3F61941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F4C5D-0364-5D4C-873E-0DC6DB8C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9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2D78-71A0-F36E-9402-4925B872E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Byte &amp; Character Streams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347C-8253-D9A7-85B1-BB0F8AF15F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OOPS with Java Programming </a:t>
            </a:r>
          </a:p>
          <a:p>
            <a:r>
              <a:rPr lang="en-US" dirty="0"/>
              <a:t>Unit 2</a:t>
            </a:r>
          </a:p>
          <a:p>
            <a:r>
              <a:rPr lang="en-US" dirty="0"/>
              <a:t>BCS-403</a:t>
            </a:r>
          </a:p>
        </p:txBody>
      </p:sp>
    </p:spTree>
    <p:extLst>
      <p:ext uri="{BB962C8B-B14F-4D97-AF65-F5344CB8AC3E}">
        <p14:creationId xmlns:p14="http://schemas.microsoft.com/office/powerpoint/2010/main" val="1270001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7396-158F-CDD6-8DC6-5CC4513B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Streams - What They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CD65-78B8-9D1A-B006-DD17EDF11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Byte streams handle raw 8-bit data.</a:t>
            </a:r>
          </a:p>
          <a:p>
            <a:r>
              <a:rPr lang="en-US" dirty="0"/>
              <a:t>They are used for: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Audio files</a:t>
            </a:r>
          </a:p>
          <a:p>
            <a:pPr lvl="1"/>
            <a:r>
              <a:rPr lang="en-US" dirty="0"/>
              <a:t>PDFs</a:t>
            </a:r>
          </a:p>
          <a:p>
            <a:pPr lvl="1"/>
            <a:r>
              <a:rPr lang="en-US" dirty="0"/>
              <a:t>Any binary file</a:t>
            </a:r>
          </a:p>
        </p:txBody>
      </p:sp>
    </p:spTree>
    <p:extLst>
      <p:ext uri="{BB962C8B-B14F-4D97-AF65-F5344CB8AC3E}">
        <p14:creationId xmlns:p14="http://schemas.microsoft.com/office/powerpoint/2010/main" val="1945149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CABD-3EEC-6C8D-CB35-C8241DD7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Streams - Core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EC90-A78A-141B-43B3-286AD7D01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InputStream (abstract)</a:t>
            </a:r>
          </a:p>
          <a:p>
            <a:r>
              <a:rPr lang="en-US" dirty="0"/>
              <a:t>OutputStream (abstract)</a:t>
            </a:r>
          </a:p>
          <a:p>
            <a:r>
              <a:rPr lang="en-US" dirty="0"/>
              <a:t>FileInputStream</a:t>
            </a:r>
          </a:p>
          <a:p>
            <a:r>
              <a:rPr lang="en-US" dirty="0"/>
              <a:t>FileOutputStream</a:t>
            </a:r>
          </a:p>
        </p:txBody>
      </p:sp>
    </p:spTree>
    <p:extLst>
      <p:ext uri="{BB962C8B-B14F-4D97-AF65-F5344CB8AC3E}">
        <p14:creationId xmlns:p14="http://schemas.microsoft.com/office/powerpoint/2010/main" val="2000524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FCF3-638F-5AE9-A15B-1685409F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Writing Binary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172D26-9C6B-A722-0DE0-7F3B54291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95" y="1214204"/>
            <a:ext cx="11358809" cy="55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12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3867-5CEC-682C-F681-4907CEF9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Reading Binary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385E86-E6FD-B3AA-5EEA-C0E6A31C5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808" y="1450674"/>
            <a:ext cx="11146559" cy="540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70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B0C8-3B1C-98B6-F060-7011AEAE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Streams - What They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7044-A10B-F218-F209-C1BB2721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Character streams handle </a:t>
            </a:r>
            <a:r>
              <a:rPr lang="en-IN" b="1" dirty="0"/>
              <a:t>16-bit Unicode characters</a:t>
            </a:r>
            <a:r>
              <a:rPr lang="en-IN" dirty="0"/>
              <a:t>.</a:t>
            </a:r>
          </a:p>
          <a:p>
            <a:r>
              <a:rPr lang="en-IN" dirty="0"/>
              <a:t>They are used for:</a:t>
            </a:r>
          </a:p>
          <a:p>
            <a:pPr lvl="1"/>
            <a:r>
              <a:rPr lang="en-IN" dirty="0"/>
              <a:t>Text files</a:t>
            </a:r>
          </a:p>
          <a:p>
            <a:pPr lvl="1"/>
            <a:r>
              <a:rPr lang="en-IN" dirty="0"/>
              <a:t>Reading/writing strings</a:t>
            </a:r>
          </a:p>
          <a:p>
            <a:pPr lvl="1"/>
            <a:r>
              <a:rPr lang="en-IN" dirty="0"/>
              <a:t>Handling international characters</a:t>
            </a:r>
          </a:p>
        </p:txBody>
      </p:sp>
    </p:spTree>
    <p:extLst>
      <p:ext uri="{BB962C8B-B14F-4D97-AF65-F5344CB8AC3E}">
        <p14:creationId xmlns:p14="http://schemas.microsoft.com/office/powerpoint/2010/main" val="2257746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36F7-DE68-A334-E73C-FE049F69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Streams - Core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CC5B5-FB6F-8F98-6BAA-C294F26E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Reader (abstract)</a:t>
            </a:r>
          </a:p>
          <a:p>
            <a:r>
              <a:rPr lang="en-IN" dirty="0"/>
              <a:t>Writer (abstract)</a:t>
            </a:r>
          </a:p>
          <a:p>
            <a:r>
              <a:rPr lang="en-IN" dirty="0"/>
              <a:t>FileReader</a:t>
            </a:r>
          </a:p>
          <a:p>
            <a:r>
              <a:rPr lang="en-IN" dirty="0"/>
              <a:t>FileWriter</a:t>
            </a:r>
          </a:p>
          <a:p>
            <a:r>
              <a:rPr lang="en-IN" dirty="0"/>
              <a:t>BufferedReader</a:t>
            </a:r>
          </a:p>
          <a:p>
            <a:r>
              <a:rPr lang="en-IN" dirty="0"/>
              <a:t>BufferedWriter</a:t>
            </a:r>
          </a:p>
        </p:txBody>
      </p:sp>
    </p:spTree>
    <p:extLst>
      <p:ext uri="{BB962C8B-B14F-4D97-AF65-F5344CB8AC3E}">
        <p14:creationId xmlns:p14="http://schemas.microsoft.com/office/powerpoint/2010/main" val="2738954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A908-E8B3-AC12-BCE6-E1036BC9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Writing Text File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AC994A-9C44-733D-C3E5-599485408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66" y="988520"/>
            <a:ext cx="12099234" cy="586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52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FF0D-09A3-11C6-D6C1-D46FA7C8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Reading Text File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7C6419-E148-AF33-1DEC-041FB0A95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43436" y="1414463"/>
            <a:ext cx="1247887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0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5E9E14A-3CD1-7AF5-79F8-9377CAD15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296" y="0"/>
            <a:ext cx="1011140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10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F70870-8AFE-BD61-F17D-8E276392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21" y="62947"/>
            <a:ext cx="10151165" cy="676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349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E357-C393-970C-3956-5C377BB2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Stream vs Character Stream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465493-E197-A7FD-F9D0-F99610EA0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241993"/>
              </p:ext>
            </p:extLst>
          </p:nvPr>
        </p:nvGraphicFramePr>
        <p:xfrm>
          <a:off x="838200" y="1825625"/>
          <a:ext cx="1051559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264694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3855416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72635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Byte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Character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5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16-bit Unicode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952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Base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InputStream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23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Used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Binary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Text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354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Example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FileInputStream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FileReader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260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Fast for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Best for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440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3811339-864F-A698-1329-D7D272A0F5B7}"/>
              </a:ext>
            </a:extLst>
          </p:cNvPr>
          <p:cNvSpPr txBox="1"/>
          <p:nvPr/>
        </p:nvSpPr>
        <p:spPr>
          <a:xfrm>
            <a:off x="838200" y="5661878"/>
            <a:ext cx="8653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If you are dealing with </a:t>
            </a:r>
            <a:r>
              <a:rPr lang="en-IN" sz="2400" b="1" dirty="0"/>
              <a:t>text → use Character Streams</a:t>
            </a:r>
            <a:endParaRPr lang="en-IN" sz="2400" dirty="0"/>
          </a:p>
          <a:p>
            <a:pPr>
              <a:buNone/>
            </a:pPr>
            <a:r>
              <a:rPr lang="en-IN" sz="2400" dirty="0"/>
              <a:t>If you are dealing with </a:t>
            </a:r>
            <a:r>
              <a:rPr lang="en-IN" sz="2400" b="1" dirty="0"/>
              <a:t>images/audio/PDF → use Byte Streams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9858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54C1-3D14-D416-2867-11CC97C9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2CDD-6ED9-EE0A-824A-D3A4400B5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65104" cy="1603375"/>
          </a:xfrm>
        </p:spPr>
        <p:txBody>
          <a:bodyPr/>
          <a:lstStyle/>
          <a:p>
            <a:r>
              <a:rPr lang="en-US" dirty="0"/>
              <a:t>read() Method</a:t>
            </a:r>
          </a:p>
          <a:p>
            <a:pPr lvl="1"/>
            <a:r>
              <a:rPr lang="en-US" dirty="0"/>
              <a:t>Returns integer</a:t>
            </a:r>
          </a:p>
          <a:p>
            <a:pPr lvl="1"/>
            <a:r>
              <a:rPr lang="en-US" dirty="0"/>
              <a:t>Returns -1 at end of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3A55B-F283-D79D-5D26-9F8F0E9AA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24885"/>
            <a:ext cx="7772400" cy="39238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C4A26F-7D9A-AFB7-A156-46FFE38D5127}"/>
              </a:ext>
            </a:extLst>
          </p:cNvPr>
          <p:cNvSpPr txBox="1">
            <a:spLocks/>
          </p:cNvSpPr>
          <p:nvPr/>
        </p:nvSpPr>
        <p:spPr>
          <a:xfrm>
            <a:off x="5512904" y="1671211"/>
            <a:ext cx="5840896" cy="1912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write() Method</a:t>
            </a:r>
          </a:p>
          <a:p>
            <a:pPr lvl="1"/>
            <a:r>
              <a:rPr lang="en-US" dirty="0"/>
              <a:t>Writes single byte or character</a:t>
            </a:r>
          </a:p>
          <a:p>
            <a:pPr lvl="1"/>
            <a:r>
              <a:rPr lang="en-US" dirty="0"/>
              <a:t>Can write arrays</a:t>
            </a:r>
          </a:p>
          <a:p>
            <a:r>
              <a:rPr lang="en-US" dirty="0"/>
              <a:t>Exception Handling (Best Practice)</a:t>
            </a:r>
          </a:p>
        </p:txBody>
      </p:sp>
    </p:spTree>
    <p:extLst>
      <p:ext uri="{BB962C8B-B14F-4D97-AF65-F5344CB8AC3E}">
        <p14:creationId xmlns:p14="http://schemas.microsoft.com/office/powerpoint/2010/main" val="1203413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CC2D-40DB-828F-19A2-2CF776A1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Approach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AFB26E-0C57-9F51-6523-F44CDFAD1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987" y="1144217"/>
            <a:ext cx="10646026" cy="591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16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4EE0-0212-BEAE-427B-506A2F4C6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Interview-oriented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5419-AC06-D701-CE61-55081FFBE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Students must know:</a:t>
            </a:r>
          </a:p>
          <a:p>
            <a:pPr lvl="1"/>
            <a:r>
              <a:rPr lang="en-IN" dirty="0"/>
              <a:t>Difference between FileReader and BufferedReader</a:t>
            </a:r>
          </a:p>
          <a:p>
            <a:pPr lvl="1"/>
            <a:r>
              <a:rPr lang="en-IN" dirty="0"/>
              <a:t>Why buffering improves performance?</a:t>
            </a:r>
          </a:p>
          <a:p>
            <a:pPr lvl="1"/>
            <a:r>
              <a:rPr lang="en-IN" dirty="0"/>
              <a:t>What happens if file does not exist?</a:t>
            </a:r>
          </a:p>
          <a:p>
            <a:pPr lvl="1"/>
            <a:r>
              <a:rPr lang="en-IN" dirty="0"/>
              <a:t>Checked Exception (IOException)</a:t>
            </a:r>
          </a:p>
          <a:p>
            <a:pPr lvl="1"/>
            <a:r>
              <a:rPr lang="en-IN" dirty="0"/>
              <a:t>What is EOF?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923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242</Words>
  <Application>Microsoft Macintosh PowerPoint</Application>
  <PresentationFormat>Widescreen</PresentationFormat>
  <Paragraphs>71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Byte &amp; Character Streams</vt:lpstr>
      <vt:lpstr>Byte Streams - What They Are</vt:lpstr>
      <vt:lpstr>Byte Streams - Core Classes</vt:lpstr>
      <vt:lpstr>Example: Writing Binary Data</vt:lpstr>
      <vt:lpstr>Example: Reading Binary Data</vt:lpstr>
      <vt:lpstr>Character Streams - What They Are</vt:lpstr>
      <vt:lpstr>Character Streams - Core Classes</vt:lpstr>
      <vt:lpstr>Example: Writing Text File</vt:lpstr>
      <vt:lpstr>Example: Reading Text File</vt:lpstr>
      <vt:lpstr>PowerPoint Presentation</vt:lpstr>
      <vt:lpstr>PowerPoint Presentation</vt:lpstr>
      <vt:lpstr>Byte Stream vs Character Stream</vt:lpstr>
      <vt:lpstr>Important Concepts</vt:lpstr>
      <vt:lpstr>Modern Approach</vt:lpstr>
      <vt:lpstr>Interview-oriented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Tandon CSE</dc:creator>
  <cp:lastModifiedBy>Aditya Tandon CSE</cp:lastModifiedBy>
  <cp:revision>3</cp:revision>
  <dcterms:created xsi:type="dcterms:W3CDTF">2026-02-19T08:34:58Z</dcterms:created>
  <dcterms:modified xsi:type="dcterms:W3CDTF">2026-02-20T04:58:59Z</dcterms:modified>
</cp:coreProperties>
</file>