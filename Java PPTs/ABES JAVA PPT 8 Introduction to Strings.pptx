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40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6FEE7-1237-DC4B-9567-8006A75EE090}" v="1" dt="2025-06-04T19:58:07.341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9826FEE7-1237-DC4B-9567-8006A75EE090}"/>
    <pc:docChg chg="undo custSel delSld modSld modSection">
      <pc:chgData name="Aditya Hare Krishna" userId="de62b921b3c41f8c" providerId="LiveId" clId="{9826FEE7-1237-DC4B-9567-8006A75EE090}" dt="2025-06-04T19:58:07.332" v="131"/>
      <pc:docMkLst>
        <pc:docMk/>
      </pc:docMkLst>
      <pc:sldChg chg="modSp mod">
        <pc:chgData name="Aditya Hare Krishna" userId="de62b921b3c41f8c" providerId="LiveId" clId="{9826FEE7-1237-DC4B-9567-8006A75EE090}" dt="2025-06-01T09:58:27.714" v="130" actId="20577"/>
        <pc:sldMkLst>
          <pc:docMk/>
          <pc:sldMk cId="0" sldId="256"/>
        </pc:sldMkLst>
        <pc:spChg chg="mod">
          <ac:chgData name="Aditya Hare Krishna" userId="de62b921b3c41f8c" providerId="LiveId" clId="{9826FEE7-1237-DC4B-9567-8006A75EE090}" dt="2025-06-01T09:45:06.432" v="91" actId="20577"/>
          <ac:spMkLst>
            <pc:docMk/>
            <pc:sldMk cId="0" sldId="256"/>
            <ac:spMk id="2" creationId="{C21A405D-2B87-16FA-8928-EA0708856279}"/>
          </ac:spMkLst>
        </pc:spChg>
        <pc:spChg chg="mod">
          <ac:chgData name="Aditya Hare Krishna" userId="de62b921b3c41f8c" providerId="LiveId" clId="{9826FEE7-1237-DC4B-9567-8006A75EE090}" dt="2025-06-01T09:58:27.714" v="130" actId="20577"/>
          <ac:spMkLst>
            <pc:docMk/>
            <pc:sldMk cId="0" sldId="256"/>
            <ac:spMk id="3" creationId="{5DC188CA-4D7D-E262-B106-EDBD543BEBB5}"/>
          </ac:spMkLst>
        </pc:spChg>
      </pc:sldChg>
      <pc:sldChg chg="del">
        <pc:chgData name="Aditya Hare Krishna" userId="de62b921b3c41f8c" providerId="LiveId" clId="{9826FEE7-1237-DC4B-9567-8006A75EE090}" dt="2025-06-01T09:44:17.955" v="80" actId="2696"/>
        <pc:sldMkLst>
          <pc:docMk/>
          <pc:sldMk cId="1166388192" sldId="267"/>
        </pc:sldMkLst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4207356068" sldId="376"/>
        </pc:sldMkLst>
        <pc:spChg chg="mod">
          <ac:chgData name="Aditya Hare Krishna" userId="de62b921b3c41f8c" providerId="LiveId" clId="{9826FEE7-1237-DC4B-9567-8006A75EE090}" dt="2025-06-01T09:41:42.707" v="24" actId="403"/>
          <ac:spMkLst>
            <pc:docMk/>
            <pc:sldMk cId="4207356068" sldId="376"/>
            <ac:spMk id="5" creationId="{3F541E9A-F0C0-935E-5911-559AA798967A}"/>
          </ac:spMkLst>
        </pc:sp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4207356068" sldId="376"/>
            <ac:inkMk id="6" creationId="{C347FB3A-4B1B-FE6B-A414-7A52B4347029}"/>
          </ac:inkMkLst>
        </pc:inkChg>
      </pc:sldChg>
      <pc:sldChg chg="addSp">
        <pc:chgData name="Aditya Hare Krishna" userId="de62b921b3c41f8c" providerId="LiveId" clId="{9826FEE7-1237-DC4B-9567-8006A75EE090}" dt="2025-06-04T19:58:07.332" v="131"/>
        <pc:sldMkLst>
          <pc:docMk/>
          <pc:sldMk cId="2571856783" sldId="377"/>
        </pc:sldMkLst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2571856783" sldId="377"/>
            <ac:inkMk id="3" creationId="{701CBCF3-53BA-BA90-F11F-0FC0CA84D4FD}"/>
          </ac:inkMkLst>
        </pc:inkChg>
      </pc:sldChg>
      <pc:sldChg chg="addSp">
        <pc:chgData name="Aditya Hare Krishna" userId="de62b921b3c41f8c" providerId="LiveId" clId="{9826FEE7-1237-DC4B-9567-8006A75EE090}" dt="2025-06-04T19:58:07.332" v="131"/>
        <pc:sldMkLst>
          <pc:docMk/>
          <pc:sldMk cId="2215872997" sldId="378"/>
        </pc:sldMkLst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2215872997" sldId="378"/>
            <ac:inkMk id="4" creationId="{8DF77B66-F56D-947F-0168-37D0AF6F10B6}"/>
          </ac:inkMkLst>
        </pc:inkChg>
      </pc:sldChg>
      <pc:sldChg chg="addSp">
        <pc:chgData name="Aditya Hare Krishna" userId="de62b921b3c41f8c" providerId="LiveId" clId="{9826FEE7-1237-DC4B-9567-8006A75EE090}" dt="2025-06-04T19:58:07.332" v="131"/>
        <pc:sldMkLst>
          <pc:docMk/>
          <pc:sldMk cId="2893977648" sldId="379"/>
        </pc:sldMkLst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2893977648" sldId="379"/>
            <ac:inkMk id="3" creationId="{B7C78BCB-1A47-D38D-9301-E5076966DADC}"/>
          </ac:inkMkLst>
        </pc:inkChg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3209904635" sldId="380"/>
        </pc:sldMkLst>
        <pc:spChg chg="mod">
          <ac:chgData name="Aditya Hare Krishna" userId="de62b921b3c41f8c" providerId="LiveId" clId="{9826FEE7-1237-DC4B-9567-8006A75EE090}" dt="2025-06-01T09:42:10.471" v="36" actId="1076"/>
          <ac:spMkLst>
            <pc:docMk/>
            <pc:sldMk cId="3209904635" sldId="380"/>
            <ac:spMk id="6" creationId="{4EEBD901-4E46-9625-3F45-623F44CDC8D3}"/>
          </ac:spMkLst>
        </pc:spChg>
        <pc:spChg chg="mod">
          <ac:chgData name="Aditya Hare Krishna" userId="de62b921b3c41f8c" providerId="LiveId" clId="{9826FEE7-1237-DC4B-9567-8006A75EE090}" dt="2025-06-01T09:42:12.429" v="37" actId="1076"/>
          <ac:spMkLst>
            <pc:docMk/>
            <pc:sldMk cId="3209904635" sldId="380"/>
            <ac:spMk id="9" creationId="{F4CFADA9-946D-C037-0561-0E6915ED2C55}"/>
          </ac:spMkLst>
        </pc:spChg>
        <pc:picChg chg="mod">
          <ac:chgData name="Aditya Hare Krishna" userId="de62b921b3c41f8c" providerId="LiveId" clId="{9826FEE7-1237-DC4B-9567-8006A75EE090}" dt="2025-06-01T09:42:02.665" v="31" actId="1076"/>
          <ac:picMkLst>
            <pc:docMk/>
            <pc:sldMk cId="3209904635" sldId="380"/>
            <ac:picMk id="7" creationId="{DFF85A27-E332-AA52-780A-B5B690C270B7}"/>
          </ac:picMkLst>
        </pc:picChg>
        <pc:picChg chg="mod">
          <ac:chgData name="Aditya Hare Krishna" userId="de62b921b3c41f8c" providerId="LiveId" clId="{9826FEE7-1237-DC4B-9567-8006A75EE090}" dt="2025-06-01T09:41:54.735" v="25" actId="1076"/>
          <ac:picMkLst>
            <pc:docMk/>
            <pc:sldMk cId="3209904635" sldId="380"/>
            <ac:picMk id="10" creationId="{6C3A9125-9382-161A-3B04-CF769A602C44}"/>
          </ac:picMkLst>
        </pc:pic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3209904635" sldId="380"/>
            <ac:inkMk id="3" creationId="{3E265635-D8B2-6BC0-87E7-A28EDACB58BB}"/>
          </ac:inkMkLst>
        </pc:inkChg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3905918851" sldId="381"/>
        </pc:sldMkLst>
        <pc:spChg chg="mod">
          <ac:chgData name="Aditya Hare Krishna" userId="de62b921b3c41f8c" providerId="LiveId" clId="{9826FEE7-1237-DC4B-9567-8006A75EE090}" dt="2025-06-01T09:42:36.151" v="51" actId="1076"/>
          <ac:spMkLst>
            <pc:docMk/>
            <pc:sldMk cId="3905918851" sldId="381"/>
            <ac:spMk id="5" creationId="{A9F5504A-9BCE-F800-519A-8C190FB31A78}"/>
          </ac:spMkLst>
        </pc:spChg>
        <pc:spChg chg="mod">
          <ac:chgData name="Aditya Hare Krishna" userId="de62b921b3c41f8c" providerId="LiveId" clId="{9826FEE7-1237-DC4B-9567-8006A75EE090}" dt="2025-06-01T09:42:27.398" v="46" actId="14100"/>
          <ac:spMkLst>
            <pc:docMk/>
            <pc:sldMk cId="3905918851" sldId="381"/>
            <ac:spMk id="8" creationId="{1AFD2613-0D98-38FD-D76E-FB4FCC6FB350}"/>
          </ac:spMkLst>
        </pc:spChg>
        <pc:picChg chg="mod">
          <ac:chgData name="Aditya Hare Krishna" userId="de62b921b3c41f8c" providerId="LiveId" clId="{9826FEE7-1237-DC4B-9567-8006A75EE090}" dt="2025-06-01T09:42:29.810" v="47" actId="1076"/>
          <ac:picMkLst>
            <pc:docMk/>
            <pc:sldMk cId="3905918851" sldId="381"/>
            <ac:picMk id="6" creationId="{13273531-7A86-B6A4-46F3-629694B27395}"/>
          </ac:picMkLst>
        </pc:picChg>
        <pc:picChg chg="mod">
          <ac:chgData name="Aditya Hare Krishna" userId="de62b921b3c41f8c" providerId="LiveId" clId="{9826FEE7-1237-DC4B-9567-8006A75EE090}" dt="2025-06-01T09:42:16.505" v="38" actId="1076"/>
          <ac:picMkLst>
            <pc:docMk/>
            <pc:sldMk cId="3905918851" sldId="381"/>
            <ac:picMk id="9" creationId="{DBEA41A5-C410-DE9C-B042-76859FB355F7}"/>
          </ac:picMkLst>
        </pc:pic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3905918851" sldId="381"/>
            <ac:inkMk id="3" creationId="{4DD66E70-4E30-BF9E-D444-91913945FA4A}"/>
          </ac:inkMkLst>
        </pc:inkChg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145753118" sldId="382"/>
        </pc:sldMkLst>
        <pc:spChg chg="mod">
          <ac:chgData name="Aditya Hare Krishna" userId="de62b921b3c41f8c" providerId="LiveId" clId="{9826FEE7-1237-DC4B-9567-8006A75EE090}" dt="2025-06-01T09:42:46.478" v="56" actId="403"/>
          <ac:spMkLst>
            <pc:docMk/>
            <pc:sldMk cId="145753118" sldId="382"/>
            <ac:spMk id="5" creationId="{A1F51E7C-6789-4DCE-6C16-E7269136C124}"/>
          </ac:spMkLst>
        </pc:spChg>
        <pc:spChg chg="mod">
          <ac:chgData name="Aditya Hare Krishna" userId="de62b921b3c41f8c" providerId="LiveId" clId="{9826FEE7-1237-DC4B-9567-8006A75EE090}" dt="2025-06-01T09:42:57.821" v="61" actId="1076"/>
          <ac:spMkLst>
            <pc:docMk/>
            <pc:sldMk cId="145753118" sldId="382"/>
            <ac:spMk id="8" creationId="{C02FC795-3DA7-6F63-1B7C-73189DEC64DB}"/>
          </ac:spMkLst>
        </pc:spChg>
        <pc:picChg chg="mod">
          <ac:chgData name="Aditya Hare Krishna" userId="de62b921b3c41f8c" providerId="LiveId" clId="{9826FEE7-1237-DC4B-9567-8006A75EE090}" dt="2025-06-01T09:42:41.942" v="52" actId="1076"/>
          <ac:picMkLst>
            <pc:docMk/>
            <pc:sldMk cId="145753118" sldId="382"/>
            <ac:picMk id="6" creationId="{76881117-CD52-2B1A-D379-B4FC78CBD1D0}"/>
          </ac:picMkLst>
        </pc:picChg>
        <pc:picChg chg="mod">
          <ac:chgData name="Aditya Hare Krishna" userId="de62b921b3c41f8c" providerId="LiveId" clId="{9826FEE7-1237-DC4B-9567-8006A75EE090}" dt="2025-06-01T09:42:49.111" v="57" actId="1076"/>
          <ac:picMkLst>
            <pc:docMk/>
            <pc:sldMk cId="145753118" sldId="382"/>
            <ac:picMk id="9" creationId="{5FD60867-9612-3274-5C5C-B57F02262ADD}"/>
          </ac:picMkLst>
        </pc:pic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145753118" sldId="382"/>
            <ac:inkMk id="3" creationId="{39E7761B-26C2-B0C8-AEAC-0DB935231083}"/>
          </ac:inkMkLst>
        </pc:inkChg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284494889" sldId="383"/>
        </pc:sldMkLst>
        <pc:spChg chg="mod">
          <ac:chgData name="Aditya Hare Krishna" userId="de62b921b3c41f8c" providerId="LiveId" clId="{9826FEE7-1237-DC4B-9567-8006A75EE090}" dt="2025-06-01T09:43:17.293" v="68" actId="403"/>
          <ac:spMkLst>
            <pc:docMk/>
            <pc:sldMk cId="284494889" sldId="383"/>
            <ac:spMk id="8" creationId="{35655D30-F485-96CE-8021-C11D3C6716AF}"/>
          </ac:spMkLst>
        </pc:spChg>
        <pc:spChg chg="mod">
          <ac:chgData name="Aditya Hare Krishna" userId="de62b921b3c41f8c" providerId="LiveId" clId="{9826FEE7-1237-DC4B-9567-8006A75EE090}" dt="2025-06-01T09:43:12.662" v="65" actId="403"/>
          <ac:spMkLst>
            <pc:docMk/>
            <pc:sldMk cId="284494889" sldId="383"/>
            <ac:spMk id="11" creationId="{9AB7F68D-25D2-64CC-3610-6BC8E9468D53}"/>
          </ac:spMkLst>
        </pc:sp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284494889" sldId="383"/>
            <ac:inkMk id="4" creationId="{5BA41F7E-D954-E51A-2E27-561B7111DA6A}"/>
          </ac:inkMkLst>
        </pc:inkChg>
      </pc:sldChg>
      <pc:sldChg chg="del">
        <pc:chgData name="Aditya Hare Krishna" userId="de62b921b3c41f8c" providerId="LiveId" clId="{9826FEE7-1237-DC4B-9567-8006A75EE090}" dt="2025-06-01T09:44:10.564" v="69" actId="2696"/>
        <pc:sldMkLst>
          <pc:docMk/>
          <pc:sldMk cId="2613472973" sldId="384"/>
        </pc:sldMkLst>
      </pc:sldChg>
      <pc:sldChg chg="del">
        <pc:chgData name="Aditya Hare Krishna" userId="de62b921b3c41f8c" providerId="LiveId" clId="{9826FEE7-1237-DC4B-9567-8006A75EE090}" dt="2025-06-01T09:44:10.919" v="70" actId="2696"/>
        <pc:sldMkLst>
          <pc:docMk/>
          <pc:sldMk cId="2992922394" sldId="385"/>
        </pc:sldMkLst>
      </pc:sldChg>
      <pc:sldChg chg="del">
        <pc:chgData name="Aditya Hare Krishna" userId="de62b921b3c41f8c" providerId="LiveId" clId="{9826FEE7-1237-DC4B-9567-8006A75EE090}" dt="2025-06-01T09:44:11.335" v="71" actId="2696"/>
        <pc:sldMkLst>
          <pc:docMk/>
          <pc:sldMk cId="51605605" sldId="386"/>
        </pc:sldMkLst>
      </pc:sldChg>
      <pc:sldChg chg="del">
        <pc:chgData name="Aditya Hare Krishna" userId="de62b921b3c41f8c" providerId="LiveId" clId="{9826FEE7-1237-DC4B-9567-8006A75EE090}" dt="2025-06-01T09:44:12.304" v="72" actId="2696"/>
        <pc:sldMkLst>
          <pc:docMk/>
          <pc:sldMk cId="3402557363" sldId="387"/>
        </pc:sldMkLst>
      </pc:sldChg>
      <pc:sldChg chg="del">
        <pc:chgData name="Aditya Hare Krishna" userId="de62b921b3c41f8c" providerId="LiveId" clId="{9826FEE7-1237-DC4B-9567-8006A75EE090}" dt="2025-06-01T09:44:13.728" v="73" actId="2696"/>
        <pc:sldMkLst>
          <pc:docMk/>
          <pc:sldMk cId="1208571489" sldId="388"/>
        </pc:sldMkLst>
      </pc:sldChg>
      <pc:sldChg chg="del">
        <pc:chgData name="Aditya Hare Krishna" userId="de62b921b3c41f8c" providerId="LiveId" clId="{9826FEE7-1237-DC4B-9567-8006A75EE090}" dt="2025-06-01T09:44:14.982" v="74" actId="2696"/>
        <pc:sldMkLst>
          <pc:docMk/>
          <pc:sldMk cId="678092626" sldId="389"/>
        </pc:sldMkLst>
      </pc:sldChg>
      <pc:sldChg chg="del">
        <pc:chgData name="Aditya Hare Krishna" userId="de62b921b3c41f8c" providerId="LiveId" clId="{9826FEE7-1237-DC4B-9567-8006A75EE090}" dt="2025-06-01T09:44:15.422" v="75" actId="2696"/>
        <pc:sldMkLst>
          <pc:docMk/>
          <pc:sldMk cId="2174026277" sldId="390"/>
        </pc:sldMkLst>
      </pc:sldChg>
      <pc:sldChg chg="del">
        <pc:chgData name="Aditya Hare Krishna" userId="de62b921b3c41f8c" providerId="LiveId" clId="{9826FEE7-1237-DC4B-9567-8006A75EE090}" dt="2025-06-01T09:39:54.954" v="0" actId="2696"/>
        <pc:sldMkLst>
          <pc:docMk/>
          <pc:sldMk cId="3913522295" sldId="391"/>
        </pc:sldMkLst>
      </pc:sldChg>
      <pc:sldChg chg="modSp del mod">
        <pc:chgData name="Aditya Hare Krishna" userId="de62b921b3c41f8c" providerId="LiveId" clId="{9826FEE7-1237-DC4B-9567-8006A75EE090}" dt="2025-06-01T09:44:16.313" v="76" actId="2696"/>
        <pc:sldMkLst>
          <pc:docMk/>
          <pc:sldMk cId="997865555" sldId="392"/>
        </pc:sldMkLst>
      </pc:sldChg>
      <pc:sldChg chg="modSp del mod">
        <pc:chgData name="Aditya Hare Krishna" userId="de62b921b3c41f8c" providerId="LiveId" clId="{9826FEE7-1237-DC4B-9567-8006A75EE090}" dt="2025-06-01T09:44:16.759" v="77" actId="2696"/>
        <pc:sldMkLst>
          <pc:docMk/>
          <pc:sldMk cId="2765797870" sldId="393"/>
        </pc:sldMkLst>
      </pc:sldChg>
      <pc:sldChg chg="del">
        <pc:chgData name="Aditya Hare Krishna" userId="de62b921b3c41f8c" providerId="LiveId" clId="{9826FEE7-1237-DC4B-9567-8006A75EE090}" dt="2025-06-01T09:44:17.138" v="78" actId="2696"/>
        <pc:sldMkLst>
          <pc:docMk/>
          <pc:sldMk cId="3630520415" sldId="394"/>
        </pc:sldMkLst>
      </pc:sldChg>
      <pc:sldChg chg="modSp del mod">
        <pc:chgData name="Aditya Hare Krishna" userId="de62b921b3c41f8c" providerId="LiveId" clId="{9826FEE7-1237-DC4B-9567-8006A75EE090}" dt="2025-06-01T09:44:17.564" v="79" actId="2696"/>
        <pc:sldMkLst>
          <pc:docMk/>
          <pc:sldMk cId="3644085703" sldId="395"/>
        </pc:sldMkLst>
      </pc:sldChg>
      <pc:sldChg chg="del">
        <pc:chgData name="Aditya Hare Krishna" userId="de62b921b3c41f8c" providerId="LiveId" clId="{9826FEE7-1237-DC4B-9567-8006A75EE090}" dt="2025-06-01T09:44:18.430" v="81" actId="2696"/>
        <pc:sldMkLst>
          <pc:docMk/>
          <pc:sldMk cId="3786203373" sldId="396"/>
        </pc:sldMkLst>
      </pc:sldChg>
      <pc:sldChg chg="del">
        <pc:chgData name="Aditya Hare Krishna" userId="de62b921b3c41f8c" providerId="LiveId" clId="{9826FEE7-1237-DC4B-9567-8006A75EE090}" dt="2025-06-01T09:44:19.001" v="82" actId="2696"/>
        <pc:sldMkLst>
          <pc:docMk/>
          <pc:sldMk cId="4096204979" sldId="397"/>
        </pc:sldMkLst>
      </pc:sldChg>
      <pc:sldChg chg="del">
        <pc:chgData name="Aditya Hare Krishna" userId="de62b921b3c41f8c" providerId="LiveId" clId="{9826FEE7-1237-DC4B-9567-8006A75EE090}" dt="2025-06-01T09:44:19.502" v="83" actId="2696"/>
        <pc:sldMkLst>
          <pc:docMk/>
          <pc:sldMk cId="308628110" sldId="398"/>
        </pc:sldMkLst>
      </pc:sldChg>
      <pc:sldChg chg="del">
        <pc:chgData name="Aditya Hare Krishna" userId="de62b921b3c41f8c" providerId="LiveId" clId="{9826FEE7-1237-DC4B-9567-8006A75EE090}" dt="2025-06-01T09:44:19.996" v="84" actId="2696"/>
        <pc:sldMkLst>
          <pc:docMk/>
          <pc:sldMk cId="14932342" sldId="399"/>
        </pc:sldMkLst>
      </pc:sldChg>
      <pc:sldChg chg="del">
        <pc:chgData name="Aditya Hare Krishna" userId="de62b921b3c41f8c" providerId="LiveId" clId="{9826FEE7-1237-DC4B-9567-8006A75EE090}" dt="2025-06-01T09:44:20.474" v="85" actId="2696"/>
        <pc:sldMkLst>
          <pc:docMk/>
          <pc:sldMk cId="3488525552" sldId="400"/>
        </pc:sldMkLst>
      </pc:sldChg>
      <pc:sldChg chg="del">
        <pc:chgData name="Aditya Hare Krishna" userId="de62b921b3c41f8c" providerId="LiveId" clId="{9826FEE7-1237-DC4B-9567-8006A75EE090}" dt="2025-06-01T09:44:20.845" v="86" actId="2696"/>
        <pc:sldMkLst>
          <pc:docMk/>
          <pc:sldMk cId="3588566722" sldId="401"/>
        </pc:sldMkLst>
      </pc:sldChg>
      <pc:sldChg chg="del">
        <pc:chgData name="Aditya Hare Krishna" userId="de62b921b3c41f8c" providerId="LiveId" clId="{9826FEE7-1237-DC4B-9567-8006A75EE090}" dt="2025-06-01T09:44:21.265" v="87" actId="2696"/>
        <pc:sldMkLst>
          <pc:docMk/>
          <pc:sldMk cId="3937249085" sldId="402"/>
        </pc:sldMkLst>
      </pc:sldChg>
      <pc:sldChg chg="del">
        <pc:chgData name="Aditya Hare Krishna" userId="de62b921b3c41f8c" providerId="LiveId" clId="{9826FEE7-1237-DC4B-9567-8006A75EE090}" dt="2025-06-01T09:44:21.702" v="88" actId="2696"/>
        <pc:sldMkLst>
          <pc:docMk/>
          <pc:sldMk cId="2201031619" sldId="403"/>
        </pc:sldMkLst>
      </pc:sldChg>
      <pc:sldChg chg="del">
        <pc:chgData name="Aditya Hare Krishna" userId="de62b921b3c41f8c" providerId="LiveId" clId="{9826FEE7-1237-DC4B-9567-8006A75EE090}" dt="2025-06-01T09:44:22.240" v="89" actId="2696"/>
        <pc:sldMkLst>
          <pc:docMk/>
          <pc:sldMk cId="1653301337" sldId="4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C21A405D-2B87-16FA-8928-EA0708856279}"/>
              </a:ext>
            </a:extLst>
          </p:cNvPr>
          <p:cNvSpPr txBox="1">
            <a:spLocks/>
          </p:cNvSpPr>
          <p:nvPr/>
        </p:nvSpPr>
        <p:spPr>
          <a:xfrm>
            <a:off x="1305920" y="1329179"/>
            <a:ext cx="653216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8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188CA-4D7D-E262-B106-EDBD543BEBB5}"/>
              </a:ext>
            </a:extLst>
          </p:cNvPr>
          <p:cNvSpPr txBox="1">
            <a:spLocks/>
          </p:cNvSpPr>
          <p:nvPr/>
        </p:nvSpPr>
        <p:spPr>
          <a:xfrm>
            <a:off x="311700" y="2681951"/>
            <a:ext cx="8520600" cy="92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Introduction to Strings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A769-E7C9-72E5-CB22-582449FC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String?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C4D12-0293-3AF7-AEB8-7790E32EE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b="1" dirty="0"/>
              <a:t>string</a:t>
            </a:r>
            <a:r>
              <a:rPr lang="en-IN" dirty="0"/>
              <a:t> is a sequence of characters enclosed in double quotes ("").</a:t>
            </a:r>
          </a:p>
          <a:p>
            <a:r>
              <a:rPr lang="en-IN" dirty="0"/>
              <a:t>Java </a:t>
            </a:r>
            <a:r>
              <a:rPr lang="en-IN" b="1" dirty="0"/>
              <a:t>treats strings as objects</a:t>
            </a:r>
            <a:r>
              <a:rPr lang="en-IN" dirty="0"/>
              <a:t> of the String class.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93185-43A3-A3A1-571A-AC11BC05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2366963"/>
            <a:ext cx="4614452" cy="1819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541E9A-F0C0-935E-5911-559AA798967A}"/>
              </a:ext>
            </a:extLst>
          </p:cNvPr>
          <p:cNvSpPr txBox="1"/>
          <p:nvPr/>
        </p:nvSpPr>
        <p:spPr>
          <a:xfrm>
            <a:off x="5486401" y="2828925"/>
            <a:ext cx="1390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Hello, Java!</a:t>
            </a:r>
          </a:p>
        </p:txBody>
      </p:sp>
    </p:spTree>
    <p:extLst>
      <p:ext uri="{BB962C8B-B14F-4D97-AF65-F5344CB8AC3E}">
        <p14:creationId xmlns:p14="http://schemas.microsoft.com/office/powerpoint/2010/main" val="4207356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BB1E-33A5-D621-91B1-F7E7C6E8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Strings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F0E2A-586D-FADF-962C-A31A62300DCC}"/>
              </a:ext>
            </a:extLst>
          </p:cNvPr>
          <p:cNvSpPr txBox="1"/>
          <p:nvPr/>
        </p:nvSpPr>
        <p:spPr>
          <a:xfrm>
            <a:off x="271462" y="1129517"/>
            <a:ext cx="35004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Using String Literals (Stored in String Pool):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CCE146-AB2E-8F5E-F6E0-895FF404A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638" y="956102"/>
            <a:ext cx="5257800" cy="1209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0FBE87-EFA3-C2F5-94AB-86FFDCD3F075}"/>
              </a:ext>
            </a:extLst>
          </p:cNvPr>
          <p:cNvSpPr txBox="1"/>
          <p:nvPr/>
        </p:nvSpPr>
        <p:spPr>
          <a:xfrm>
            <a:off x="228600" y="2286716"/>
            <a:ext cx="37290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Using new Keyword (Stored in Heap Memory):</a:t>
            </a:r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A279AD-42E0-9539-EBAC-1F8905D3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8" y="2484206"/>
            <a:ext cx="5829300" cy="10744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571AE3-6393-61BA-02B7-FA4A454F712E}"/>
              </a:ext>
            </a:extLst>
          </p:cNvPr>
          <p:cNvSpPr txBox="1"/>
          <p:nvPr/>
        </p:nvSpPr>
        <p:spPr>
          <a:xfrm>
            <a:off x="271461" y="3756183"/>
            <a:ext cx="79317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Difference Between String Pool and Heap:</a:t>
            </a:r>
          </a:p>
          <a:p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String literals</a:t>
            </a:r>
            <a:r>
              <a:rPr lang="en-IN" dirty="0"/>
              <a:t> are stored in a special memory area called the </a:t>
            </a:r>
            <a:r>
              <a:rPr lang="en-IN" b="1" dirty="0"/>
              <a:t>String pool</a:t>
            </a:r>
            <a:r>
              <a:rPr lang="en-IN" dirty="0"/>
              <a:t> to avoid duplication.</a:t>
            </a:r>
          </a:p>
          <a:p>
            <a:r>
              <a:rPr lang="en-IN" dirty="0"/>
              <a:t>✅ Strings created using new are stored in </a:t>
            </a:r>
            <a:r>
              <a:rPr lang="en-IN" b="1" dirty="0"/>
              <a:t>heap memory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856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8DA3-F3AC-19F0-5D99-69DDF97D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Concatenating Strings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094E0-D9C1-B460-2727-85EF4BC337AE}"/>
              </a:ext>
            </a:extLst>
          </p:cNvPr>
          <p:cNvSpPr txBox="1"/>
          <p:nvPr/>
        </p:nvSpPr>
        <p:spPr>
          <a:xfrm>
            <a:off x="1077058" y="1673928"/>
            <a:ext cx="2128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+ Operator: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8A6DF-FB96-B869-0B72-DBB16E7F8C6F}"/>
              </a:ext>
            </a:extLst>
          </p:cNvPr>
          <p:cNvSpPr txBox="1"/>
          <p:nvPr/>
        </p:nvSpPr>
        <p:spPr>
          <a:xfrm>
            <a:off x="452804" y="4031748"/>
            <a:ext cx="23046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concat() Method: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EF6ED8-CDDF-19C5-F9C4-8257B65B8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809" y="3819929"/>
            <a:ext cx="6313915" cy="13683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68F16C-4A48-0615-6D60-CA932181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8" y="1436029"/>
            <a:ext cx="5866423" cy="238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72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B58D-86D5-B1C5-B102-6804BB38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String Immutability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B798-4BF6-71D9-1B90-408FF6A88EC7}"/>
              </a:ext>
            </a:extLst>
          </p:cNvPr>
          <p:cNvSpPr txBox="1"/>
          <p:nvPr/>
        </p:nvSpPr>
        <p:spPr>
          <a:xfrm>
            <a:off x="628650" y="1268016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Strings in Java are immutable, meaning they cannot be changed after creation.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720D0-F11B-0E98-4B06-AACB4CEE2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559" y="1521932"/>
            <a:ext cx="5593929" cy="1938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717C97-785F-5EE5-35AB-C48A05F3779C}"/>
              </a:ext>
            </a:extLst>
          </p:cNvPr>
          <p:cNvSpPr txBox="1"/>
          <p:nvPr/>
        </p:nvSpPr>
        <p:spPr>
          <a:xfrm>
            <a:off x="624768" y="3459986"/>
            <a:ext cx="4166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To modify a string, assign the result to a new variable:</a:t>
            </a:r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2DB5F-47F4-6072-B803-FC039007B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031" y="3586197"/>
            <a:ext cx="5507282" cy="155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DF7B-6615-0C67-8CE6-9019C02F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Extracting Characters from a String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BD901-4E46-9625-3F45-623F44CDC8D3}"/>
              </a:ext>
            </a:extLst>
          </p:cNvPr>
          <p:cNvSpPr txBox="1"/>
          <p:nvPr/>
        </p:nvSpPr>
        <p:spPr>
          <a:xfrm>
            <a:off x="692658" y="1477246"/>
            <a:ext cx="3019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Using charAt(index):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85A27-E332-AA52-780A-B5B690C2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29599"/>
            <a:ext cx="5086350" cy="1438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CFADA9-946D-C037-0561-0E6915ED2C55}"/>
              </a:ext>
            </a:extLst>
          </p:cNvPr>
          <p:cNvSpPr txBox="1"/>
          <p:nvPr/>
        </p:nvSpPr>
        <p:spPr>
          <a:xfrm>
            <a:off x="628650" y="3453790"/>
            <a:ext cx="3601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Finding String Length (length()):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3A9125-9382-161A-3B04-CF769A60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1" y="3761567"/>
            <a:ext cx="50863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04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1ECB-A8AD-CE2D-B90A-47D3FB1F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Comparing Strings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5504A-9BCE-F800-519A-8C190FB31A78}"/>
              </a:ext>
            </a:extLst>
          </p:cNvPr>
          <p:cNvSpPr txBox="1"/>
          <p:nvPr/>
        </p:nvSpPr>
        <p:spPr>
          <a:xfrm>
            <a:off x="514350" y="148604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== (Compares references, not values):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73531-7A86-B6A4-46F3-629694B27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793820"/>
            <a:ext cx="5829300" cy="1654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FD2613-0D98-38FD-D76E-FB4FCC6FB350}"/>
              </a:ext>
            </a:extLst>
          </p:cNvPr>
          <p:cNvSpPr txBox="1"/>
          <p:nvPr/>
        </p:nvSpPr>
        <p:spPr>
          <a:xfrm>
            <a:off x="514350" y="3575706"/>
            <a:ext cx="4057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.equals() (Compares actual values):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EA41A5-C410-DE9C-B042-76859FB35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" y="3829622"/>
            <a:ext cx="45529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18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BB5B-3269-15DE-641B-086EEA945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Strings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51E7C-6789-4DCE-6C16-E7269136C124}"/>
              </a:ext>
            </a:extLst>
          </p:cNvPr>
          <p:cNvSpPr txBox="1"/>
          <p:nvPr/>
        </p:nvSpPr>
        <p:spPr>
          <a:xfrm>
            <a:off x="95250" y="148228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Modifying Strings Without Reassigning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81117-CD52-2B1A-D379-B4FC78CB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671"/>
            <a:ext cx="4552950" cy="167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2FC795-3DA7-6F63-1B7C-73189DEC64DB}"/>
              </a:ext>
            </a:extLst>
          </p:cNvPr>
          <p:cNvSpPr txBox="1"/>
          <p:nvPr/>
        </p:nvSpPr>
        <p:spPr>
          <a:xfrm>
            <a:off x="3297142" y="3377903"/>
            <a:ext cx="1804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D60867-9612-3274-5C5C-B57F02262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142" y="3591136"/>
            <a:ext cx="5572062" cy="155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3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829B-5DF1-6862-D953-F9808038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5203-06E5-478B-3E47-9A30DAE4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Strings (Contd.)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55D30-F485-96CE-8021-C11D3C6716AF}"/>
              </a:ext>
            </a:extLst>
          </p:cNvPr>
          <p:cNvSpPr txBox="1"/>
          <p:nvPr/>
        </p:nvSpPr>
        <p:spPr>
          <a:xfrm>
            <a:off x="2940844" y="3336860"/>
            <a:ext cx="1804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7F68D-25D2-64CC-3610-6BC8E9468D53}"/>
              </a:ext>
            </a:extLst>
          </p:cNvPr>
          <p:cNvSpPr txBox="1"/>
          <p:nvPr/>
        </p:nvSpPr>
        <p:spPr>
          <a:xfrm>
            <a:off x="195262" y="1268016"/>
            <a:ext cx="4376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Using == Instead of .equals() for Comparison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C4967D-0B6A-580B-B43E-FDEF3A8C3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3" y="1443037"/>
            <a:ext cx="6777545" cy="1718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FDF690-73FD-21D3-1E2E-E62EFFDB8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3509811"/>
            <a:ext cx="5829300" cy="163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4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209</Words>
  <Application>Microsoft Macintosh PowerPoint</Application>
  <PresentationFormat>On-screen Show (16:9)</PresentationFormat>
  <Paragraphs>34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What is a String?</vt:lpstr>
      <vt:lpstr>Creating Strings in Java</vt:lpstr>
      <vt:lpstr>Concatenating Strings</vt:lpstr>
      <vt:lpstr>String Immutability in Java</vt:lpstr>
      <vt:lpstr>Extracting Characters from a String</vt:lpstr>
      <vt:lpstr>Comparing Strings</vt:lpstr>
      <vt:lpstr>Common Mistakes with Strings</vt:lpstr>
      <vt:lpstr>Common Mistakes with Strings 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24</cp:revision>
  <dcterms:modified xsi:type="dcterms:W3CDTF">2026-02-03T09:49:24Z</dcterms:modified>
</cp:coreProperties>
</file>