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384" r:id="rId3"/>
    <p:sldId id="385" r:id="rId4"/>
    <p:sldId id="386" r:id="rId5"/>
    <p:sldId id="387" r:id="rId6"/>
    <p:sldId id="388" r:id="rId7"/>
    <p:sldId id="40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84"/>
            <p14:sldId id="385"/>
            <p14:sldId id="386"/>
            <p14:sldId id="387"/>
            <p14:sldId id="388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349B3-A543-3C4B-8CD8-9D0D03D996E1}" v="1" dt="2025-06-04T20:11:21.83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6" d="100"/>
          <a:sy n="136" d="100"/>
        </p:scale>
        <p:origin x="200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2DF349B3-A543-3C4B-8CD8-9D0D03D996E1}"/>
    <pc:docChg chg="custSel delSld modSld modSection">
      <pc:chgData name="Aditya Hare Krishna" userId="de62b921b3c41f8c" providerId="LiveId" clId="{2DF349B3-A543-3C4B-8CD8-9D0D03D996E1}" dt="2025-06-04T20:11:21.827" v="96"/>
      <pc:docMkLst>
        <pc:docMk/>
      </pc:docMkLst>
      <pc:sldChg chg="modSp mod">
        <pc:chgData name="Aditya Hare Krishna" userId="de62b921b3c41f8c" providerId="LiveId" clId="{2DF349B3-A543-3C4B-8CD8-9D0D03D996E1}" dt="2025-06-04T20:00:24.939" v="95" actId="20577"/>
        <pc:sldMkLst>
          <pc:docMk/>
          <pc:sldMk cId="0" sldId="256"/>
        </pc:sldMkLst>
        <pc:spChg chg="mod">
          <ac:chgData name="Aditya Hare Krishna" userId="de62b921b3c41f8c" providerId="LiveId" clId="{2DF349B3-A543-3C4B-8CD8-9D0D03D996E1}" dt="2025-06-01T09:50:31.969" v="1" actId="20577"/>
          <ac:spMkLst>
            <pc:docMk/>
            <pc:sldMk cId="0" sldId="256"/>
            <ac:spMk id="2" creationId="{C21A405D-2B87-16FA-8928-EA0708856279}"/>
          </ac:spMkLst>
        </pc:spChg>
        <pc:spChg chg="mod">
          <ac:chgData name="Aditya Hare Krishna" userId="de62b921b3c41f8c" providerId="LiveId" clId="{2DF349B3-A543-3C4B-8CD8-9D0D03D996E1}" dt="2025-06-04T20:00:24.939" v="95" actId="20577"/>
          <ac:spMkLst>
            <pc:docMk/>
            <pc:sldMk cId="0" sldId="256"/>
            <ac:spMk id="3" creationId="{5DC188CA-4D7D-E262-B106-EDBD543BEBB5}"/>
          </ac:spMkLst>
        </pc:spChg>
      </pc:sldChg>
      <pc:sldChg chg="del">
        <pc:chgData name="Aditya Hare Krishna" userId="de62b921b3c41f8c" providerId="LiveId" clId="{2DF349B3-A543-3C4B-8CD8-9D0D03D996E1}" dt="2025-06-01T09:52:35.038" v="62" actId="2696"/>
        <pc:sldMkLst>
          <pc:docMk/>
          <pc:sldMk cId="1166388192" sldId="267"/>
        </pc:sldMkLst>
      </pc:sldChg>
      <pc:sldChg chg="del">
        <pc:chgData name="Aditya Hare Krishna" userId="de62b921b3c41f8c" providerId="LiveId" clId="{2DF349B3-A543-3C4B-8CD8-9D0D03D996E1}" dt="2025-06-01T09:52:16.360" v="49" actId="2696"/>
        <pc:sldMkLst>
          <pc:docMk/>
          <pc:sldMk cId="4207356068" sldId="376"/>
        </pc:sldMkLst>
      </pc:sldChg>
      <pc:sldChg chg="del">
        <pc:chgData name="Aditya Hare Krishna" userId="de62b921b3c41f8c" providerId="LiveId" clId="{2DF349B3-A543-3C4B-8CD8-9D0D03D996E1}" dt="2025-06-01T09:52:16.888" v="50" actId="2696"/>
        <pc:sldMkLst>
          <pc:docMk/>
          <pc:sldMk cId="2571856783" sldId="377"/>
        </pc:sldMkLst>
      </pc:sldChg>
      <pc:sldChg chg="del">
        <pc:chgData name="Aditya Hare Krishna" userId="de62b921b3c41f8c" providerId="LiveId" clId="{2DF349B3-A543-3C4B-8CD8-9D0D03D996E1}" dt="2025-06-01T09:52:17.315" v="51" actId="2696"/>
        <pc:sldMkLst>
          <pc:docMk/>
          <pc:sldMk cId="2215872997" sldId="378"/>
        </pc:sldMkLst>
      </pc:sldChg>
      <pc:sldChg chg="del">
        <pc:chgData name="Aditya Hare Krishna" userId="de62b921b3c41f8c" providerId="LiveId" clId="{2DF349B3-A543-3C4B-8CD8-9D0D03D996E1}" dt="2025-06-01T09:52:17.818" v="52" actId="2696"/>
        <pc:sldMkLst>
          <pc:docMk/>
          <pc:sldMk cId="2893977648" sldId="379"/>
        </pc:sldMkLst>
      </pc:sldChg>
      <pc:sldChg chg="del">
        <pc:chgData name="Aditya Hare Krishna" userId="de62b921b3c41f8c" providerId="LiveId" clId="{2DF349B3-A543-3C4B-8CD8-9D0D03D996E1}" dt="2025-06-01T09:52:18.333" v="53" actId="2696"/>
        <pc:sldMkLst>
          <pc:docMk/>
          <pc:sldMk cId="3209904635" sldId="380"/>
        </pc:sldMkLst>
      </pc:sldChg>
      <pc:sldChg chg="del">
        <pc:chgData name="Aditya Hare Krishna" userId="de62b921b3c41f8c" providerId="LiveId" clId="{2DF349B3-A543-3C4B-8CD8-9D0D03D996E1}" dt="2025-06-01T09:52:18.771" v="54" actId="2696"/>
        <pc:sldMkLst>
          <pc:docMk/>
          <pc:sldMk cId="3905918851" sldId="381"/>
        </pc:sldMkLst>
      </pc:sldChg>
      <pc:sldChg chg="del">
        <pc:chgData name="Aditya Hare Krishna" userId="de62b921b3c41f8c" providerId="LiveId" clId="{2DF349B3-A543-3C4B-8CD8-9D0D03D996E1}" dt="2025-06-01T09:52:19.212" v="55" actId="2696"/>
        <pc:sldMkLst>
          <pc:docMk/>
          <pc:sldMk cId="145753118" sldId="382"/>
        </pc:sldMkLst>
      </pc:sldChg>
      <pc:sldChg chg="del">
        <pc:chgData name="Aditya Hare Krishna" userId="de62b921b3c41f8c" providerId="LiveId" clId="{2DF349B3-A543-3C4B-8CD8-9D0D03D996E1}" dt="2025-06-01T09:52:19.770" v="56" actId="2696"/>
        <pc:sldMkLst>
          <pc:docMk/>
          <pc:sldMk cId="284494889" sldId="383"/>
        </pc:sldMkLst>
      </pc:sldChg>
      <pc:sldChg chg="addSp">
        <pc:chgData name="Aditya Hare Krishna" userId="de62b921b3c41f8c" providerId="LiveId" clId="{2DF349B3-A543-3C4B-8CD8-9D0D03D996E1}" dt="2025-06-04T20:11:21.827" v="96"/>
        <pc:sldMkLst>
          <pc:docMk/>
          <pc:sldMk cId="2613472973" sldId="384"/>
        </pc:sldMkLst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2613472973" sldId="384"/>
            <ac:inkMk id="4" creationId="{057CE585-4406-C093-B0E2-5B2C8DB7872C}"/>
          </ac:inkMkLst>
        </pc:inkChg>
      </pc:sldChg>
      <pc:sldChg chg="addSp">
        <pc:chgData name="Aditya Hare Krishna" userId="de62b921b3c41f8c" providerId="LiveId" clId="{2DF349B3-A543-3C4B-8CD8-9D0D03D996E1}" dt="2025-06-04T20:11:21.827" v="96"/>
        <pc:sldMkLst>
          <pc:docMk/>
          <pc:sldMk cId="2992922394" sldId="385"/>
        </pc:sldMkLst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2992922394" sldId="385"/>
            <ac:inkMk id="4" creationId="{37C097B5-9429-C33D-8AA4-DE42A5F0619C}"/>
          </ac:inkMkLst>
        </pc:inkChg>
      </pc:sldChg>
      <pc:sldChg chg="addSp modSp mod">
        <pc:chgData name="Aditya Hare Krishna" userId="de62b921b3c41f8c" providerId="LiveId" clId="{2DF349B3-A543-3C4B-8CD8-9D0D03D996E1}" dt="2025-06-04T20:11:21.827" v="96"/>
        <pc:sldMkLst>
          <pc:docMk/>
          <pc:sldMk cId="51605605" sldId="386"/>
        </pc:sldMkLst>
        <pc:picChg chg="mod">
          <ac:chgData name="Aditya Hare Krishna" userId="de62b921b3c41f8c" providerId="LiveId" clId="{2DF349B3-A543-3C4B-8CD8-9D0D03D996E1}" dt="2025-06-04T19:58:33.582" v="72" actId="14100"/>
          <ac:picMkLst>
            <pc:docMk/>
            <pc:sldMk cId="51605605" sldId="386"/>
            <ac:picMk id="6" creationId="{255F13B6-5EFE-E0D4-D478-754500DA119E}"/>
          </ac:picMkLst>
        </pc:picChg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51605605" sldId="386"/>
            <ac:inkMk id="4" creationId="{D9382E80-1378-4508-C484-CCF4779FC16D}"/>
          </ac:inkMkLst>
        </pc:inkChg>
      </pc:sldChg>
      <pc:sldChg chg="addSp">
        <pc:chgData name="Aditya Hare Krishna" userId="de62b921b3c41f8c" providerId="LiveId" clId="{2DF349B3-A543-3C4B-8CD8-9D0D03D996E1}" dt="2025-06-04T20:11:21.827" v="96"/>
        <pc:sldMkLst>
          <pc:docMk/>
          <pc:sldMk cId="3402557363" sldId="387"/>
        </pc:sldMkLst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3402557363" sldId="387"/>
            <ac:inkMk id="3" creationId="{7C924230-57B9-47B0-FC04-4114ACAC7CF4}"/>
          </ac:inkMkLst>
        </pc:inkChg>
      </pc:sldChg>
      <pc:sldChg chg="addSp">
        <pc:chgData name="Aditya Hare Krishna" userId="de62b921b3c41f8c" providerId="LiveId" clId="{2DF349B3-A543-3C4B-8CD8-9D0D03D996E1}" dt="2025-06-04T20:11:21.827" v="96"/>
        <pc:sldMkLst>
          <pc:docMk/>
          <pc:sldMk cId="1208571489" sldId="388"/>
        </pc:sldMkLst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1208571489" sldId="388"/>
            <ac:inkMk id="3" creationId="{40A7F8E0-1419-E091-08B2-6F4A2A36A2D5}"/>
          </ac:inkMkLst>
        </pc:inkChg>
      </pc:sldChg>
      <pc:sldChg chg="delSp modSp del mod">
        <pc:chgData name="Aditya Hare Krishna" userId="de62b921b3c41f8c" providerId="LiveId" clId="{2DF349B3-A543-3C4B-8CD8-9D0D03D996E1}" dt="2025-06-04T19:59:50.226" v="87" actId="2696"/>
        <pc:sldMkLst>
          <pc:docMk/>
          <pc:sldMk cId="678092626" sldId="389"/>
        </pc:sldMkLst>
        <pc:spChg chg="mod">
          <ac:chgData name="Aditya Hare Krishna" userId="de62b921b3c41f8c" providerId="LiveId" clId="{2DF349B3-A543-3C4B-8CD8-9D0D03D996E1}" dt="2025-06-04T19:59:35.901" v="85" actId="14100"/>
          <ac:spMkLst>
            <pc:docMk/>
            <pc:sldMk cId="678092626" sldId="389"/>
            <ac:spMk id="2" creationId="{CD52A607-6754-2149-4A6C-142310A4AA2E}"/>
          </ac:spMkLst>
        </pc:spChg>
        <pc:spChg chg="del">
          <ac:chgData name="Aditya Hare Krishna" userId="de62b921b3c41f8c" providerId="LiveId" clId="{2DF349B3-A543-3C4B-8CD8-9D0D03D996E1}" dt="2025-06-04T19:59:05.952" v="74" actId="478"/>
          <ac:spMkLst>
            <pc:docMk/>
            <pc:sldMk cId="678092626" sldId="389"/>
            <ac:spMk id="5" creationId="{EBB439F4-A406-25CF-7F2C-9CF7B3D40B3D}"/>
          </ac:spMkLst>
        </pc:spChg>
        <pc:spChg chg="del">
          <ac:chgData name="Aditya Hare Krishna" userId="de62b921b3c41f8c" providerId="LiveId" clId="{2DF349B3-A543-3C4B-8CD8-9D0D03D996E1}" dt="2025-06-04T19:59:08.114" v="75" actId="478"/>
          <ac:spMkLst>
            <pc:docMk/>
            <pc:sldMk cId="678092626" sldId="389"/>
            <ac:spMk id="9" creationId="{E24B98CE-6247-0C11-01C4-E405E487AE6C}"/>
          </ac:spMkLst>
        </pc:spChg>
        <pc:spChg chg="mod">
          <ac:chgData name="Aditya Hare Krishna" userId="de62b921b3c41f8c" providerId="LiveId" clId="{2DF349B3-A543-3C4B-8CD8-9D0D03D996E1}" dt="2025-06-04T19:59:39.703" v="86" actId="1076"/>
          <ac:spMkLst>
            <pc:docMk/>
            <pc:sldMk cId="678092626" sldId="389"/>
            <ac:spMk id="11" creationId="{52BD078B-9C2C-18E8-F39F-FD869CB0BDEE}"/>
          </ac:spMkLst>
        </pc:spChg>
        <pc:picChg chg="del">
          <ac:chgData name="Aditya Hare Krishna" userId="de62b921b3c41f8c" providerId="LiveId" clId="{2DF349B3-A543-3C4B-8CD8-9D0D03D996E1}" dt="2025-06-04T19:59:04.285" v="73" actId="478"/>
          <ac:picMkLst>
            <pc:docMk/>
            <pc:sldMk cId="678092626" sldId="389"/>
            <ac:picMk id="3" creationId="{58E585D0-2A28-D005-BC1F-53A3D429A7B4}"/>
          </ac:picMkLst>
        </pc:picChg>
        <pc:picChg chg="mod">
          <ac:chgData name="Aditya Hare Krishna" userId="de62b921b3c41f8c" providerId="LiveId" clId="{2DF349B3-A543-3C4B-8CD8-9D0D03D996E1}" dt="2025-06-04T19:59:19.767" v="82" actId="1076"/>
          <ac:picMkLst>
            <pc:docMk/>
            <pc:sldMk cId="678092626" sldId="389"/>
            <ac:picMk id="4" creationId="{6C9C2875-94DB-B36A-F520-8E2D0850D3AE}"/>
          </ac:picMkLst>
        </pc:picChg>
        <pc:picChg chg="del">
          <ac:chgData name="Aditya Hare Krishna" userId="de62b921b3c41f8c" providerId="LiveId" clId="{2DF349B3-A543-3C4B-8CD8-9D0D03D996E1}" dt="2025-06-04T19:59:08.773" v="76" actId="478"/>
          <ac:picMkLst>
            <pc:docMk/>
            <pc:sldMk cId="678092626" sldId="389"/>
            <ac:picMk id="7" creationId="{DA3DADEE-EE29-095A-63A6-16E4929E3D68}"/>
          </ac:picMkLst>
        </pc:picChg>
      </pc:sldChg>
      <pc:sldChg chg="del">
        <pc:chgData name="Aditya Hare Krishna" userId="de62b921b3c41f8c" providerId="LiveId" clId="{2DF349B3-A543-3C4B-8CD8-9D0D03D996E1}" dt="2025-06-04T20:00:04.822" v="88" actId="2696"/>
        <pc:sldMkLst>
          <pc:docMk/>
          <pc:sldMk cId="2174026277" sldId="390"/>
        </pc:sldMkLst>
      </pc:sldChg>
      <pc:sldChg chg="del">
        <pc:chgData name="Aditya Hare Krishna" userId="de62b921b3c41f8c" providerId="LiveId" clId="{2DF349B3-A543-3C4B-8CD8-9D0D03D996E1}" dt="2025-06-01T09:52:32.495" v="57" actId="2696"/>
        <pc:sldMkLst>
          <pc:docMk/>
          <pc:sldMk cId="3913522295" sldId="391"/>
        </pc:sldMkLst>
      </pc:sldChg>
      <pc:sldChg chg="del">
        <pc:chgData name="Aditya Hare Krishna" userId="de62b921b3c41f8c" providerId="LiveId" clId="{2DF349B3-A543-3C4B-8CD8-9D0D03D996E1}" dt="2025-06-01T09:52:33.028" v="58" actId="2696"/>
        <pc:sldMkLst>
          <pc:docMk/>
          <pc:sldMk cId="997865555" sldId="392"/>
        </pc:sldMkLst>
      </pc:sldChg>
      <pc:sldChg chg="del">
        <pc:chgData name="Aditya Hare Krishna" userId="de62b921b3c41f8c" providerId="LiveId" clId="{2DF349B3-A543-3C4B-8CD8-9D0D03D996E1}" dt="2025-06-01T09:52:33.818" v="59" actId="2696"/>
        <pc:sldMkLst>
          <pc:docMk/>
          <pc:sldMk cId="2765797870" sldId="393"/>
        </pc:sldMkLst>
      </pc:sldChg>
      <pc:sldChg chg="del">
        <pc:chgData name="Aditya Hare Krishna" userId="de62b921b3c41f8c" providerId="LiveId" clId="{2DF349B3-A543-3C4B-8CD8-9D0D03D996E1}" dt="2025-06-01T09:52:34.565" v="60" actId="2696"/>
        <pc:sldMkLst>
          <pc:docMk/>
          <pc:sldMk cId="3630520415" sldId="394"/>
        </pc:sldMkLst>
      </pc:sldChg>
      <pc:sldChg chg="del">
        <pc:chgData name="Aditya Hare Krishna" userId="de62b921b3c41f8c" providerId="LiveId" clId="{2DF349B3-A543-3C4B-8CD8-9D0D03D996E1}" dt="2025-06-01T09:52:34.815" v="61" actId="2696"/>
        <pc:sldMkLst>
          <pc:docMk/>
          <pc:sldMk cId="3644085703" sldId="395"/>
        </pc:sldMkLst>
      </pc:sldChg>
      <pc:sldChg chg="del">
        <pc:chgData name="Aditya Hare Krishna" userId="de62b921b3c41f8c" providerId="LiveId" clId="{2DF349B3-A543-3C4B-8CD8-9D0D03D996E1}" dt="2025-06-01T09:52:35.309" v="63" actId="2696"/>
        <pc:sldMkLst>
          <pc:docMk/>
          <pc:sldMk cId="3786203373" sldId="396"/>
        </pc:sldMkLst>
      </pc:sldChg>
      <pc:sldChg chg="del">
        <pc:chgData name="Aditya Hare Krishna" userId="de62b921b3c41f8c" providerId="LiveId" clId="{2DF349B3-A543-3C4B-8CD8-9D0D03D996E1}" dt="2025-06-01T09:52:35.580" v="64" actId="2696"/>
        <pc:sldMkLst>
          <pc:docMk/>
          <pc:sldMk cId="4096204979" sldId="397"/>
        </pc:sldMkLst>
      </pc:sldChg>
      <pc:sldChg chg="del">
        <pc:chgData name="Aditya Hare Krishna" userId="de62b921b3c41f8c" providerId="LiveId" clId="{2DF349B3-A543-3C4B-8CD8-9D0D03D996E1}" dt="2025-06-01T09:52:36.253" v="65" actId="2696"/>
        <pc:sldMkLst>
          <pc:docMk/>
          <pc:sldMk cId="308628110" sldId="398"/>
        </pc:sldMkLst>
      </pc:sldChg>
      <pc:sldChg chg="del">
        <pc:chgData name="Aditya Hare Krishna" userId="de62b921b3c41f8c" providerId="LiveId" clId="{2DF349B3-A543-3C4B-8CD8-9D0D03D996E1}" dt="2025-06-01T09:52:36.740" v="66" actId="2696"/>
        <pc:sldMkLst>
          <pc:docMk/>
          <pc:sldMk cId="14932342" sldId="399"/>
        </pc:sldMkLst>
      </pc:sldChg>
      <pc:sldChg chg="del">
        <pc:chgData name="Aditya Hare Krishna" userId="de62b921b3c41f8c" providerId="LiveId" clId="{2DF349B3-A543-3C4B-8CD8-9D0D03D996E1}" dt="2025-06-01T09:52:37.302" v="67" actId="2696"/>
        <pc:sldMkLst>
          <pc:docMk/>
          <pc:sldMk cId="3488525552" sldId="400"/>
        </pc:sldMkLst>
      </pc:sldChg>
      <pc:sldChg chg="del">
        <pc:chgData name="Aditya Hare Krishna" userId="de62b921b3c41f8c" providerId="LiveId" clId="{2DF349B3-A543-3C4B-8CD8-9D0D03D996E1}" dt="2025-06-01T09:52:37.870" v="68" actId="2696"/>
        <pc:sldMkLst>
          <pc:docMk/>
          <pc:sldMk cId="3588566722" sldId="401"/>
        </pc:sldMkLst>
      </pc:sldChg>
      <pc:sldChg chg="del">
        <pc:chgData name="Aditya Hare Krishna" userId="de62b921b3c41f8c" providerId="LiveId" clId="{2DF349B3-A543-3C4B-8CD8-9D0D03D996E1}" dt="2025-06-01T09:52:38.844" v="69" actId="2696"/>
        <pc:sldMkLst>
          <pc:docMk/>
          <pc:sldMk cId="3937249085" sldId="402"/>
        </pc:sldMkLst>
      </pc:sldChg>
      <pc:sldChg chg="del">
        <pc:chgData name="Aditya Hare Krishna" userId="de62b921b3c41f8c" providerId="LiveId" clId="{2DF349B3-A543-3C4B-8CD8-9D0D03D996E1}" dt="2025-06-01T09:52:40.391" v="70" actId="2696"/>
        <pc:sldMkLst>
          <pc:docMk/>
          <pc:sldMk cId="2201031619" sldId="403"/>
        </pc:sldMkLst>
      </pc:sldChg>
      <pc:sldChg chg="del">
        <pc:chgData name="Aditya Hare Krishna" userId="de62b921b3c41f8c" providerId="LiveId" clId="{2DF349B3-A543-3C4B-8CD8-9D0D03D996E1}" dt="2025-06-01T09:52:41.261" v="71" actId="2696"/>
        <pc:sldMkLst>
          <pc:docMk/>
          <pc:sldMk cId="1653301337" sldId="4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C21A405D-2B87-16FA-8928-EA0708856279}"/>
              </a:ext>
            </a:extLst>
          </p:cNvPr>
          <p:cNvSpPr txBox="1">
            <a:spLocks/>
          </p:cNvSpPr>
          <p:nvPr/>
        </p:nvSpPr>
        <p:spPr>
          <a:xfrm>
            <a:off x="1305920" y="1329179"/>
            <a:ext cx="653216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9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188CA-4D7D-E262-B106-EDBD543BEBB5}"/>
              </a:ext>
            </a:extLst>
          </p:cNvPr>
          <p:cNvSpPr txBox="1">
            <a:spLocks/>
          </p:cNvSpPr>
          <p:nvPr/>
        </p:nvSpPr>
        <p:spPr>
          <a:xfrm>
            <a:off x="311700" y="2681950"/>
            <a:ext cx="852060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String Constructors and Length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0CA5-02DA-9DAC-FE29-E8CF02C9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Strings Using Constructors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2F549-C66F-ED0C-5A66-D722FA49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459581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String objects can be created using constructors.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02357-AE6F-5433-F83F-77916D3C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2" y="1749798"/>
            <a:ext cx="7772400" cy="22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7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890A-7CAC-2101-02B3-02FD800B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String Length – length()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F1ECF-FFF1-68E6-4656-EECDF3E3F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043863" cy="445294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Returns the number of characters in a string (including spaces).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C33C4-9BD6-ACB4-E15C-92D8112C101E}"/>
              </a:ext>
            </a:extLst>
          </p:cNvPr>
          <p:cNvSpPr txBox="1"/>
          <p:nvPr/>
        </p:nvSpPr>
        <p:spPr>
          <a:xfrm>
            <a:off x="757238" y="3830910"/>
            <a:ext cx="145424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Length: 28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64B248-6A33-FBD9-D90F-37BD73AC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654907"/>
            <a:ext cx="72898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22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E58E-607D-DD57-C42B-61506A0A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length() in Real-World 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C383D-91F4-28D0-E031-D28DBF859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88144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Checking if a username meets length requirements: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8072F9-C0FB-697C-112A-0BA483EE8CF5}"/>
              </a:ext>
            </a:extLst>
          </p:cNvPr>
          <p:cNvSpPr txBox="1"/>
          <p:nvPr/>
        </p:nvSpPr>
        <p:spPr>
          <a:xfrm>
            <a:off x="6879981" y="2633665"/>
            <a:ext cx="212590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Valid username.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F13B6-5EFE-E0D4-D478-754500DA1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754"/>
            <a:ext cx="6879981" cy="273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05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82A7-2C3F-6266-CD86-7EDCA4CDC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Empty and Null Strings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3C9D2-E594-EB87-EECF-6DB0614A4FDB}"/>
              </a:ext>
            </a:extLst>
          </p:cNvPr>
          <p:cNvSpPr txBox="1"/>
          <p:nvPr/>
        </p:nvSpPr>
        <p:spPr>
          <a:xfrm>
            <a:off x="628650" y="126801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Checking if a String is Empty (isEmpty()):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658F5-AEA2-9E02-D29B-BF4A901FB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443038"/>
            <a:ext cx="5114925" cy="1438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5B58C3-0A4A-73CB-5A2E-359691524FF4}"/>
              </a:ext>
            </a:extLst>
          </p:cNvPr>
          <p:cNvSpPr txBox="1"/>
          <p:nvPr/>
        </p:nvSpPr>
        <p:spPr>
          <a:xfrm>
            <a:off x="628650" y="2932124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Checking for Null Strings: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5C1649-66AB-09AC-CC52-D5104E6B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056336"/>
            <a:ext cx="5114925" cy="1914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18339C-12BC-F2A1-9B93-C7D69316FFA9}"/>
              </a:ext>
            </a:extLst>
          </p:cNvPr>
          <p:cNvSpPr txBox="1"/>
          <p:nvPr/>
        </p:nvSpPr>
        <p:spPr>
          <a:xfrm>
            <a:off x="5629276" y="3700463"/>
            <a:ext cx="284565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String is null or empty.</a:t>
            </a:r>
          </a:p>
        </p:txBody>
      </p:sp>
    </p:spTree>
    <p:extLst>
      <p:ext uri="{BB962C8B-B14F-4D97-AF65-F5344CB8AC3E}">
        <p14:creationId xmlns:p14="http://schemas.microsoft.com/office/powerpoint/2010/main" val="3402557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B85C-8798-5859-4C6F-9572E2D3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String Memory Management </a:t>
            </a:r>
            <a:br>
              <a:rPr lang="en-IN" b="1" dirty="0"/>
            </a:br>
            <a:r>
              <a:rPr lang="en-IN" b="1" dirty="0"/>
              <a:t>(Heap vs. String Pool)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9EC7E3-76C8-1AF3-7294-78A05075B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933100"/>
              </p:ext>
            </p:extLst>
          </p:nvPr>
        </p:nvGraphicFramePr>
        <p:xfrm>
          <a:off x="1099291" y="1553810"/>
          <a:ext cx="6555106" cy="8458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56510">
                  <a:extLst>
                    <a:ext uri="{9D8B030D-6E8A-4147-A177-3AD203B41FA5}">
                      <a16:colId xmlns:a16="http://schemas.microsoft.com/office/drawing/2014/main" val="648364217"/>
                    </a:ext>
                  </a:extLst>
                </a:gridCol>
                <a:gridCol w="1329373">
                  <a:extLst>
                    <a:ext uri="{9D8B030D-6E8A-4147-A177-3AD203B41FA5}">
                      <a16:colId xmlns:a16="http://schemas.microsoft.com/office/drawing/2014/main" val="4010331925"/>
                    </a:ext>
                  </a:extLst>
                </a:gridCol>
                <a:gridCol w="2669223">
                  <a:extLst>
                    <a:ext uri="{9D8B030D-6E8A-4147-A177-3AD203B41FA5}">
                      <a16:colId xmlns:a16="http://schemas.microsoft.com/office/drawing/2014/main" val="30755262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Memory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Usage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21079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String s = “Aditya”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String Pool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Efficient, reuses memory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7246268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String s = new String(“Aditya”)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Creates new memory allocation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678897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4165E42-CE78-A503-2D96-8D0A58C4E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3" y="2555103"/>
            <a:ext cx="7868749" cy="2010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59507-FA12-D241-6A4F-48F9D1901935}"/>
              </a:ext>
            </a:extLst>
          </p:cNvPr>
          <p:cNvSpPr txBox="1"/>
          <p:nvPr/>
        </p:nvSpPr>
        <p:spPr>
          <a:xfrm>
            <a:off x="628650" y="4497169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r>
              <a:rPr lang="en-US" sz="18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20857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133</Words>
  <Application>Microsoft Macintosh PowerPoint</Application>
  <PresentationFormat>On-screen Show (16:9)</PresentationFormat>
  <Paragraphs>33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Creating Strings Using Constructors</vt:lpstr>
      <vt:lpstr>String Length – length() Method</vt:lpstr>
      <vt:lpstr>Using length() in Real-World Applications</vt:lpstr>
      <vt:lpstr>Handling Empty and Null Strings</vt:lpstr>
      <vt:lpstr>String Memory Management  (Heap vs. String Pool)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24</cp:revision>
  <dcterms:modified xsi:type="dcterms:W3CDTF">2026-02-03T09:57:27Z</dcterms:modified>
</cp:coreProperties>
</file>