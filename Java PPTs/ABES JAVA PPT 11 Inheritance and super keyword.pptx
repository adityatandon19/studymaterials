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407" r:id="rId2"/>
    <p:sldId id="408" r:id="rId3"/>
    <p:sldId id="40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410" r:id="rId18"/>
    <p:sldId id="276" r:id="rId19"/>
    <p:sldId id="277" r:id="rId20"/>
    <p:sldId id="278" r:id="rId21"/>
    <p:sldId id="279" r:id="rId22"/>
    <p:sldId id="280" r:id="rId23"/>
    <p:sldId id="281" r:id="rId24"/>
    <p:sldId id="406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408"/>
          </p14:sldIdLst>
        </p14:section>
        <p14:section name="Inheritance" id="{69C16300-7CCB-3E4F-B23A-21991587F557}">
          <p14:sldIdLst>
            <p14:sldId id="409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1"/>
            <p14:sldId id="272"/>
          </p14:sldIdLst>
        </p14:section>
        <p14:section name="super keyword" id="{EDD03119-3264-8846-A531-5BF9A4712B58}">
          <p14:sldIdLst>
            <p14:sldId id="410"/>
            <p14:sldId id="276"/>
            <p14:sldId id="277"/>
            <p14:sldId id="278"/>
            <p14:sldId id="279"/>
            <p14:sldId id="280"/>
            <p14:sldId id="281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2234EC-1B4C-1746-A2DC-BDC430EF67C5}" v="13" dt="2025-06-29T14:18:08.725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>
      <p:cViewPr varScale="1">
        <p:scale>
          <a:sx n="136" d="100"/>
          <a:sy n="136" d="100"/>
        </p:scale>
        <p:origin x="200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EA65617C-AFA1-2C4F-BE2D-548333891804}"/>
    <pc:docChg chg="undo custSel delSld modSld modSection">
      <pc:chgData name="Aditya Hare Krishna" userId="de62b921b3c41f8c" providerId="LiveId" clId="{EA65617C-AFA1-2C4F-BE2D-548333891804}" dt="2025-06-01T10:01:21.594" v="46" actId="2696"/>
      <pc:docMkLst>
        <pc:docMk/>
      </pc:docMkLst>
      <pc:sldChg chg="del">
        <pc:chgData name="Aditya Hare Krishna" userId="de62b921b3c41f8c" providerId="LiveId" clId="{EA65617C-AFA1-2C4F-BE2D-548333891804}" dt="2025-06-01T10:01:16.743" v="44" actId="2696"/>
        <pc:sldMkLst>
          <pc:docMk/>
          <pc:sldMk cId="1166388192" sldId="267"/>
        </pc:sldMkLst>
      </pc:sldChg>
      <pc:sldChg chg="del">
        <pc:chgData name="Aditya Hare Krishna" userId="de62b921b3c41f8c" providerId="LiveId" clId="{EA65617C-AFA1-2C4F-BE2D-548333891804}" dt="2025-06-01T10:01:13.275" v="39" actId="2696"/>
        <pc:sldMkLst>
          <pc:docMk/>
          <pc:sldMk cId="3913522295" sldId="391"/>
        </pc:sldMkLst>
      </pc:sldChg>
      <pc:sldChg chg="del">
        <pc:chgData name="Aditya Hare Krishna" userId="de62b921b3c41f8c" providerId="LiveId" clId="{EA65617C-AFA1-2C4F-BE2D-548333891804}" dt="2025-06-01T10:01:13.725" v="40" actId="2696"/>
        <pc:sldMkLst>
          <pc:docMk/>
          <pc:sldMk cId="997865555" sldId="392"/>
        </pc:sldMkLst>
      </pc:sldChg>
      <pc:sldChg chg="del">
        <pc:chgData name="Aditya Hare Krishna" userId="de62b921b3c41f8c" providerId="LiveId" clId="{EA65617C-AFA1-2C4F-BE2D-548333891804}" dt="2025-06-01T10:01:14.246" v="41" actId="2696"/>
        <pc:sldMkLst>
          <pc:docMk/>
          <pc:sldMk cId="2765797870" sldId="393"/>
        </pc:sldMkLst>
      </pc:sldChg>
      <pc:sldChg chg="del">
        <pc:chgData name="Aditya Hare Krishna" userId="de62b921b3c41f8c" providerId="LiveId" clId="{EA65617C-AFA1-2C4F-BE2D-548333891804}" dt="2025-06-01T10:01:14.711" v="42" actId="2696"/>
        <pc:sldMkLst>
          <pc:docMk/>
          <pc:sldMk cId="3630520415" sldId="394"/>
        </pc:sldMkLst>
      </pc:sldChg>
      <pc:sldChg chg="del">
        <pc:chgData name="Aditya Hare Krishna" userId="de62b921b3c41f8c" providerId="LiveId" clId="{EA65617C-AFA1-2C4F-BE2D-548333891804}" dt="2025-06-01T10:01:16.007" v="43" actId="2696"/>
        <pc:sldMkLst>
          <pc:docMk/>
          <pc:sldMk cId="3644085703" sldId="395"/>
        </pc:sldMkLst>
      </pc:sldChg>
      <pc:sldChg chg="del">
        <pc:chgData name="Aditya Hare Krishna" userId="de62b921b3c41f8c" providerId="LiveId" clId="{EA65617C-AFA1-2C4F-BE2D-548333891804}" dt="2025-06-01T10:01:20.105" v="45" actId="2696"/>
        <pc:sldMkLst>
          <pc:docMk/>
          <pc:sldMk cId="3786203373" sldId="396"/>
        </pc:sldMkLst>
      </pc:sldChg>
      <pc:sldChg chg="del">
        <pc:chgData name="Aditya Hare Krishna" userId="de62b921b3c41f8c" providerId="LiveId" clId="{EA65617C-AFA1-2C4F-BE2D-548333891804}" dt="2025-06-01T10:01:21.594" v="46" actId="2696"/>
        <pc:sldMkLst>
          <pc:docMk/>
          <pc:sldMk cId="4096204979" sldId="397"/>
        </pc:sldMkLst>
      </pc:sldChg>
      <pc:sldChg chg="addSp delSp modSp mod">
        <pc:chgData name="Aditya Hare Krishna" userId="de62b921b3c41f8c" providerId="LiveId" clId="{EA65617C-AFA1-2C4F-BE2D-548333891804}" dt="2025-06-01T10:01:04.618" v="38" actId="20577"/>
        <pc:sldMkLst>
          <pc:docMk/>
          <pc:sldMk cId="1652500050" sldId="407"/>
        </pc:sldMkLst>
        <pc:spChg chg="add del mod">
          <ac:chgData name="Aditya Hare Krishna" userId="de62b921b3c41f8c" providerId="LiveId" clId="{EA65617C-AFA1-2C4F-BE2D-548333891804}" dt="2025-06-01T10:00:24.196" v="7" actId="27636"/>
          <ac:spMkLst>
            <pc:docMk/>
            <pc:sldMk cId="1652500050" sldId="407"/>
            <ac:spMk id="2" creationId="{B469C13A-30DC-0B47-FC4E-2ECBE2BD28CC}"/>
          </ac:spMkLst>
        </pc:spChg>
        <pc:spChg chg="mod">
          <ac:chgData name="Aditya Hare Krishna" userId="de62b921b3c41f8c" providerId="LiveId" clId="{EA65617C-AFA1-2C4F-BE2D-548333891804}" dt="2025-06-01T10:01:04.618" v="38" actId="20577"/>
          <ac:spMkLst>
            <pc:docMk/>
            <pc:sldMk cId="1652500050" sldId="407"/>
            <ac:spMk id="3" creationId="{EEC3C8E5-BA61-0B0B-553C-BFCB9F5C5A66}"/>
          </ac:spMkLst>
        </pc:spChg>
      </pc:sldChg>
    </pc:docChg>
  </pc:docChgLst>
  <pc:docChgLst>
    <pc:chgData name="Aditya Hare Krishna" userId="de62b921b3c41f8c" providerId="LiveId" clId="{BD2234EC-1B4C-1746-A2DC-BDC430EF67C5}"/>
    <pc:docChg chg="undo custSel addSld delSld modSld addSection modSection">
      <pc:chgData name="Aditya Hare Krishna" userId="de62b921b3c41f8c" providerId="LiveId" clId="{BD2234EC-1B4C-1746-A2DC-BDC430EF67C5}" dt="2025-06-29T14:18:17.658" v="227" actId="27636"/>
      <pc:docMkLst>
        <pc:docMk/>
      </pc:docMkLst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1555617952" sldId="259"/>
        </pc:sldMkLst>
      </pc:sldChg>
      <pc:sldChg chg="addSp delSp modSp add mod modTransition">
        <pc:chgData name="Aditya Hare Krishna" userId="de62b921b3c41f8c" providerId="LiveId" clId="{BD2234EC-1B4C-1746-A2DC-BDC430EF67C5}" dt="2025-06-29T14:12:35.472" v="182" actId="20577"/>
        <pc:sldMkLst>
          <pc:docMk/>
          <pc:sldMk cId="4244793736" sldId="260"/>
        </pc:sldMkLst>
        <pc:spChg chg="mod">
          <ac:chgData name="Aditya Hare Krishna" userId="de62b921b3c41f8c" providerId="LiveId" clId="{BD2234EC-1B4C-1746-A2DC-BDC430EF67C5}" dt="2025-06-29T14:12:35.472" v="182" actId="20577"/>
          <ac:spMkLst>
            <pc:docMk/>
            <pc:sldMk cId="4244793736" sldId="260"/>
            <ac:spMk id="10" creationId="{3C31CFE7-CF4B-5F7D-DCF8-71A5DD1B1C1D}"/>
          </ac:spMkLst>
        </pc:spChg>
        <pc:picChg chg="add del">
          <ac:chgData name="Aditya Hare Krishna" userId="de62b921b3c41f8c" providerId="LiveId" clId="{BD2234EC-1B4C-1746-A2DC-BDC430EF67C5}" dt="2025-06-29T14:08:04.295" v="140" actId="478"/>
          <ac:picMkLst>
            <pc:docMk/>
            <pc:sldMk cId="4244793736" sldId="260"/>
            <ac:picMk id="3" creationId="{EA324E92-F7D8-9E17-3AA4-D6000574D71A}"/>
          </ac:picMkLst>
        </pc:picChg>
        <pc:picChg chg="add del mod">
          <ac:chgData name="Aditya Hare Krishna" userId="de62b921b3c41f8c" providerId="LiveId" clId="{BD2234EC-1B4C-1746-A2DC-BDC430EF67C5}" dt="2025-06-29T14:09:17.690" v="143" actId="478"/>
          <ac:picMkLst>
            <pc:docMk/>
            <pc:sldMk cId="4244793736" sldId="260"/>
            <ac:picMk id="4" creationId="{31A1E366-2E67-F8A2-8058-0EAA0DF8F29F}"/>
          </ac:picMkLst>
        </pc:picChg>
        <pc:picChg chg="del">
          <ac:chgData name="Aditya Hare Krishna" userId="de62b921b3c41f8c" providerId="LiveId" clId="{BD2234EC-1B4C-1746-A2DC-BDC430EF67C5}" dt="2025-06-29T14:07:52.701" v="138" actId="478"/>
          <ac:picMkLst>
            <pc:docMk/>
            <pc:sldMk cId="4244793736" sldId="260"/>
            <ac:picMk id="6" creationId="{A2C6C717-AFEB-D488-E8AB-34A0C7D44433}"/>
          </ac:picMkLst>
        </pc:picChg>
        <pc:picChg chg="add del">
          <ac:chgData name="Aditya Hare Krishna" userId="de62b921b3c41f8c" providerId="LiveId" clId="{BD2234EC-1B4C-1746-A2DC-BDC430EF67C5}" dt="2025-06-29T14:09:20.680" v="145" actId="478"/>
          <ac:picMkLst>
            <pc:docMk/>
            <pc:sldMk cId="4244793736" sldId="260"/>
            <ac:picMk id="7" creationId="{91D10E7F-75B0-17AA-A4B0-F3883A27295A}"/>
          </ac:picMkLst>
        </pc:picChg>
        <pc:picChg chg="del">
          <ac:chgData name="Aditya Hare Krishna" userId="de62b921b3c41f8c" providerId="LiveId" clId="{BD2234EC-1B4C-1746-A2DC-BDC430EF67C5}" dt="2025-06-29T14:12:24.255" v="178" actId="478"/>
          <ac:picMkLst>
            <pc:docMk/>
            <pc:sldMk cId="4244793736" sldId="260"/>
            <ac:picMk id="9" creationId="{BDC2F040-2F59-30A4-DE6F-B4C64E1848FE}"/>
          </ac:picMkLst>
        </pc:picChg>
        <pc:picChg chg="add del mod">
          <ac:chgData name="Aditya Hare Krishna" userId="de62b921b3c41f8c" providerId="LiveId" clId="{BD2234EC-1B4C-1746-A2DC-BDC430EF67C5}" dt="2025-06-29T14:09:48.336" v="151" actId="478"/>
          <ac:picMkLst>
            <pc:docMk/>
            <pc:sldMk cId="4244793736" sldId="260"/>
            <ac:picMk id="11" creationId="{670EB75E-BA2D-2AD7-35F0-EA768EB02330}"/>
          </ac:picMkLst>
        </pc:picChg>
        <pc:picChg chg="add mod">
          <ac:chgData name="Aditya Hare Krishna" userId="de62b921b3c41f8c" providerId="LiveId" clId="{BD2234EC-1B4C-1746-A2DC-BDC430EF67C5}" dt="2025-06-29T14:10:11.994" v="156" actId="14100"/>
          <ac:picMkLst>
            <pc:docMk/>
            <pc:sldMk cId="4244793736" sldId="260"/>
            <ac:picMk id="12" creationId="{A8324A6C-C4D0-FF41-55F1-98B93DC848B0}"/>
          </ac:picMkLst>
        </pc:picChg>
        <pc:picChg chg="add mod">
          <ac:chgData name="Aditya Hare Krishna" userId="de62b921b3c41f8c" providerId="LiveId" clId="{BD2234EC-1B4C-1746-A2DC-BDC430EF67C5}" dt="2025-06-29T14:12:30.317" v="181" actId="1076"/>
          <ac:picMkLst>
            <pc:docMk/>
            <pc:sldMk cId="4244793736" sldId="260"/>
            <ac:picMk id="13" creationId="{EE1F706E-09C6-D91D-C786-F81278767A83}"/>
          </ac:picMkLst>
        </pc:picChg>
      </pc:sldChg>
      <pc:sldChg chg="modSp add mod modTransition">
        <pc:chgData name="Aditya Hare Krishna" userId="de62b921b3c41f8c" providerId="LiveId" clId="{BD2234EC-1B4C-1746-A2DC-BDC430EF67C5}" dt="2025-06-29T14:13:46.383" v="198" actId="122"/>
        <pc:sldMkLst>
          <pc:docMk/>
          <pc:sldMk cId="3360096530" sldId="261"/>
        </pc:sldMkLst>
        <pc:graphicFrameChg chg="modGraphic">
          <ac:chgData name="Aditya Hare Krishna" userId="de62b921b3c41f8c" providerId="LiveId" clId="{BD2234EC-1B4C-1746-A2DC-BDC430EF67C5}" dt="2025-06-29T14:13:46.383" v="198" actId="122"/>
          <ac:graphicFrameMkLst>
            <pc:docMk/>
            <pc:sldMk cId="3360096530" sldId="261"/>
            <ac:graphicFrameMk id="4" creationId="{2B5213FD-FAA5-3639-5422-713343D64728}"/>
          </ac:graphicFrameMkLst>
        </pc:graphicFrameChg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294336734" sldId="262"/>
        </pc:sldMkLst>
      </pc:sldChg>
      <pc:sldChg chg="modSp add mod modTransition">
        <pc:chgData name="Aditya Hare Krishna" userId="de62b921b3c41f8c" providerId="LiveId" clId="{BD2234EC-1B4C-1746-A2DC-BDC430EF67C5}" dt="2025-06-29T14:14:11.483" v="203" actId="14734"/>
        <pc:sldMkLst>
          <pc:docMk/>
          <pc:sldMk cId="1996333954" sldId="263"/>
        </pc:sldMkLst>
        <pc:graphicFrameChg chg="modGraphic">
          <ac:chgData name="Aditya Hare Krishna" userId="de62b921b3c41f8c" providerId="LiveId" clId="{BD2234EC-1B4C-1746-A2DC-BDC430EF67C5}" dt="2025-06-29T14:14:11.483" v="203" actId="14734"/>
          <ac:graphicFrameMkLst>
            <pc:docMk/>
            <pc:sldMk cId="1996333954" sldId="263"/>
            <ac:graphicFrameMk id="4" creationId="{00C1813F-73A7-6E8A-1466-85EDB77FBCFA}"/>
          </ac:graphicFrameMkLst>
        </pc:graphicFrameChg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1216538862" sldId="264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3400291200" sldId="265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2431346535" sldId="266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2705155973" sldId="267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1019765961" sldId="268"/>
        </pc:sldMkLst>
      </pc:sldChg>
      <pc:sldChg chg="modSp add mod modTransition">
        <pc:chgData name="Aditya Hare Krishna" userId="de62b921b3c41f8c" providerId="LiveId" clId="{BD2234EC-1B4C-1746-A2DC-BDC430EF67C5}" dt="2025-06-29T13:53:43.052" v="137"/>
        <pc:sldMkLst>
          <pc:docMk/>
          <pc:sldMk cId="1027119504" sldId="269"/>
        </pc:sldMkLst>
        <pc:spChg chg="mod">
          <ac:chgData name="Aditya Hare Krishna" userId="de62b921b3c41f8c" providerId="LiveId" clId="{BD2234EC-1B4C-1746-A2DC-BDC430EF67C5}" dt="2025-06-29T13:47:02.724" v="49" actId="14100"/>
          <ac:spMkLst>
            <pc:docMk/>
            <pc:sldMk cId="1027119504" sldId="269"/>
            <ac:spMk id="2" creationId="{244C5D02-C72F-DA38-16C5-AD238212C56D}"/>
          </ac:spMkLst>
        </pc:spChg>
      </pc:sldChg>
      <pc:sldChg chg="add del">
        <pc:chgData name="Aditya Hare Krishna" userId="de62b921b3c41f8c" providerId="LiveId" clId="{BD2234EC-1B4C-1746-A2DC-BDC430EF67C5}" dt="2025-06-29T13:47:21.599" v="53" actId="2696"/>
        <pc:sldMkLst>
          <pc:docMk/>
          <pc:sldMk cId="724572111" sldId="270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1117211142" sldId="271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1279708090" sldId="272"/>
        </pc:sldMkLst>
      </pc:sldChg>
      <pc:sldChg chg="add del">
        <pc:chgData name="Aditya Hare Krishna" userId="de62b921b3c41f8c" providerId="LiveId" clId="{BD2234EC-1B4C-1746-A2DC-BDC430EF67C5}" dt="2025-06-29T13:47:15.953" v="50" actId="2696"/>
        <pc:sldMkLst>
          <pc:docMk/>
          <pc:sldMk cId="4027639150" sldId="273"/>
        </pc:sldMkLst>
      </pc:sldChg>
      <pc:sldChg chg="add del">
        <pc:chgData name="Aditya Hare Krishna" userId="de62b921b3c41f8c" providerId="LiveId" clId="{BD2234EC-1B4C-1746-A2DC-BDC430EF67C5}" dt="2025-06-29T13:47:16.825" v="51" actId="2696"/>
        <pc:sldMkLst>
          <pc:docMk/>
          <pc:sldMk cId="1547165042" sldId="274"/>
        </pc:sldMkLst>
      </pc:sldChg>
      <pc:sldChg chg="add del">
        <pc:chgData name="Aditya Hare Krishna" userId="de62b921b3c41f8c" providerId="LiveId" clId="{BD2234EC-1B4C-1746-A2DC-BDC430EF67C5}" dt="2025-06-29T13:47:18.104" v="52" actId="2696"/>
        <pc:sldMkLst>
          <pc:docMk/>
          <pc:sldMk cId="448202261" sldId="275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897326704" sldId="276"/>
        </pc:sldMkLst>
      </pc:sldChg>
      <pc:sldChg chg="modSp add mod modTransition">
        <pc:chgData name="Aditya Hare Krishna" userId="de62b921b3c41f8c" providerId="LiveId" clId="{BD2234EC-1B4C-1746-A2DC-BDC430EF67C5}" dt="2025-06-29T13:53:43.052" v="137"/>
        <pc:sldMkLst>
          <pc:docMk/>
          <pc:sldMk cId="684233925" sldId="277"/>
        </pc:sldMkLst>
        <pc:spChg chg="mod">
          <ac:chgData name="Aditya Hare Krishna" userId="de62b921b3c41f8c" providerId="LiveId" clId="{BD2234EC-1B4C-1746-A2DC-BDC430EF67C5}" dt="2025-06-29T13:47:37.653" v="58" actId="1076"/>
          <ac:spMkLst>
            <pc:docMk/>
            <pc:sldMk cId="684233925" sldId="277"/>
            <ac:spMk id="2" creationId="{51506E0D-31E4-8459-BA0A-DF7CDA8EE781}"/>
          </ac:spMkLst>
        </pc:spChg>
      </pc:sldChg>
      <pc:sldChg chg="addSp delSp modSp add mod modTransition">
        <pc:chgData name="Aditya Hare Krishna" userId="de62b921b3c41f8c" providerId="LiveId" clId="{BD2234EC-1B4C-1746-A2DC-BDC430EF67C5}" dt="2025-06-29T14:18:17.658" v="227" actId="27636"/>
        <pc:sldMkLst>
          <pc:docMk/>
          <pc:sldMk cId="3014835127" sldId="278"/>
        </pc:sldMkLst>
        <pc:spChg chg="mod">
          <ac:chgData name="Aditya Hare Krishna" userId="de62b921b3c41f8c" providerId="LiveId" clId="{BD2234EC-1B4C-1746-A2DC-BDC430EF67C5}" dt="2025-06-29T14:18:17.658" v="227" actId="27636"/>
          <ac:spMkLst>
            <pc:docMk/>
            <pc:sldMk cId="3014835127" sldId="278"/>
            <ac:spMk id="2" creationId="{B275E0B6-D0A2-76A9-A2FD-59B7314663E0}"/>
          </ac:spMkLst>
        </pc:spChg>
        <pc:spChg chg="mod">
          <ac:chgData name="Aditya Hare Krishna" userId="de62b921b3c41f8c" providerId="LiveId" clId="{BD2234EC-1B4C-1746-A2DC-BDC430EF67C5}" dt="2025-06-29T14:18:01.162" v="219" actId="20577"/>
          <ac:spMkLst>
            <pc:docMk/>
            <pc:sldMk cId="3014835127" sldId="278"/>
            <ac:spMk id="5" creationId="{6F8942E1-D803-F74C-E2CB-BBD213434FC0}"/>
          </ac:spMkLst>
        </pc:spChg>
        <pc:spChg chg="add del mod">
          <ac:chgData name="Aditya Hare Krishna" userId="de62b921b3c41f8c" providerId="LiveId" clId="{BD2234EC-1B4C-1746-A2DC-BDC430EF67C5}" dt="2025-06-29T14:18:08.725" v="223"/>
          <ac:spMkLst>
            <pc:docMk/>
            <pc:sldMk cId="3014835127" sldId="278"/>
            <ac:spMk id="6" creationId="{E76318FE-F884-F50B-9974-63B766B719A2}"/>
          </ac:spMkLst>
        </pc:spChg>
        <pc:picChg chg="del">
          <ac:chgData name="Aditya Hare Krishna" userId="de62b921b3c41f8c" providerId="LiveId" clId="{BD2234EC-1B4C-1746-A2DC-BDC430EF67C5}" dt="2025-06-29T14:18:06.697" v="220" actId="478"/>
          <ac:picMkLst>
            <pc:docMk/>
            <pc:sldMk cId="3014835127" sldId="278"/>
            <ac:picMk id="4" creationId="{40A54F30-0715-8765-9217-3C5F137C1C57}"/>
          </ac:picMkLst>
        </pc:picChg>
        <pc:picChg chg="add mod">
          <ac:chgData name="Aditya Hare Krishna" userId="de62b921b3c41f8c" providerId="LiveId" clId="{BD2234EC-1B4C-1746-A2DC-BDC430EF67C5}" dt="2025-06-29T14:18:08.004" v="222"/>
          <ac:picMkLst>
            <pc:docMk/>
            <pc:sldMk cId="3014835127" sldId="278"/>
            <ac:picMk id="7" creationId="{B0F15E5D-7703-3E2B-4F3D-8BA716002A6B}"/>
          </ac:picMkLst>
        </pc:picChg>
        <pc:picChg chg="add mod">
          <ac:chgData name="Aditya Hare Krishna" userId="de62b921b3c41f8c" providerId="LiveId" clId="{BD2234EC-1B4C-1746-A2DC-BDC430EF67C5}" dt="2025-06-29T14:18:14.634" v="225" actId="14100"/>
          <ac:picMkLst>
            <pc:docMk/>
            <pc:sldMk cId="3014835127" sldId="278"/>
            <ac:picMk id="8" creationId="{97895042-E5A3-AF5E-37C8-202B971E00DE}"/>
          </ac:picMkLst>
        </pc:picChg>
      </pc:sldChg>
      <pc:sldChg chg="modSp add mod modTransition">
        <pc:chgData name="Aditya Hare Krishna" userId="de62b921b3c41f8c" providerId="LiveId" clId="{BD2234EC-1B4C-1746-A2DC-BDC430EF67C5}" dt="2025-06-29T13:53:43.052" v="137"/>
        <pc:sldMkLst>
          <pc:docMk/>
          <pc:sldMk cId="727958376" sldId="279"/>
        </pc:sldMkLst>
        <pc:spChg chg="mod">
          <ac:chgData name="Aditya Hare Krishna" userId="de62b921b3c41f8c" providerId="LiveId" clId="{BD2234EC-1B4C-1746-A2DC-BDC430EF67C5}" dt="2025-06-29T13:48:14.967" v="67" actId="255"/>
          <ac:spMkLst>
            <pc:docMk/>
            <pc:sldMk cId="727958376" sldId="279"/>
            <ac:spMk id="2" creationId="{9315F842-6917-4D9B-A966-771B295A1544}"/>
          </ac:spMkLst>
        </pc:spChg>
        <pc:spChg chg="mod">
          <ac:chgData name="Aditya Hare Krishna" userId="de62b921b3c41f8c" providerId="LiveId" clId="{BD2234EC-1B4C-1746-A2DC-BDC430EF67C5}" dt="2025-06-29T13:48:02.522" v="62" actId="1076"/>
          <ac:spMkLst>
            <pc:docMk/>
            <pc:sldMk cId="727958376" sldId="279"/>
            <ac:spMk id="5" creationId="{2CEA74DA-38AF-3324-F235-41C6BB293478}"/>
          </ac:spMkLst>
        </pc:spChg>
        <pc:picChg chg="mod">
          <ac:chgData name="Aditya Hare Krishna" userId="de62b921b3c41f8c" providerId="LiveId" clId="{BD2234EC-1B4C-1746-A2DC-BDC430EF67C5}" dt="2025-06-29T13:48:06.872" v="64" actId="14100"/>
          <ac:picMkLst>
            <pc:docMk/>
            <pc:sldMk cId="727958376" sldId="279"/>
            <ac:picMk id="4" creationId="{D7796E4F-D4BA-8E38-D230-8D447D348151}"/>
          </ac:picMkLst>
        </pc:picChg>
      </pc:sldChg>
      <pc:sldChg chg="modSp add mod modTransition">
        <pc:chgData name="Aditya Hare Krishna" userId="de62b921b3c41f8c" providerId="LiveId" clId="{BD2234EC-1B4C-1746-A2DC-BDC430EF67C5}" dt="2025-06-29T13:53:43.052" v="137"/>
        <pc:sldMkLst>
          <pc:docMk/>
          <pc:sldMk cId="117253351" sldId="280"/>
        </pc:sldMkLst>
        <pc:graphicFrameChg chg="mod modGraphic">
          <ac:chgData name="Aditya Hare Krishna" userId="de62b921b3c41f8c" providerId="LiveId" clId="{BD2234EC-1B4C-1746-A2DC-BDC430EF67C5}" dt="2025-06-29T13:48:32.243" v="70" actId="14734"/>
          <ac:graphicFrameMkLst>
            <pc:docMk/>
            <pc:sldMk cId="117253351" sldId="280"/>
            <ac:graphicFrameMk id="4" creationId="{467958EE-E705-9690-7531-72D46E421D3E}"/>
          </ac:graphicFrameMkLst>
        </pc:graphicFrameChg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601326840" sldId="281"/>
        </pc:sldMkLst>
      </pc:sldChg>
      <pc:sldChg chg="del">
        <pc:chgData name="Aditya Hare Krishna" userId="de62b921b3c41f8c" providerId="LiveId" clId="{BD2234EC-1B4C-1746-A2DC-BDC430EF67C5}" dt="2025-06-29T13:44:37.432" v="0" actId="2696"/>
        <pc:sldMkLst>
          <pc:docMk/>
          <pc:sldMk cId="308628110" sldId="398"/>
        </pc:sldMkLst>
      </pc:sldChg>
      <pc:sldChg chg="del">
        <pc:chgData name="Aditya Hare Krishna" userId="de62b921b3c41f8c" providerId="LiveId" clId="{BD2234EC-1B4C-1746-A2DC-BDC430EF67C5}" dt="2025-06-29T13:44:38.368" v="1" actId="2696"/>
        <pc:sldMkLst>
          <pc:docMk/>
          <pc:sldMk cId="14932342" sldId="399"/>
        </pc:sldMkLst>
      </pc:sldChg>
      <pc:sldChg chg="del">
        <pc:chgData name="Aditya Hare Krishna" userId="de62b921b3c41f8c" providerId="LiveId" clId="{BD2234EC-1B4C-1746-A2DC-BDC430EF67C5}" dt="2025-06-29T13:44:39.482" v="2" actId="2696"/>
        <pc:sldMkLst>
          <pc:docMk/>
          <pc:sldMk cId="3488525552" sldId="400"/>
        </pc:sldMkLst>
      </pc:sldChg>
      <pc:sldChg chg="del">
        <pc:chgData name="Aditya Hare Krishna" userId="de62b921b3c41f8c" providerId="LiveId" clId="{BD2234EC-1B4C-1746-A2DC-BDC430EF67C5}" dt="2025-06-29T13:44:40.309" v="3" actId="2696"/>
        <pc:sldMkLst>
          <pc:docMk/>
          <pc:sldMk cId="3588566722" sldId="401"/>
        </pc:sldMkLst>
      </pc:sldChg>
      <pc:sldChg chg="del">
        <pc:chgData name="Aditya Hare Krishna" userId="de62b921b3c41f8c" providerId="LiveId" clId="{BD2234EC-1B4C-1746-A2DC-BDC430EF67C5}" dt="2025-06-29T13:45:47.658" v="4" actId="2696"/>
        <pc:sldMkLst>
          <pc:docMk/>
          <pc:sldMk cId="3937249085" sldId="402"/>
        </pc:sldMkLst>
      </pc:sldChg>
      <pc:sldChg chg="del">
        <pc:chgData name="Aditya Hare Krishna" userId="de62b921b3c41f8c" providerId="LiveId" clId="{BD2234EC-1B4C-1746-A2DC-BDC430EF67C5}" dt="2025-06-29T13:45:47.955" v="5" actId="2696"/>
        <pc:sldMkLst>
          <pc:docMk/>
          <pc:sldMk cId="2201031619" sldId="403"/>
        </pc:sldMkLst>
      </pc:sldChg>
      <pc:sldChg chg="del">
        <pc:chgData name="Aditya Hare Krishna" userId="de62b921b3c41f8c" providerId="LiveId" clId="{BD2234EC-1B4C-1746-A2DC-BDC430EF67C5}" dt="2025-06-29T13:45:48.447" v="6" actId="2696"/>
        <pc:sldMkLst>
          <pc:docMk/>
          <pc:sldMk cId="1653301337" sldId="405"/>
        </pc:sldMkLst>
      </pc:sldChg>
      <pc:sldChg chg="modTransition">
        <pc:chgData name="Aditya Hare Krishna" userId="de62b921b3c41f8c" providerId="LiveId" clId="{BD2234EC-1B4C-1746-A2DC-BDC430EF67C5}" dt="2025-06-29T13:53:43.052" v="137"/>
        <pc:sldMkLst>
          <pc:docMk/>
          <pc:sldMk cId="0" sldId="406"/>
        </pc:sldMkLst>
      </pc:sldChg>
      <pc:sldChg chg="modSp mod modTransition">
        <pc:chgData name="Aditya Hare Krishna" userId="de62b921b3c41f8c" providerId="LiveId" clId="{BD2234EC-1B4C-1746-A2DC-BDC430EF67C5}" dt="2025-06-29T13:53:43.052" v="137"/>
        <pc:sldMkLst>
          <pc:docMk/>
          <pc:sldMk cId="1652500050" sldId="407"/>
        </pc:sldMkLst>
        <pc:spChg chg="mod">
          <ac:chgData name="Aditya Hare Krishna" userId="de62b921b3c41f8c" providerId="LiveId" clId="{BD2234EC-1B4C-1746-A2DC-BDC430EF67C5}" dt="2025-06-29T13:46:16.579" v="45" actId="27636"/>
          <ac:spMkLst>
            <pc:docMk/>
            <pc:sldMk cId="1652500050" sldId="407"/>
            <ac:spMk id="3" creationId="{EEC3C8E5-BA61-0B0B-553C-BFCB9F5C5A66}"/>
          </ac:spMkLst>
        </pc:spChg>
      </pc:sldChg>
      <pc:sldChg chg="addSp delSp modSp new mod modTransition">
        <pc:chgData name="Aditya Hare Krishna" userId="de62b921b3c41f8c" providerId="LiveId" clId="{BD2234EC-1B4C-1746-A2DC-BDC430EF67C5}" dt="2025-06-29T13:53:43.052" v="137"/>
        <pc:sldMkLst>
          <pc:docMk/>
          <pc:sldMk cId="4265104205" sldId="408"/>
        </pc:sldMkLst>
        <pc:spChg chg="del">
          <ac:chgData name="Aditya Hare Krishna" userId="de62b921b3c41f8c" providerId="LiveId" clId="{BD2234EC-1B4C-1746-A2DC-BDC430EF67C5}" dt="2025-06-29T13:48:53.872" v="73" actId="478"/>
          <ac:spMkLst>
            <pc:docMk/>
            <pc:sldMk cId="4265104205" sldId="408"/>
            <ac:spMk id="2" creationId="{1212AB04-9A67-A4BB-A7D8-FE0080D117DA}"/>
          </ac:spMkLst>
        </pc:spChg>
        <pc:spChg chg="del">
          <ac:chgData name="Aditya Hare Krishna" userId="de62b921b3c41f8c" providerId="LiveId" clId="{BD2234EC-1B4C-1746-A2DC-BDC430EF67C5}" dt="2025-06-29T13:48:53.190" v="72" actId="478"/>
          <ac:spMkLst>
            <pc:docMk/>
            <pc:sldMk cId="4265104205" sldId="408"/>
            <ac:spMk id="3" creationId="{9E8BEA50-4841-DDAA-6086-4B7EDA345662}"/>
          </ac:spMkLst>
        </pc:spChg>
        <pc:graphicFrameChg chg="add mod modGraphic">
          <ac:chgData name="Aditya Hare Krishna" userId="de62b921b3c41f8c" providerId="LiveId" clId="{BD2234EC-1B4C-1746-A2DC-BDC430EF67C5}" dt="2025-06-29T13:50:37.752" v="134" actId="1076"/>
          <ac:graphicFrameMkLst>
            <pc:docMk/>
            <pc:sldMk cId="4265104205" sldId="408"/>
            <ac:graphicFrameMk id="5" creationId="{1F64793C-958B-F29B-8B9E-A59C528632E1}"/>
          </ac:graphicFrameMkLst>
        </pc:graphicFrameChg>
        <pc:graphicFrameChg chg="add mod modGraphic">
          <ac:chgData name="Aditya Hare Krishna" userId="de62b921b3c41f8c" providerId="LiveId" clId="{BD2234EC-1B4C-1746-A2DC-BDC430EF67C5}" dt="2025-06-29T13:50:43.088" v="136" actId="1076"/>
          <ac:graphicFrameMkLst>
            <pc:docMk/>
            <pc:sldMk cId="4265104205" sldId="408"/>
            <ac:graphicFrameMk id="7" creationId="{8373723F-46F0-F18F-2BDF-09BFFFE2FA42}"/>
          </ac:graphicFrameMkLst>
        </pc:graphicFrameChg>
      </pc:sldChg>
      <pc:sldChg chg="addSp modSp add mod modTransition">
        <pc:chgData name="Aditya Hare Krishna" userId="de62b921b3c41f8c" providerId="LiveId" clId="{BD2234EC-1B4C-1746-A2DC-BDC430EF67C5}" dt="2025-06-29T13:53:43.052" v="137"/>
        <pc:sldMkLst>
          <pc:docMk/>
          <pc:sldMk cId="2570404033" sldId="409"/>
        </pc:sldMkLst>
        <pc:spChg chg="add mod">
          <ac:chgData name="Aditya Hare Krishna" userId="de62b921b3c41f8c" providerId="LiveId" clId="{BD2234EC-1B4C-1746-A2DC-BDC430EF67C5}" dt="2025-06-29T13:49:36.801" v="109" actId="1076"/>
          <ac:spMkLst>
            <pc:docMk/>
            <pc:sldMk cId="2570404033" sldId="409"/>
            <ac:spMk id="2" creationId="{5BC87741-ACEC-D347-AE9D-039A993E69D4}"/>
          </ac:spMkLst>
        </pc:spChg>
      </pc:sldChg>
      <pc:sldChg chg="modSp add mod modTransition">
        <pc:chgData name="Aditya Hare Krishna" userId="de62b921b3c41f8c" providerId="LiveId" clId="{BD2234EC-1B4C-1746-A2DC-BDC430EF67C5}" dt="2025-06-29T13:53:43.052" v="137"/>
        <pc:sldMkLst>
          <pc:docMk/>
          <pc:sldMk cId="3958011029" sldId="410"/>
        </pc:sldMkLst>
        <pc:spChg chg="mod">
          <ac:chgData name="Aditya Hare Krishna" userId="de62b921b3c41f8c" providerId="LiveId" clId="{BD2234EC-1B4C-1746-A2DC-BDC430EF67C5}" dt="2025-06-29T13:49:55.962" v="120" actId="1076"/>
          <ac:spMkLst>
            <pc:docMk/>
            <pc:sldMk cId="3958011029" sldId="410"/>
            <ac:spMk id="2" creationId="{383103CA-6AC2-BC88-C147-61B7B827FBDA}"/>
          </ac:spMkLst>
        </pc:spChg>
      </pc:sldChg>
      <pc:sldMasterChg chg="delSldLayout">
        <pc:chgData name="Aditya Hare Krishna" userId="de62b921b3c41f8c" providerId="LiveId" clId="{BD2234EC-1B4C-1746-A2DC-BDC430EF67C5}" dt="2025-06-29T13:45:48.447" v="6" actId="2696"/>
        <pc:sldMasterMkLst>
          <pc:docMk/>
          <pc:sldMasterMk cId="0" sldId="2147483659"/>
        </pc:sldMasterMkLst>
        <pc:sldLayoutChg chg="del">
          <pc:chgData name="Aditya Hare Krishna" userId="de62b921b3c41f8c" providerId="LiveId" clId="{BD2234EC-1B4C-1746-A2DC-BDC430EF67C5}" dt="2025-06-29T13:45:48.447" v="6" actId="2696"/>
          <pc:sldLayoutMkLst>
            <pc:docMk/>
            <pc:sldMasterMk cId="0" sldId="2147483659"/>
            <pc:sldLayoutMk cId="3874508333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97E7-91B5-D9B8-F926-FF5340EA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FFF27-F9C2-B678-3970-D9DDD1D90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54FA8-0FEA-3D3D-C83B-EDD1627E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27534-1D9A-0644-AE72-4AE0C8687666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62105-7620-840A-BC43-1F3B33B8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220A1-6876-97F5-8BEE-5D7D13082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041F-5091-7049-B813-8AF1E045D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1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311700" y="2571750"/>
            <a:ext cx="8520600" cy="1890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Inheritance and “super” keyword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" name="Section Zoom 4">
                <a:extLst>
                  <a:ext uri="{FF2B5EF4-FFF2-40B4-BE49-F238E27FC236}">
                    <a16:creationId xmlns:a16="http://schemas.microsoft.com/office/drawing/2014/main" id="{1F64793C-958B-F29B-8B9E-A59C528632E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0878190"/>
                  </p:ext>
                </p:extLst>
              </p:nvPr>
            </p:nvGraphicFramePr>
            <p:xfrm>
              <a:off x="152400" y="1515046"/>
              <a:ext cx="4309872" cy="2424303"/>
            </p:xfrm>
            <a:graphic>
              <a:graphicData uri="http://schemas.microsoft.com/office/powerpoint/2016/sectionzoom">
                <psez:sectionZm>
                  <psez:sectionZmObj sectionId="{69C16300-7CCB-3E4F-B23A-21991587F557}">
                    <psez:zmPr id="{F3034DCA-62DD-AF4E-ADE1-1B7785313A13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09872" cy="2424303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" name="Section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F64793C-958B-F29B-8B9E-A59C528632E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400" y="1515046"/>
                <a:ext cx="4309872" cy="2424303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7" name="Section Zoom 6">
                <a:extLst>
                  <a:ext uri="{FF2B5EF4-FFF2-40B4-BE49-F238E27FC236}">
                    <a16:creationId xmlns:a16="http://schemas.microsoft.com/office/drawing/2014/main" id="{8373723F-46F0-F18F-2BDF-09BFFFE2FA4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70866057"/>
                  </p:ext>
                </p:extLst>
              </p:nvPr>
            </p:nvGraphicFramePr>
            <p:xfrm>
              <a:off x="4681730" y="1515046"/>
              <a:ext cx="4309872" cy="2424303"/>
            </p:xfrm>
            <a:graphic>
              <a:graphicData uri="http://schemas.microsoft.com/office/powerpoint/2016/sectionzoom">
                <psez:sectionZm>
                  <psez:sectionZmObj sectionId="{EDD03119-3264-8846-A531-5BF9A4712B58}">
                    <psez:zmPr id="{3E81074E-CDC5-9A42-A1A3-EC3FAAFCA896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09872" cy="2424303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7" name="Section Zoom 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8373723F-46F0-F18F-2BDF-09BFFFE2FA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81730" y="1515046"/>
                <a:ext cx="4309872" cy="2424303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5104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A94D0-FCD6-C58B-A007-C413E7EAA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C87741-ACEC-D347-AE9D-039A993E69D4}"/>
              </a:ext>
            </a:extLst>
          </p:cNvPr>
          <p:cNvSpPr txBox="1"/>
          <p:nvPr/>
        </p:nvSpPr>
        <p:spPr>
          <a:xfrm>
            <a:off x="974701" y="1910030"/>
            <a:ext cx="71945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2570404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B316-34DC-34ED-EBFD-893C86B2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Inheritance?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165DB-5979-EAA2-D817-15376235C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99417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 mechanism in Java where </a:t>
            </a:r>
            <a:r>
              <a:rPr lang="en-IN" b="1" dirty="0"/>
              <a:t>one class (child) derives properties and behavior from another class (parent)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It helps in </a:t>
            </a:r>
            <a:r>
              <a:rPr lang="en-IN" b="1" dirty="0"/>
              <a:t>code reusability and hierarchy management</a:t>
            </a:r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F4598-4635-37BD-E836-1DE25A0CD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6" y="2395028"/>
            <a:ext cx="6612209" cy="247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7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16F9F-B7AF-0766-4503-90A68D4C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of Single Inheritance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F2A13-E7E7-2F64-2764-2080F356FF13}"/>
              </a:ext>
            </a:extLst>
          </p:cNvPr>
          <p:cNvSpPr txBox="1"/>
          <p:nvPr/>
        </p:nvSpPr>
        <p:spPr>
          <a:xfrm>
            <a:off x="269422" y="1198766"/>
            <a:ext cx="24411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Superclass (Parent Class):</a:t>
            </a:r>
            <a:endParaRPr lang="en-IN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5A7CF-5033-937D-D426-D13618361948}"/>
              </a:ext>
            </a:extLst>
          </p:cNvPr>
          <p:cNvSpPr txBox="1"/>
          <p:nvPr/>
        </p:nvSpPr>
        <p:spPr>
          <a:xfrm>
            <a:off x="4394671" y="1341689"/>
            <a:ext cx="21553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Subclass (Child Class):</a:t>
            </a:r>
            <a:endParaRPr lang="en-IN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31CFE7-CF4B-5F7D-DCF8-71A5DD1B1C1D}"/>
              </a:ext>
            </a:extLst>
          </p:cNvPr>
          <p:cNvSpPr txBox="1"/>
          <p:nvPr/>
        </p:nvSpPr>
        <p:spPr>
          <a:xfrm>
            <a:off x="257176" y="3801812"/>
            <a:ext cx="25571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Name: Online Learning</a:t>
            </a:r>
          </a:p>
          <a:p>
            <a:r>
              <a:rPr lang="en-US" sz="1800" dirty="0"/>
              <a:t>Age: 8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324A6C-C4D0-FF41-55F1-98B93DC84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60" y="1452682"/>
            <a:ext cx="4272693" cy="23491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1F706E-09C6-D91D-C786-F81278767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888" y="1601955"/>
            <a:ext cx="4795112" cy="354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93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4EC0-88D9-E3C5-B216-14DDE66E1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Types of Inheritance in Java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5213FD-FAA5-3639-5422-713343D647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8467853"/>
              </p:ext>
            </p:extLst>
          </p:nvPr>
        </p:nvGraphicFramePr>
        <p:xfrm>
          <a:off x="628650" y="1369219"/>
          <a:ext cx="8286750" cy="2263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5134">
                  <a:extLst>
                    <a:ext uri="{9D8B030D-6E8A-4147-A177-3AD203B41FA5}">
                      <a16:colId xmlns:a16="http://schemas.microsoft.com/office/drawing/2014/main" val="2323983651"/>
                    </a:ext>
                  </a:extLst>
                </a:gridCol>
                <a:gridCol w="3210470">
                  <a:extLst>
                    <a:ext uri="{9D8B030D-6E8A-4147-A177-3AD203B41FA5}">
                      <a16:colId xmlns:a16="http://schemas.microsoft.com/office/drawing/2014/main" val="2847137821"/>
                    </a:ext>
                  </a:extLst>
                </a:gridCol>
                <a:gridCol w="2861146">
                  <a:extLst>
                    <a:ext uri="{9D8B030D-6E8A-4147-A177-3AD203B41FA5}">
                      <a16:colId xmlns:a16="http://schemas.microsoft.com/office/drawing/2014/main" val="72112832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Type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Description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Example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5994437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Single Inheritance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class inherits from another.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class A → class B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1446163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400" b="1" dirty="0"/>
                        <a:t>Multi-level Inheritance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class inherits from another class, forming a chain.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class A → class B → class C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81650484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400" b="1" dirty="0"/>
                        <a:t>Hierarchical Inheritance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parent class has multiple child classes.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class A → class B, class C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2277093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400" b="1" dirty="0"/>
                        <a:t>Multiple Inheritance </a:t>
                      </a:r>
                    </a:p>
                    <a:p>
                      <a:r>
                        <a:rPr lang="en-US" sz="1400" b="1" dirty="0"/>
                        <a:t>(via Interfaces)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Java does not support multiple inheritance with. classes, but it does with interfaces.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interface A, interface B → class C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49818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096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F265-3776-6FEC-9451-D10DF667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Why Use Inheritance?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6730D-F6B3-B71C-0F6F-71F2F8F48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396698" cy="3297203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Code Reusability:</a:t>
            </a:r>
            <a:r>
              <a:rPr lang="en-IN" dirty="0"/>
              <a:t> Eliminates redundant code.</a:t>
            </a:r>
          </a:p>
          <a:p>
            <a:r>
              <a:rPr lang="en-IN" b="1" dirty="0"/>
              <a:t>Enhances Readability:</a:t>
            </a:r>
            <a:r>
              <a:rPr lang="en-IN" dirty="0"/>
              <a:t> Organizes code in a structured way.</a:t>
            </a:r>
          </a:p>
          <a:p>
            <a:r>
              <a:rPr lang="en-IN" b="1" dirty="0"/>
              <a:t>Supports Extensibility:</a:t>
            </a:r>
            <a:r>
              <a:rPr lang="en-IN" dirty="0"/>
              <a:t> Allows easy addition of new features.</a:t>
            </a:r>
          </a:p>
          <a:p>
            <a:r>
              <a:rPr lang="en-IN" b="1" dirty="0"/>
              <a:t>Establishes Relationships:</a:t>
            </a:r>
            <a:r>
              <a:rPr lang="en-IN" dirty="0"/>
              <a:t> “is-a” relationship (e.g., </a:t>
            </a:r>
            <a:r>
              <a:rPr lang="en-IN" b="1" dirty="0"/>
              <a:t>Student is a Person</a:t>
            </a:r>
            <a:r>
              <a:rPr lang="en-IN" dirty="0"/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217E92-EB00-8B1B-EEB7-938B8B666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348" y="1085953"/>
            <a:ext cx="5088835" cy="33294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A6B238-E3FC-9AAF-0318-8FE08D06D5FB}"/>
              </a:ext>
            </a:extLst>
          </p:cNvPr>
          <p:cNvSpPr txBox="1"/>
          <p:nvPr/>
        </p:nvSpPr>
        <p:spPr>
          <a:xfrm>
            <a:off x="3445702" y="4204757"/>
            <a:ext cx="11592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r>
              <a:rPr lang="en-US" sz="1800" dirty="0"/>
              <a:t>Eating...  </a:t>
            </a:r>
          </a:p>
          <a:p>
            <a:r>
              <a:rPr lang="en-US" sz="1800" dirty="0"/>
              <a:t>Barking...</a:t>
            </a:r>
          </a:p>
        </p:txBody>
      </p:sp>
    </p:spTree>
    <p:extLst>
      <p:ext uri="{BB962C8B-B14F-4D97-AF65-F5344CB8AC3E}">
        <p14:creationId xmlns:p14="http://schemas.microsoft.com/office/powerpoint/2010/main" val="294336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8217-CD18-3696-6157-24FA0E10F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Access Modifiers and Inheritance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C1813F-73A7-6E8A-1466-85EDB77FBC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474019"/>
              </p:ext>
            </p:extLst>
          </p:nvPr>
        </p:nvGraphicFramePr>
        <p:xfrm>
          <a:off x="628650" y="1369219"/>
          <a:ext cx="7872924" cy="1409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5828">
                  <a:extLst>
                    <a:ext uri="{9D8B030D-6E8A-4147-A177-3AD203B41FA5}">
                      <a16:colId xmlns:a16="http://schemas.microsoft.com/office/drawing/2014/main" val="1499872681"/>
                    </a:ext>
                  </a:extLst>
                </a:gridCol>
                <a:gridCol w="2253298">
                  <a:extLst>
                    <a:ext uri="{9D8B030D-6E8A-4147-A177-3AD203B41FA5}">
                      <a16:colId xmlns:a16="http://schemas.microsoft.com/office/drawing/2014/main" val="1950488214"/>
                    </a:ext>
                  </a:extLst>
                </a:gridCol>
                <a:gridCol w="3713798">
                  <a:extLst>
                    <a:ext uri="{9D8B030D-6E8A-4147-A177-3AD203B41FA5}">
                      <a16:colId xmlns:a16="http://schemas.microsoft.com/office/drawing/2014/main" val="28014958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Modifier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Accessible in Subclass?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Accessible Outside Package?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945545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public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✅ Yes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✅ Yes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081107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protected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✅ Yes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❌ No (Unless accessed through inheritance)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629330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default (no modifier)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✅ Yes (Same package)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❌ No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247618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private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❌ No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❌ No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5239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333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D5F6-8436-AD21-E74F-55AE7B66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Access Modifiers and Inheritance (Example)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4D8EFA-6488-5711-703C-6228B76355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895" y="1162878"/>
            <a:ext cx="5432000" cy="39806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161E79-F33B-DE96-1902-6F1EABB84A7A}"/>
              </a:ext>
            </a:extLst>
          </p:cNvPr>
          <p:cNvSpPr txBox="1"/>
          <p:nvPr/>
        </p:nvSpPr>
        <p:spPr>
          <a:xfrm>
            <a:off x="5938895" y="2305510"/>
            <a:ext cx="2069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Protected method.</a:t>
            </a:r>
          </a:p>
        </p:txBody>
      </p:sp>
    </p:spTree>
    <p:extLst>
      <p:ext uri="{BB962C8B-B14F-4D97-AF65-F5344CB8AC3E}">
        <p14:creationId xmlns:p14="http://schemas.microsoft.com/office/powerpoint/2010/main" val="1216538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FAD98-753B-2D7F-E51F-92203A96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Preventing Inheritance with final Keyword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DA8AF-30EB-CFD9-A946-8588546625F2}"/>
              </a:ext>
            </a:extLst>
          </p:cNvPr>
          <p:cNvSpPr txBox="1"/>
          <p:nvPr/>
        </p:nvSpPr>
        <p:spPr>
          <a:xfrm>
            <a:off x="628650" y="1129517"/>
            <a:ext cx="45769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final Keyword prevents a class from being inherited.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DD2AD-112E-3082-CB08-D8E076FD6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42" y="1406515"/>
            <a:ext cx="8909875" cy="2767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218AC7-5281-8686-F20D-B7AF6DD3AE11}"/>
              </a:ext>
            </a:extLst>
          </p:cNvPr>
          <p:cNvSpPr txBox="1"/>
          <p:nvPr/>
        </p:nvSpPr>
        <p:spPr>
          <a:xfrm>
            <a:off x="641074" y="4174435"/>
            <a:ext cx="343555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• </a:t>
            </a:r>
            <a:r>
              <a:rPr lang="en-IN" sz="1050" b="1" dirty="0"/>
              <a:t>When to use final in classes?</a:t>
            </a:r>
            <a:endParaRPr lang="en-IN" sz="1050" dirty="0"/>
          </a:p>
          <a:p>
            <a:r>
              <a:rPr lang="en-IN" sz="1050" dirty="0"/>
              <a:t>✅ When you want to prevent modification of the class.</a:t>
            </a:r>
          </a:p>
          <a:p>
            <a:r>
              <a:rPr lang="en-IN" sz="1050" dirty="0"/>
              <a:t>✅ When you create utility/helper classes.</a:t>
            </a:r>
          </a:p>
        </p:txBody>
      </p:sp>
    </p:spTree>
    <p:extLst>
      <p:ext uri="{BB962C8B-B14F-4D97-AF65-F5344CB8AC3E}">
        <p14:creationId xmlns:p14="http://schemas.microsoft.com/office/powerpoint/2010/main" val="3400291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4FE3-61EB-E2A7-6DFC-C0973A31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in Inheritance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A314BF-A96A-8C52-AB7C-04E2D14A368F}"/>
              </a:ext>
            </a:extLst>
          </p:cNvPr>
          <p:cNvSpPr txBox="1"/>
          <p:nvPr/>
        </p:nvSpPr>
        <p:spPr>
          <a:xfrm>
            <a:off x="320535" y="1174037"/>
            <a:ext cx="45769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Trying to Access Private Members from Parent Class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40AD4D-73FA-94A6-A248-803772136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35" y="1435350"/>
            <a:ext cx="7646230" cy="27779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270358-A7DC-566E-E5A1-556E9BFAEA8B}"/>
              </a:ext>
            </a:extLst>
          </p:cNvPr>
          <p:cNvSpPr txBox="1"/>
          <p:nvPr/>
        </p:nvSpPr>
        <p:spPr>
          <a:xfrm>
            <a:off x="402534" y="4213263"/>
            <a:ext cx="53149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Use </a:t>
            </a:r>
            <a:r>
              <a:rPr lang="en-IN" sz="1050" b="1" dirty="0"/>
              <a:t>protected</a:t>
            </a:r>
            <a:r>
              <a:rPr lang="en-IN" sz="1050" dirty="0"/>
              <a:t> or </a:t>
            </a:r>
            <a:r>
              <a:rPr lang="en-IN" sz="1050" b="1" dirty="0"/>
              <a:t>public</a:t>
            </a:r>
            <a:r>
              <a:rPr lang="en-IN" sz="1050" dirty="0"/>
              <a:t> members in the parent class.</a:t>
            </a:r>
          </a:p>
        </p:txBody>
      </p:sp>
    </p:spTree>
    <p:extLst>
      <p:ext uri="{BB962C8B-B14F-4D97-AF65-F5344CB8AC3E}">
        <p14:creationId xmlns:p14="http://schemas.microsoft.com/office/powerpoint/2010/main" val="2431346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6D17-17A2-3EA0-EEE1-20F3E262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in Inheritance (Contd.)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27C37-BA1E-687D-6AA7-22695CE53E4D}"/>
              </a:ext>
            </a:extLst>
          </p:cNvPr>
          <p:cNvSpPr txBox="1"/>
          <p:nvPr/>
        </p:nvSpPr>
        <p:spPr>
          <a:xfrm>
            <a:off x="471280" y="1248590"/>
            <a:ext cx="45769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Forgetting super to Call Parent Class Constructor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8F371-683C-AACB-21A6-20CA622A7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" y="1406516"/>
            <a:ext cx="5219700" cy="3314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FE74D6-5F0E-6C26-5873-3F664F0CD129}"/>
              </a:ext>
            </a:extLst>
          </p:cNvPr>
          <p:cNvSpPr txBox="1"/>
          <p:nvPr/>
        </p:nvSpPr>
        <p:spPr>
          <a:xfrm>
            <a:off x="5690981" y="1545015"/>
            <a:ext cx="314987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Call super() explicitly in the subclass constructor.</a:t>
            </a:r>
          </a:p>
        </p:txBody>
      </p:sp>
    </p:spTree>
    <p:extLst>
      <p:ext uri="{BB962C8B-B14F-4D97-AF65-F5344CB8AC3E}">
        <p14:creationId xmlns:p14="http://schemas.microsoft.com/office/powerpoint/2010/main" val="2705155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93F6C-3ABC-642E-C69B-FB8E4334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Do Constructors Get Inherited?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C58F7-FC3A-B0D3-8538-2D76CA9C9C05}"/>
              </a:ext>
            </a:extLst>
          </p:cNvPr>
          <p:cNvSpPr txBox="1"/>
          <p:nvPr/>
        </p:nvSpPr>
        <p:spPr>
          <a:xfrm>
            <a:off x="419505" y="1268016"/>
            <a:ext cx="3315917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No, constructors are not inherited</a:t>
            </a:r>
            <a:r>
              <a:rPr lang="en-IN" sz="1050" dirty="0"/>
              <a:t>, but the subclass </a:t>
            </a:r>
            <a:r>
              <a:rPr lang="en-IN" sz="1050" b="1" dirty="0"/>
              <a:t>automatically calls</a:t>
            </a:r>
            <a:r>
              <a:rPr lang="en-IN" sz="1050" dirty="0"/>
              <a:t> the parent class constructor.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4C7434-E4E4-0C16-E028-9D0399B9D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422" y="1009604"/>
            <a:ext cx="5516799" cy="4213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5BB275-AF0F-819B-DD6D-E3E2D7539E48}"/>
              </a:ext>
            </a:extLst>
          </p:cNvPr>
          <p:cNvSpPr txBox="1"/>
          <p:nvPr/>
        </p:nvSpPr>
        <p:spPr>
          <a:xfrm>
            <a:off x="419506" y="2954686"/>
            <a:ext cx="29290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Parent constructor called.  </a:t>
            </a:r>
          </a:p>
          <a:p>
            <a:r>
              <a:rPr lang="en-US" sz="1800" dirty="0"/>
              <a:t>Child constructor called. </a:t>
            </a:r>
          </a:p>
        </p:txBody>
      </p:sp>
    </p:spTree>
    <p:extLst>
      <p:ext uri="{BB962C8B-B14F-4D97-AF65-F5344CB8AC3E}">
        <p14:creationId xmlns:p14="http://schemas.microsoft.com/office/powerpoint/2010/main" val="1019765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5D02-C72F-DA38-16C5-AD238212C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60" y="273844"/>
            <a:ext cx="3904440" cy="1537959"/>
          </a:xfrm>
        </p:spPr>
        <p:txBody>
          <a:bodyPr>
            <a:normAutofit/>
          </a:bodyPr>
          <a:lstStyle/>
          <a:p>
            <a:r>
              <a:rPr lang="en-IN" b="1" dirty="0"/>
              <a:t>Understanding Constructor Execution Order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8457-E304-AFD2-31D9-07AC636AE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910" y="1811803"/>
            <a:ext cx="3904439" cy="182147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When a subclass object is created, the </a:t>
            </a:r>
            <a:r>
              <a:rPr lang="en-IN" b="1" dirty="0"/>
              <a:t>parent class constructor runs first</a:t>
            </a:r>
            <a:r>
              <a:rPr lang="en-IN" dirty="0"/>
              <a:t>.</a:t>
            </a:r>
          </a:p>
          <a:p>
            <a:r>
              <a:rPr lang="en-IN" b="1" dirty="0"/>
              <a:t>Why?</a:t>
            </a:r>
            <a:endParaRPr lang="en-IN" dirty="0"/>
          </a:p>
          <a:p>
            <a:pPr lvl="1"/>
            <a:r>
              <a:rPr lang="en-IN" sz="1500" dirty="0"/>
              <a:t>The child class </a:t>
            </a:r>
            <a:r>
              <a:rPr lang="en-IN" sz="1500" b="1" dirty="0"/>
              <a:t>depends on the parent class</a:t>
            </a:r>
            <a:r>
              <a:rPr lang="en-IN" sz="1500" dirty="0"/>
              <a:t>, so it must initialize the parent class first.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DE32B2-08FB-1B7D-91CA-83A96D0E7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306" y="0"/>
            <a:ext cx="4676695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C7DBF1-3DB0-E9D5-A644-517374F59667}"/>
              </a:ext>
            </a:extLst>
          </p:cNvPr>
          <p:cNvSpPr txBox="1"/>
          <p:nvPr/>
        </p:nvSpPr>
        <p:spPr>
          <a:xfrm>
            <a:off x="2789253" y="3633281"/>
            <a:ext cx="18950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A's constructor.  </a:t>
            </a:r>
          </a:p>
          <a:p>
            <a:r>
              <a:rPr lang="en-US" sz="1800" dirty="0"/>
              <a:t>B's constructor.  </a:t>
            </a:r>
          </a:p>
          <a:p>
            <a:r>
              <a:rPr lang="en-US" sz="1800" dirty="0"/>
              <a:t>C's constructor. </a:t>
            </a:r>
          </a:p>
        </p:txBody>
      </p:sp>
    </p:spTree>
    <p:extLst>
      <p:ext uri="{BB962C8B-B14F-4D97-AF65-F5344CB8AC3E}">
        <p14:creationId xmlns:p14="http://schemas.microsoft.com/office/powerpoint/2010/main" val="1027119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BB00-0090-EE26-CC47-90AF0F8CC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Calling a Parameterized Parent Constructor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0782F-A3DF-B978-1C65-8045FA4B198E}"/>
              </a:ext>
            </a:extLst>
          </p:cNvPr>
          <p:cNvSpPr txBox="1"/>
          <p:nvPr/>
        </p:nvSpPr>
        <p:spPr>
          <a:xfrm>
            <a:off x="205497" y="1142374"/>
            <a:ext cx="78866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If the parent class has only a parameterized constructor, the child class must call it using super().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D0AB38-3CFF-E2AF-8B1A-F13E5F805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38" y="1419373"/>
            <a:ext cx="5417090" cy="3588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6A9883-0F9D-B0BC-F985-39DA6990D3CA}"/>
              </a:ext>
            </a:extLst>
          </p:cNvPr>
          <p:cNvSpPr txBox="1"/>
          <p:nvPr/>
        </p:nvSpPr>
        <p:spPr>
          <a:xfrm>
            <a:off x="5705273" y="2144949"/>
            <a:ext cx="20826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Vehicle Type: Car </a:t>
            </a:r>
          </a:p>
        </p:txBody>
      </p:sp>
    </p:spTree>
    <p:extLst>
      <p:ext uri="{BB962C8B-B14F-4D97-AF65-F5344CB8AC3E}">
        <p14:creationId xmlns:p14="http://schemas.microsoft.com/office/powerpoint/2010/main" val="1117211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7D558-BDC3-B42F-D4D3-81B2E5A6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Default Constructor vs. Parameterized Constructor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DC9570-73A0-2B2E-F2C5-E0139D1BDE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697" cy="834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899">
                  <a:extLst>
                    <a:ext uri="{9D8B030D-6E8A-4147-A177-3AD203B41FA5}">
                      <a16:colId xmlns:a16="http://schemas.microsoft.com/office/drawing/2014/main" val="3906245553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1116318137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345208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Scenario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Parent Constructor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Child Constructor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4015317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Default constructor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Automatically called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Automatically called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745326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Parameterized constructor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Needs super() to be called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 also have parameters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3448076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F317BDD-546C-BEA6-DD60-72F4C15D6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49" y="2304812"/>
            <a:ext cx="5175080" cy="2914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2287B9-4691-FAAF-EB3E-452C688BE928}"/>
              </a:ext>
            </a:extLst>
          </p:cNvPr>
          <p:cNvSpPr txBox="1"/>
          <p:nvPr/>
        </p:nvSpPr>
        <p:spPr>
          <a:xfrm>
            <a:off x="5792821" y="3151762"/>
            <a:ext cx="12650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Parent: 100  </a:t>
            </a:r>
          </a:p>
          <a:p>
            <a:r>
              <a:rPr lang="en-US" sz="1050" dirty="0"/>
              <a:t>Child Constructor </a:t>
            </a:r>
          </a:p>
        </p:txBody>
      </p:sp>
    </p:spTree>
    <p:extLst>
      <p:ext uri="{BB962C8B-B14F-4D97-AF65-F5344CB8AC3E}">
        <p14:creationId xmlns:p14="http://schemas.microsoft.com/office/powerpoint/2010/main" val="1279708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389A5-BBB9-874F-690D-7ABE3F5A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3103CA-6AC2-BC88-C147-61B7B827FBDA}"/>
              </a:ext>
            </a:extLst>
          </p:cNvPr>
          <p:cNvSpPr txBox="1"/>
          <p:nvPr/>
        </p:nvSpPr>
        <p:spPr>
          <a:xfrm>
            <a:off x="2213021" y="1910030"/>
            <a:ext cx="47179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/>
              <a:t>“SUPER”</a:t>
            </a:r>
          </a:p>
        </p:txBody>
      </p:sp>
    </p:spTree>
    <p:extLst>
      <p:ext uri="{BB962C8B-B14F-4D97-AF65-F5344CB8AC3E}">
        <p14:creationId xmlns:p14="http://schemas.microsoft.com/office/powerpoint/2010/main" val="3958011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516F9-5784-9E8E-6D1F-4D4CCED6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super in Java?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18BAC-6F76-4755-E577-BAA6BF768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super keyword is used to </a:t>
            </a:r>
            <a:r>
              <a:rPr lang="en-IN" b="1" dirty="0"/>
              <a:t>refer to the immediate parent class</a:t>
            </a:r>
            <a:r>
              <a:rPr lang="en-IN" dirty="0"/>
              <a:t>.</a:t>
            </a:r>
          </a:p>
          <a:p>
            <a:r>
              <a:rPr lang="en-IN" b="1" dirty="0"/>
              <a:t>Use Cases:</a:t>
            </a:r>
            <a:endParaRPr lang="en-IN" dirty="0"/>
          </a:p>
          <a:p>
            <a:pPr lvl="1"/>
            <a:r>
              <a:rPr lang="en-IN" dirty="0"/>
              <a:t>Access </a:t>
            </a:r>
            <a:r>
              <a:rPr lang="en-IN" b="1" dirty="0"/>
              <a:t>superclass methods</a:t>
            </a:r>
            <a:r>
              <a:rPr lang="en-IN" dirty="0"/>
              <a:t> when overridden in a subclass</a:t>
            </a:r>
          </a:p>
          <a:p>
            <a:pPr lvl="1"/>
            <a:r>
              <a:rPr lang="en-IN" dirty="0"/>
              <a:t>Call </a:t>
            </a:r>
            <a:r>
              <a:rPr lang="en-IN" b="1" dirty="0"/>
              <a:t>superclass constructors</a:t>
            </a:r>
            <a:r>
              <a:rPr lang="en-IN" dirty="0"/>
              <a:t> using super()</a:t>
            </a:r>
          </a:p>
          <a:p>
            <a:pPr lvl="1"/>
            <a:r>
              <a:rPr lang="en-IN" dirty="0"/>
              <a:t>Access </a:t>
            </a:r>
            <a:r>
              <a:rPr lang="en-IN" b="1" dirty="0"/>
              <a:t>superclass fields</a:t>
            </a:r>
            <a:r>
              <a:rPr lang="en-IN" dirty="0"/>
              <a:t> when hidden by subclass variables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7326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06E0D-31E4-8459-BA0A-DF7CDA8EE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91676"/>
            <a:ext cx="3081529" cy="1795540"/>
          </a:xfrm>
        </p:spPr>
        <p:txBody>
          <a:bodyPr>
            <a:normAutofit/>
          </a:bodyPr>
          <a:lstStyle/>
          <a:p>
            <a:r>
              <a:rPr lang="en-IN" b="1" dirty="0"/>
              <a:t>Using super to Call Parent Class Methods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37A0E1-0DF2-F331-008D-4CD004EDC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801" y="291676"/>
            <a:ext cx="5159136" cy="48518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1FDEB8-ED91-4735-D0C4-4D0FF494DF57}"/>
              </a:ext>
            </a:extLst>
          </p:cNvPr>
          <p:cNvSpPr txBox="1"/>
          <p:nvPr/>
        </p:nvSpPr>
        <p:spPr>
          <a:xfrm>
            <a:off x="1595230" y="3056283"/>
            <a:ext cx="24801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Parent class method.  </a:t>
            </a:r>
          </a:p>
          <a:p>
            <a:r>
              <a:rPr lang="en-US" sz="1800" dirty="0"/>
              <a:t>Child class method. </a:t>
            </a:r>
          </a:p>
        </p:txBody>
      </p:sp>
    </p:spTree>
    <p:extLst>
      <p:ext uri="{BB962C8B-B14F-4D97-AF65-F5344CB8AC3E}">
        <p14:creationId xmlns:p14="http://schemas.microsoft.com/office/powerpoint/2010/main" val="684233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5E0B6-D0A2-76A9-A2FD-59B73146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79061"/>
            <a:ext cx="8520600" cy="738664"/>
          </a:xfrm>
        </p:spPr>
        <p:txBody>
          <a:bodyPr>
            <a:normAutofit/>
          </a:bodyPr>
          <a:lstStyle/>
          <a:p>
            <a:r>
              <a:rPr lang="en-IN" b="1" dirty="0"/>
              <a:t>Using super to Access Parent Class Variables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942E1-D803-F74C-E2CB-BBD213434FC0}"/>
              </a:ext>
            </a:extLst>
          </p:cNvPr>
          <p:cNvSpPr txBox="1"/>
          <p:nvPr/>
        </p:nvSpPr>
        <p:spPr>
          <a:xfrm>
            <a:off x="259414" y="4054658"/>
            <a:ext cx="179568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Child Name: Student  </a:t>
            </a:r>
          </a:p>
          <a:p>
            <a:r>
              <a:rPr lang="en-US" sz="1050" dirty="0"/>
              <a:t>Parent Name: C 4 Yourself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895042-E5A3-AF5E-37C8-202B971E0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712" y="869235"/>
            <a:ext cx="6716953" cy="420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35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5F842-6917-4D9B-A966-771B295A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54" y="124757"/>
            <a:ext cx="9022246" cy="710131"/>
          </a:xfrm>
        </p:spPr>
        <p:txBody>
          <a:bodyPr>
            <a:normAutofit/>
          </a:bodyPr>
          <a:lstStyle/>
          <a:p>
            <a:r>
              <a:rPr lang="en-IN" sz="2700" b="1" dirty="0"/>
              <a:t>Calling a Parent Class Constructor Using super()</a:t>
            </a:r>
            <a:endParaRPr lang="en-US" sz="27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796E4F-D4BA-8E38-D230-8D447D348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4448" y="881075"/>
            <a:ext cx="5666313" cy="43573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EA74DA-38AF-3324-F235-41C6BB293478}"/>
              </a:ext>
            </a:extLst>
          </p:cNvPr>
          <p:cNvSpPr txBox="1"/>
          <p:nvPr/>
        </p:nvSpPr>
        <p:spPr>
          <a:xfrm>
            <a:off x="243921" y="4338742"/>
            <a:ext cx="29883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Person Constructor: Sharda University Online  </a:t>
            </a:r>
          </a:p>
          <a:p>
            <a:r>
              <a:rPr lang="en-US" sz="1050" dirty="0"/>
              <a:t>Student Constructor: Sharda University Online </a:t>
            </a:r>
          </a:p>
        </p:txBody>
      </p:sp>
    </p:spTree>
    <p:extLst>
      <p:ext uri="{BB962C8B-B14F-4D97-AF65-F5344CB8AC3E}">
        <p14:creationId xmlns:p14="http://schemas.microsoft.com/office/powerpoint/2010/main" val="727958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4711-4F8E-16E1-9E9D-42ECD8A64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57134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Difference Between super and this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7958EE-E705-9690-7531-72D46E421D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9538388"/>
              </p:ext>
            </p:extLst>
          </p:nvPr>
        </p:nvGraphicFramePr>
        <p:xfrm>
          <a:off x="106127" y="1209771"/>
          <a:ext cx="3799951" cy="18443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5248">
                  <a:extLst>
                    <a:ext uri="{9D8B030D-6E8A-4147-A177-3AD203B41FA5}">
                      <a16:colId xmlns:a16="http://schemas.microsoft.com/office/drawing/2014/main" val="2056461780"/>
                    </a:ext>
                  </a:extLst>
                </a:gridCol>
                <a:gridCol w="1264099">
                  <a:extLst>
                    <a:ext uri="{9D8B030D-6E8A-4147-A177-3AD203B41FA5}">
                      <a16:colId xmlns:a16="http://schemas.microsoft.com/office/drawing/2014/main" val="2290042370"/>
                    </a:ext>
                  </a:extLst>
                </a:gridCol>
                <a:gridCol w="1190604">
                  <a:extLst>
                    <a:ext uri="{9D8B030D-6E8A-4147-A177-3AD203B41FA5}">
                      <a16:colId xmlns:a16="http://schemas.microsoft.com/office/drawing/2014/main" val="4294848230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sz="12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super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this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4761957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sz="1200" dirty="0"/>
                        <a:t>Refers To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Parent class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Current class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39119116"/>
                  </a:ext>
                </a:extLst>
              </a:tr>
              <a:tr h="472725">
                <a:tc>
                  <a:txBody>
                    <a:bodyPr/>
                    <a:lstStyle/>
                    <a:p>
                      <a:r>
                        <a:rPr lang="en-US" sz="1200" dirty="0"/>
                        <a:t>Calls Constructor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super() (Parent Constructor)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this() (Current Constructor)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8982905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200" dirty="0"/>
                        <a:t>Calls Method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Calls parent class method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Calls current class method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000161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200" dirty="0"/>
                        <a:t>Variable Access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Parent class variable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Current class variable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9248481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2696A0B-367B-6743-09A3-786A088F5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078" y="745256"/>
            <a:ext cx="5249517" cy="43982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1CBEA3-6077-8251-DD09-2E86BE543FE8}"/>
              </a:ext>
            </a:extLst>
          </p:cNvPr>
          <p:cNvSpPr txBox="1"/>
          <p:nvPr/>
        </p:nvSpPr>
        <p:spPr>
          <a:xfrm>
            <a:off x="1744318" y="3563178"/>
            <a:ext cx="20569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Current class: 20  </a:t>
            </a:r>
          </a:p>
          <a:p>
            <a:r>
              <a:rPr lang="en-US" sz="1800" dirty="0"/>
              <a:t>Parent class: 10 </a:t>
            </a:r>
          </a:p>
        </p:txBody>
      </p:sp>
    </p:spTree>
    <p:extLst>
      <p:ext uri="{BB962C8B-B14F-4D97-AF65-F5344CB8AC3E}">
        <p14:creationId xmlns:p14="http://schemas.microsoft.com/office/powerpoint/2010/main" val="117253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5B4E1-4F4E-585B-9BE3-D8C4D612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super Keyword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7F079-5F52-45F0-D6A2-4564FE328B12}"/>
              </a:ext>
            </a:extLst>
          </p:cNvPr>
          <p:cNvSpPr txBox="1"/>
          <p:nvPr/>
        </p:nvSpPr>
        <p:spPr>
          <a:xfrm>
            <a:off x="260902" y="1129517"/>
            <a:ext cx="45769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Trying to Use super() in a Non-Constructor Method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23EF38-09C2-5A22-BA9C-F635419CD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01" y="1399061"/>
            <a:ext cx="7110324" cy="30766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ECBBF4-1ED4-E4D1-E62B-0F7DDF0357AF}"/>
              </a:ext>
            </a:extLst>
          </p:cNvPr>
          <p:cNvSpPr txBox="1"/>
          <p:nvPr/>
        </p:nvSpPr>
        <p:spPr>
          <a:xfrm>
            <a:off x="260901" y="4475742"/>
            <a:ext cx="45769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Use super() inside a constructor.</a:t>
            </a:r>
          </a:p>
        </p:txBody>
      </p:sp>
    </p:spTree>
    <p:extLst>
      <p:ext uri="{BB962C8B-B14F-4D97-AF65-F5344CB8AC3E}">
        <p14:creationId xmlns:p14="http://schemas.microsoft.com/office/powerpoint/2010/main" val="601326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709</Words>
  <Application>Microsoft Macintosh PowerPoint</Application>
  <PresentationFormat>On-screen Show (16:9)</PresentationFormat>
  <Paragraphs>139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Simple Light</vt:lpstr>
      <vt:lpstr>PowerPoint Presentation</vt:lpstr>
      <vt:lpstr>PowerPoint Presentation</vt:lpstr>
      <vt:lpstr>PowerPoint Presentation</vt:lpstr>
      <vt:lpstr>What is Inheritance?</vt:lpstr>
      <vt:lpstr>Example of Single Inheritance</vt:lpstr>
      <vt:lpstr>Types of Inheritance in Java</vt:lpstr>
      <vt:lpstr>Why Use Inheritance?</vt:lpstr>
      <vt:lpstr>Access Modifiers and Inheritance</vt:lpstr>
      <vt:lpstr>Access Modifiers and Inheritance (Example)</vt:lpstr>
      <vt:lpstr>Preventing Inheritance with final Keyword</vt:lpstr>
      <vt:lpstr>Common Mistakes in Inheritance</vt:lpstr>
      <vt:lpstr>Common Mistakes in Inheritance (Contd.)</vt:lpstr>
      <vt:lpstr>Do Constructors Get Inherited?</vt:lpstr>
      <vt:lpstr>Understanding Constructor Execution Order</vt:lpstr>
      <vt:lpstr>Calling a Parameterized Parent Constructor</vt:lpstr>
      <vt:lpstr>Default Constructor vs. Parameterized Constructor</vt:lpstr>
      <vt:lpstr>PowerPoint Presentation</vt:lpstr>
      <vt:lpstr>What is super in Java?</vt:lpstr>
      <vt:lpstr>Using super to Call Parent Class Methods</vt:lpstr>
      <vt:lpstr>Using super to Access Parent Class Variables</vt:lpstr>
      <vt:lpstr>Calling a Parent Class Constructor Using super()</vt:lpstr>
      <vt:lpstr>Difference Between super and this</vt:lpstr>
      <vt:lpstr>Common Mistakes with super Keyword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25</cp:revision>
  <dcterms:modified xsi:type="dcterms:W3CDTF">2026-02-03T09:58:59Z</dcterms:modified>
</cp:coreProperties>
</file>