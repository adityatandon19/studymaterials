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407" r:id="rId2"/>
    <p:sldId id="356" r:id="rId3"/>
    <p:sldId id="259" r:id="rId4"/>
    <p:sldId id="260" r:id="rId5"/>
    <p:sldId id="261" r:id="rId6"/>
    <p:sldId id="262" r:id="rId7"/>
    <p:sldId id="263" r:id="rId8"/>
    <p:sldId id="357" r:id="rId9"/>
    <p:sldId id="358" r:id="rId10"/>
    <p:sldId id="359" r:id="rId11"/>
    <p:sldId id="360" r:id="rId12"/>
    <p:sldId id="361" r:id="rId13"/>
    <p:sldId id="362" r:id="rId14"/>
    <p:sldId id="406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56"/>
            <p14:sldId id="259"/>
            <p14:sldId id="260"/>
            <p14:sldId id="261"/>
            <p14:sldId id="262"/>
            <p14:sldId id="263"/>
            <p14:sldId id="357"/>
            <p14:sldId id="358"/>
            <p14:sldId id="359"/>
            <p14:sldId id="360"/>
            <p14:sldId id="361"/>
            <p14:sldId id="362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677CD82C-009D-1E40-9180-7D098F5C4E1D}"/>
    <pc:docChg chg="modSld">
      <pc:chgData name="Aditya Hare Krishna" userId="de62b921b3c41f8c" providerId="LiveId" clId="{677CD82C-009D-1E40-9180-7D098F5C4E1D}" dt="2025-08-17T09:48:58.413" v="0"/>
      <pc:docMkLst>
        <pc:docMk/>
      </pc:docMkLst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767477643" sldId="259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2360706618" sldId="260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2120947799" sldId="261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3859988944" sldId="262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3854673938" sldId="263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3944549557" sldId="356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180511422" sldId="357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3833392584" sldId="358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1662599151" sldId="359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2718528367" sldId="360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3630020814" sldId="361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2508529939" sldId="362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0" sldId="406"/>
        </pc:sldMkLst>
      </pc:sldChg>
      <pc:sldChg chg="modTransition">
        <pc:chgData name="Aditya Hare Krishna" userId="de62b921b3c41f8c" providerId="LiveId" clId="{677CD82C-009D-1E40-9180-7D098F5C4E1D}" dt="2025-08-17T09:48:58.413" v="0"/>
        <pc:sldMkLst>
          <pc:docMk/>
          <pc:sldMk cId="1652500050" sldId="4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2B-AD3D-3E49-A9E6-C07481EEC088}" type="datetimeFigureOut">
              <a:rPr lang="en-US" smtClean="0"/>
              <a:t>2/3/26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1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22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/>
              <a:t>Lambda Expressions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87FE-2355-45F8-C28D-5F7775F9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Lambda Expression?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269D4-A89E-6910-BB0C-F7336C060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60258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lambda expression</a:t>
            </a:r>
            <a:r>
              <a:rPr lang="en-IN" dirty="0"/>
              <a:t> is a </a:t>
            </a:r>
            <a:r>
              <a:rPr lang="en-IN" b="1" dirty="0"/>
              <a:t>short block of code</a:t>
            </a:r>
            <a:r>
              <a:rPr lang="en-IN" dirty="0"/>
              <a:t> that takes in parameters and returns a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Introduced in </a:t>
            </a:r>
            <a:r>
              <a:rPr lang="en-IN" b="1" dirty="0"/>
              <a:t>Java 8</a:t>
            </a:r>
            <a:r>
              <a:rPr lang="en-IN" dirty="0"/>
              <a:t> for </a:t>
            </a:r>
            <a:r>
              <a:rPr lang="en-IN" b="1" dirty="0"/>
              <a:t>functional programming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Replaces </a:t>
            </a:r>
            <a:r>
              <a:rPr lang="en-IN" b="1" dirty="0"/>
              <a:t>anonymous classes</a:t>
            </a:r>
            <a:r>
              <a:rPr lang="en-IN" dirty="0"/>
              <a:t> used for functional interfaces.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BFB9CF-3428-27F8-BF31-3966F1DF4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2782261"/>
            <a:ext cx="5829300" cy="22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49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A02A-DCE3-2C06-C616-B3FA07F0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Use Lambda Expressions?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FBA51-1C32-CCDF-BA01-6C53076D5627}"/>
              </a:ext>
            </a:extLst>
          </p:cNvPr>
          <p:cNvSpPr txBox="1"/>
          <p:nvPr/>
        </p:nvSpPr>
        <p:spPr>
          <a:xfrm>
            <a:off x="2031999" y="1268016"/>
            <a:ext cx="55403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/>
              <a:t>✅ </a:t>
            </a:r>
            <a:r>
              <a:rPr lang="en-IN" sz="1800" b="1" dirty="0"/>
              <a:t>Reduces boilerplate code</a:t>
            </a:r>
            <a:endParaRPr lang="en-IN" sz="1800" dirty="0"/>
          </a:p>
          <a:p>
            <a:pPr>
              <a:buNone/>
            </a:pPr>
            <a:r>
              <a:rPr lang="en-IN" sz="1800" dirty="0"/>
              <a:t>✅ Makes code </a:t>
            </a:r>
            <a:r>
              <a:rPr lang="en-IN" sz="1800" b="1" dirty="0"/>
              <a:t>cleaner and easier to read</a:t>
            </a:r>
            <a:endParaRPr lang="en-IN" sz="1800" dirty="0"/>
          </a:p>
          <a:p>
            <a:pPr>
              <a:buNone/>
            </a:pPr>
            <a:r>
              <a:rPr lang="en-IN" sz="1800" dirty="0"/>
              <a:t>✅ Ideal for </a:t>
            </a:r>
            <a:r>
              <a:rPr lang="en-IN" sz="1800" b="1" dirty="0"/>
              <a:t>callbacks, events, filtering, sorting</a:t>
            </a:r>
            <a:endParaRPr lang="en-IN" sz="1800" dirty="0"/>
          </a:p>
          <a:p>
            <a:r>
              <a:rPr lang="en-IN" sz="1800" dirty="0"/>
              <a:t>✅ Used with </a:t>
            </a:r>
            <a:r>
              <a:rPr lang="en-IN" sz="1800" b="1" dirty="0"/>
              <a:t>functional interfaces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C700F-D7FA-9411-250D-7737E288D2BE}"/>
              </a:ext>
            </a:extLst>
          </p:cNvPr>
          <p:cNvSpPr txBox="1"/>
          <p:nvPr/>
        </p:nvSpPr>
        <p:spPr>
          <a:xfrm>
            <a:off x="419100" y="2559740"/>
            <a:ext cx="11448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Before Lambda: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100F3-49BE-0938-0773-081D62004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816679"/>
            <a:ext cx="4474211" cy="2212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2E7CB7-09F6-581F-A665-1F912806AC5A}"/>
              </a:ext>
            </a:extLst>
          </p:cNvPr>
          <p:cNvSpPr txBox="1"/>
          <p:nvPr/>
        </p:nvSpPr>
        <p:spPr>
          <a:xfrm>
            <a:off x="4900996" y="2571750"/>
            <a:ext cx="10166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With Lambda: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C1E0CB-DF95-8765-44AB-AC6BE5A73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36739"/>
            <a:ext cx="4468161" cy="172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77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6CDC-D425-7579-B22E-C653D963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Basic Syntax of Lambda Expressions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2D25C7-B26E-222F-EFA1-7282D1322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4618" y="1087544"/>
            <a:ext cx="4083050" cy="17318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82A93-7F23-42A8-4639-466F5540B9E3}"/>
              </a:ext>
            </a:extLst>
          </p:cNvPr>
          <p:cNvSpPr txBox="1"/>
          <p:nvPr/>
        </p:nvSpPr>
        <p:spPr>
          <a:xfrm>
            <a:off x="628649" y="1196094"/>
            <a:ext cx="197167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General form:</a:t>
            </a:r>
            <a:endParaRPr lang="en-IN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40924-4818-32AD-ED6F-CBA2ECE50E22}"/>
              </a:ext>
            </a:extLst>
          </p:cNvPr>
          <p:cNvSpPr txBox="1"/>
          <p:nvPr/>
        </p:nvSpPr>
        <p:spPr>
          <a:xfrm>
            <a:off x="628650" y="2819400"/>
            <a:ext cx="14398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Examples: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375653-6AB4-964F-585A-D12A04FF0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633" y="2819400"/>
            <a:ext cx="5064735" cy="20167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E01A89-383B-C2BB-883D-039272DDEA66}"/>
              </a:ext>
            </a:extLst>
          </p:cNvPr>
          <p:cNvSpPr txBox="1"/>
          <p:nvPr/>
        </p:nvSpPr>
        <p:spPr>
          <a:xfrm>
            <a:off x="457200" y="4698475"/>
            <a:ext cx="5480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Can be </a:t>
            </a:r>
            <a:r>
              <a:rPr lang="en-IN" sz="1800" b="1" dirty="0"/>
              <a:t>single-line</a:t>
            </a:r>
            <a:r>
              <a:rPr lang="en-IN" sz="1800" dirty="0"/>
              <a:t> or </a:t>
            </a:r>
            <a:r>
              <a:rPr lang="en-IN" sz="1800" b="1" dirty="0"/>
              <a:t>multi-line (block lambda)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6070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CE17-62ED-1CCA-BC22-0A42C3FC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Functional Interfaces and Lambdas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046AC2-0787-25A3-21E0-70CAE03D3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4021" y="2051907"/>
            <a:ext cx="6234020" cy="23377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168449-4594-1C8F-794F-3F88194D86A1}"/>
              </a:ext>
            </a:extLst>
          </p:cNvPr>
          <p:cNvSpPr txBox="1"/>
          <p:nvPr/>
        </p:nvSpPr>
        <p:spPr>
          <a:xfrm>
            <a:off x="628650" y="1209839"/>
            <a:ext cx="7524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A lambda can only be used where a </a:t>
            </a:r>
            <a:r>
              <a:rPr lang="en-IN" sz="1800" b="1" dirty="0"/>
              <a:t>functional interface</a:t>
            </a:r>
            <a:r>
              <a:rPr lang="en-IN" sz="1800" dirty="0"/>
              <a:t> is expected.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Functional interface</a:t>
            </a:r>
            <a:r>
              <a:rPr lang="en-IN" sz="1800" dirty="0"/>
              <a:t>: An interface with </a:t>
            </a:r>
            <a:r>
              <a:rPr lang="en-IN" sz="1800" b="1" dirty="0"/>
              <a:t>only one abstract method</a:t>
            </a:r>
            <a:r>
              <a:rPr lang="en-IN" sz="18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648DE-C20B-7698-90AB-2A37F8E0FE25}"/>
              </a:ext>
            </a:extLst>
          </p:cNvPr>
          <p:cNvSpPr txBox="1"/>
          <p:nvPr/>
        </p:nvSpPr>
        <p:spPr>
          <a:xfrm>
            <a:off x="628650" y="4389665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Common functional interfaces are in </a:t>
            </a:r>
            <a:r>
              <a:rPr lang="en-IN" sz="1800" dirty="0" err="1"/>
              <a:t>java.util.function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0947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97AD-9389-B3B4-F34F-98073C8E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Lambda with Parameters and Return Values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6E70BE-7C60-A054-133C-7C032E17B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635" y="1127919"/>
            <a:ext cx="5626730" cy="3263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903C82-3770-94E6-9EDB-FAD3DA395B25}"/>
              </a:ext>
            </a:extLst>
          </p:cNvPr>
          <p:cNvSpPr txBox="1"/>
          <p:nvPr/>
        </p:nvSpPr>
        <p:spPr>
          <a:xfrm>
            <a:off x="628651" y="4523408"/>
            <a:ext cx="489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Works like a </a:t>
            </a:r>
            <a:r>
              <a:rPr lang="en-IN" sz="1800" b="1" dirty="0"/>
              <a:t>compact function definition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9988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F6A1-BA6F-EB85-F3D4-7F0265E3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Lambdas with Threads and Collections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EB14E3-498F-9089-9B23-12E424B3E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68016"/>
            <a:ext cx="7886700" cy="1510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027373-0F15-35B8-1999-8363703BD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2571751"/>
            <a:ext cx="6305550" cy="2062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995758-0093-4CFF-64C9-D4DD497EEBEB}"/>
              </a:ext>
            </a:extLst>
          </p:cNvPr>
          <p:cNvSpPr txBox="1"/>
          <p:nvPr/>
        </p:nvSpPr>
        <p:spPr>
          <a:xfrm>
            <a:off x="762000" y="4634531"/>
            <a:ext cx="441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Perfect for concise, event-driven code.</a:t>
            </a:r>
          </a:p>
        </p:txBody>
      </p:sp>
    </p:spTree>
    <p:extLst>
      <p:ext uri="{BB962C8B-B14F-4D97-AF65-F5344CB8AC3E}">
        <p14:creationId xmlns:p14="http://schemas.microsoft.com/office/powerpoint/2010/main" val="3854673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3FF8-2149-EB7C-52B6-F4AD23F8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Block Lambda Expression?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55AC99-AE6B-1831-ED30-3C130B397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2118" y="1959537"/>
            <a:ext cx="5226333" cy="29674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5DA4CA-53E1-680B-B4A4-9D37E2912FAE}"/>
              </a:ext>
            </a:extLst>
          </p:cNvPr>
          <p:cNvSpPr txBox="1"/>
          <p:nvPr/>
        </p:nvSpPr>
        <p:spPr>
          <a:xfrm>
            <a:off x="628650" y="1131442"/>
            <a:ext cx="74388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A </a:t>
            </a:r>
            <a:r>
              <a:rPr lang="en-IN" sz="1800" b="1" dirty="0"/>
              <a:t>block lambda</a:t>
            </a:r>
            <a:r>
              <a:rPr lang="en-IN" sz="1800" dirty="0"/>
              <a:t> allows </a:t>
            </a:r>
            <a:r>
              <a:rPr lang="en-IN" sz="1800" b="1" dirty="0"/>
              <a:t>multiple statements</a:t>
            </a:r>
            <a:r>
              <a:rPr lang="en-IN" sz="1800" dirty="0"/>
              <a:t> inside a lambda body.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Uses </a:t>
            </a:r>
            <a:r>
              <a:rPr lang="en-IN" sz="1800" b="1" dirty="0"/>
              <a:t>curly braces {}</a:t>
            </a:r>
            <a:r>
              <a:rPr lang="en-IN" sz="1800" dirty="0"/>
              <a:t> and may contain return statements.</a:t>
            </a:r>
          </a:p>
          <a:p>
            <a:pPr>
              <a:buNone/>
            </a:pPr>
            <a:br>
              <a:rPr lang="en-IN" sz="1800" dirty="0"/>
            </a:br>
            <a:r>
              <a:rPr lang="en-IN" sz="1800" dirty="0"/>
              <a:t>✅ Syntax:</a:t>
            </a:r>
          </a:p>
        </p:txBody>
      </p:sp>
    </p:spTree>
    <p:extLst>
      <p:ext uri="{BB962C8B-B14F-4D97-AF65-F5344CB8AC3E}">
        <p14:creationId xmlns:p14="http://schemas.microsoft.com/office/powerpoint/2010/main" val="180511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B4C5-62E9-5A28-3564-4ACFE2B9A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Single vs Block Lambda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EDADC4-4BEC-58EF-5661-CEA2F98D6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3611" y="1113406"/>
            <a:ext cx="3503689" cy="13905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CEBDB4-84C2-8782-CDD5-2DDF84698185}"/>
              </a:ext>
            </a:extLst>
          </p:cNvPr>
          <p:cNvSpPr txBox="1"/>
          <p:nvPr/>
        </p:nvSpPr>
        <p:spPr>
          <a:xfrm>
            <a:off x="628650" y="1268016"/>
            <a:ext cx="2284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Single-Line Lambda:</a:t>
            </a:r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BE98B-5ECB-C8EE-FEEB-D697B698A692}"/>
              </a:ext>
            </a:extLst>
          </p:cNvPr>
          <p:cNvSpPr txBox="1"/>
          <p:nvPr/>
        </p:nvSpPr>
        <p:spPr>
          <a:xfrm>
            <a:off x="628650" y="2730731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Block Lambda:</a:t>
            </a:r>
            <a:endParaRPr lang="en-IN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6E7C0A-7B77-43FA-2C57-F6DBA6008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916" y="2418541"/>
            <a:ext cx="4156469" cy="22213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F7E79D-3451-DD1E-57FC-E54FEA9C6286}"/>
              </a:ext>
            </a:extLst>
          </p:cNvPr>
          <p:cNvSpPr txBox="1"/>
          <p:nvPr/>
        </p:nvSpPr>
        <p:spPr>
          <a:xfrm>
            <a:off x="628650" y="4731157"/>
            <a:ext cx="617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Use block lambdas for </a:t>
            </a:r>
            <a:r>
              <a:rPr lang="en-IN" sz="1800" b="1" dirty="0"/>
              <a:t>complex logic</a:t>
            </a:r>
            <a:r>
              <a:rPr lang="en-IN" sz="1800" dirty="0"/>
              <a:t> or multiple steps.</a:t>
            </a:r>
          </a:p>
        </p:txBody>
      </p:sp>
    </p:spTree>
    <p:extLst>
      <p:ext uri="{BB962C8B-B14F-4D97-AF65-F5344CB8AC3E}">
        <p14:creationId xmlns:p14="http://schemas.microsoft.com/office/powerpoint/2010/main" val="3833392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08FA-453D-A7E4-1B30-29F5E4B2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Defining a Functional Interface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F06438-C90A-D45D-1C93-1DFB45644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877" y="1091173"/>
            <a:ext cx="5406684" cy="2961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ACBCDB-C1F2-2139-5A2B-3481E4DFEE2C}"/>
              </a:ext>
            </a:extLst>
          </p:cNvPr>
          <p:cNvSpPr txBox="1"/>
          <p:nvPr/>
        </p:nvSpPr>
        <p:spPr>
          <a:xfrm>
            <a:off x="628650" y="4202084"/>
            <a:ext cx="834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This interface can be used to implement any binary operation using lambdas.</a:t>
            </a:r>
          </a:p>
        </p:txBody>
      </p:sp>
    </p:spTree>
    <p:extLst>
      <p:ext uri="{BB962C8B-B14F-4D97-AF65-F5344CB8AC3E}">
        <p14:creationId xmlns:p14="http://schemas.microsoft.com/office/powerpoint/2010/main" val="1662599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D9EE-F6E1-83EE-70F8-FFE73433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Block Lambda with Custom Interface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D946E3-6182-0212-0894-5AF9C2AAC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7988" y="1159487"/>
            <a:ext cx="6368025" cy="28245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C55575-A355-7F51-BDD5-11B0DC9090C7}"/>
              </a:ext>
            </a:extLst>
          </p:cNvPr>
          <p:cNvSpPr txBox="1"/>
          <p:nvPr/>
        </p:nvSpPr>
        <p:spPr>
          <a:xfrm>
            <a:off x="808349" y="4139738"/>
            <a:ext cx="781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Block lambdas can contain </a:t>
            </a:r>
            <a:r>
              <a:rPr lang="en-IN" sz="1800" b="1" dirty="0"/>
              <a:t>print statements, loops, conditionals</a:t>
            </a:r>
            <a:r>
              <a:rPr lang="en-IN" sz="18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2718528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22A0-790F-D6D9-B6F8-75CAA00C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Block Lambdas in Java APIs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6F749-C6B1-FF24-7D9C-60CE26B5D80C}"/>
              </a:ext>
            </a:extLst>
          </p:cNvPr>
          <p:cNvSpPr txBox="1"/>
          <p:nvPr/>
        </p:nvSpPr>
        <p:spPr>
          <a:xfrm>
            <a:off x="628651" y="1160398"/>
            <a:ext cx="76632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/>
              <a:t>Lambdas are frequently used with APIs like </a:t>
            </a:r>
            <a:r>
              <a:rPr lang="en-IN" sz="2100" b="1" dirty="0"/>
              <a:t>streams, threads, listeners</a:t>
            </a:r>
            <a:r>
              <a:rPr lang="en-IN" sz="21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1E910-08AE-5A99-64E5-EBA60001F20F}"/>
              </a:ext>
            </a:extLst>
          </p:cNvPr>
          <p:cNvSpPr txBox="1"/>
          <p:nvPr/>
        </p:nvSpPr>
        <p:spPr>
          <a:xfrm>
            <a:off x="628650" y="1891565"/>
            <a:ext cx="36711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Example – Filtering names:</a:t>
            </a:r>
            <a:endParaRPr lang="en-IN" sz="2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8419D4-203A-4F01-4AE2-88B552EF847D}"/>
              </a:ext>
            </a:extLst>
          </p:cNvPr>
          <p:cNvSpPr txBox="1"/>
          <p:nvPr/>
        </p:nvSpPr>
        <p:spPr>
          <a:xfrm>
            <a:off x="628650" y="4670559"/>
            <a:ext cx="686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Streams + block lambdas = readable and powerful processing.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A67AB95-BE9C-43C5-4565-B88397F11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009" y="2198485"/>
            <a:ext cx="6865982" cy="254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20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FC81-ADC5-684C-D3F5-C0848D3C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Nested Logic in Block Lambdas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E1B200-E054-D8D8-B137-EA84F0E5A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426" y="934436"/>
            <a:ext cx="6187147" cy="35170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4E2175-C99D-C92F-9883-DE61E7E74736}"/>
              </a:ext>
            </a:extLst>
          </p:cNvPr>
          <p:cNvSpPr txBox="1"/>
          <p:nvPr/>
        </p:nvSpPr>
        <p:spPr>
          <a:xfrm>
            <a:off x="847899" y="4451465"/>
            <a:ext cx="7083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Block lambdas allow </a:t>
            </a:r>
            <a:r>
              <a:rPr lang="en-IN" sz="1800" b="1" dirty="0"/>
              <a:t>conditional logic</a:t>
            </a:r>
            <a:r>
              <a:rPr lang="en-IN" sz="1800" dirty="0"/>
              <a:t> just like normal methods.</a:t>
            </a:r>
          </a:p>
        </p:txBody>
      </p:sp>
    </p:spTree>
    <p:extLst>
      <p:ext uri="{BB962C8B-B14F-4D97-AF65-F5344CB8AC3E}">
        <p14:creationId xmlns:p14="http://schemas.microsoft.com/office/powerpoint/2010/main" val="2508529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2008</TotalTime>
  <Words>318</Words>
  <Application>Microsoft Macintosh PowerPoint</Application>
  <PresentationFormat>On-screen Show (16:9)</PresentationFormat>
  <Paragraphs>45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PowerPoint Presentation</vt:lpstr>
      <vt:lpstr>What is a Lambda Expression?</vt:lpstr>
      <vt:lpstr>Why Use Lambda Expressions?</vt:lpstr>
      <vt:lpstr>Basic Syntax of Lambda Expressions</vt:lpstr>
      <vt:lpstr>Functional Interfaces and Lambdas</vt:lpstr>
      <vt:lpstr>Lambda with Parameters and Return Values</vt:lpstr>
      <vt:lpstr>Using Lambdas with Threads and Collections</vt:lpstr>
      <vt:lpstr>What is a Block Lambda Expression?</vt:lpstr>
      <vt:lpstr>Example – Single vs Block Lambda</vt:lpstr>
      <vt:lpstr>Defining a Functional Interface</vt:lpstr>
      <vt:lpstr>Using Block Lambda with Custom Interface</vt:lpstr>
      <vt:lpstr>Using Block Lambdas in Java APIs</vt:lpstr>
      <vt:lpstr>Nested Logic in Block Lambdas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32</cp:revision>
  <dcterms:modified xsi:type="dcterms:W3CDTF">2026-02-03T10:13:26Z</dcterms:modified>
</cp:coreProperties>
</file>